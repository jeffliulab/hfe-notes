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1017" r:id="rId3"/>
    <p:sldId id="257" r:id="rId4"/>
    <p:sldId id="1097" r:id="rId5"/>
    <p:sldId id="1094" r:id="rId6"/>
    <p:sldId id="1095" r:id="rId7"/>
    <p:sldId id="313" r:id="rId8"/>
    <p:sldId id="1062" r:id="rId9"/>
    <p:sldId id="908" r:id="rId10"/>
    <p:sldId id="1067" r:id="rId11"/>
    <p:sldId id="1068" r:id="rId12"/>
    <p:sldId id="1069" r:id="rId13"/>
    <p:sldId id="1106" r:id="rId14"/>
    <p:sldId id="1074" r:id="rId15"/>
    <p:sldId id="1099" r:id="rId16"/>
    <p:sldId id="1107" r:id="rId17"/>
    <p:sldId id="1075" r:id="rId18"/>
    <p:sldId id="1076" r:id="rId19"/>
    <p:sldId id="1077" r:id="rId20"/>
    <p:sldId id="1104" r:id="rId21"/>
    <p:sldId id="1078" r:id="rId22"/>
    <p:sldId id="1070" r:id="rId23"/>
    <p:sldId id="1071" r:id="rId24"/>
    <p:sldId id="1072" r:id="rId25"/>
    <p:sldId id="1103" r:id="rId26"/>
    <p:sldId id="1079" r:id="rId27"/>
    <p:sldId id="1102" r:id="rId28"/>
    <p:sldId id="1080" r:id="rId29"/>
    <p:sldId id="1101" r:id="rId30"/>
    <p:sldId id="1081" r:id="rId31"/>
    <p:sldId id="1100" r:id="rId32"/>
    <p:sldId id="1098" r:id="rId33"/>
    <p:sldId id="1082" r:id="rId34"/>
    <p:sldId id="1105" r:id="rId35"/>
    <p:sldId id="1083" r:id="rId36"/>
    <p:sldId id="1108" r:id="rId37"/>
    <p:sldId id="1084" r:id="rId38"/>
    <p:sldId id="750" r:id="rId39"/>
  </p:sldIdLst>
  <p:sldSz cx="9144000" cy="6858000" type="screen4x3"/>
  <p:notesSz cx="6858000" cy="9144000"/>
  <p:defaultTextStyle>
    <a:lvl1pPr>
      <a:defRPr>
        <a:latin typeface="Arial"/>
        <a:ea typeface="Arial"/>
        <a:cs typeface="Arial"/>
        <a:sym typeface="Arial"/>
      </a:defRPr>
    </a:lvl1pPr>
    <a:lvl2pPr indent="457200">
      <a:defRPr>
        <a:latin typeface="Arial"/>
        <a:ea typeface="Arial"/>
        <a:cs typeface="Arial"/>
        <a:sym typeface="Arial"/>
      </a:defRPr>
    </a:lvl2pPr>
    <a:lvl3pPr indent="914400">
      <a:defRPr>
        <a:latin typeface="Arial"/>
        <a:ea typeface="Arial"/>
        <a:cs typeface="Arial"/>
        <a:sym typeface="Arial"/>
      </a:defRPr>
    </a:lvl3pPr>
    <a:lvl4pPr indent="1371600">
      <a:defRPr>
        <a:latin typeface="Arial"/>
        <a:ea typeface="Arial"/>
        <a:cs typeface="Arial"/>
        <a:sym typeface="Arial"/>
      </a:defRPr>
    </a:lvl4pPr>
    <a:lvl5pPr indent="1828800">
      <a:defRPr>
        <a:latin typeface="Arial"/>
        <a:ea typeface="Arial"/>
        <a:cs typeface="Arial"/>
        <a:sym typeface="Arial"/>
      </a:defRPr>
    </a:lvl5pPr>
    <a:lvl6pPr>
      <a:defRPr>
        <a:latin typeface="Arial"/>
        <a:ea typeface="Arial"/>
        <a:cs typeface="Arial"/>
        <a:sym typeface="Arial"/>
      </a:defRPr>
    </a:lvl6pPr>
    <a:lvl7pPr>
      <a:defRPr>
        <a:latin typeface="Arial"/>
        <a:ea typeface="Arial"/>
        <a:cs typeface="Arial"/>
        <a:sym typeface="Arial"/>
      </a:defRPr>
    </a:lvl7pPr>
    <a:lvl8pPr>
      <a:defRPr>
        <a:latin typeface="Arial"/>
        <a:ea typeface="Arial"/>
        <a:cs typeface="Arial"/>
        <a:sym typeface="Arial"/>
      </a:defRPr>
    </a:lvl8pPr>
    <a:lvl9pPr>
      <a:defRPr>
        <a:latin typeface="Arial"/>
        <a:ea typeface="Arial"/>
        <a:cs typeface="Arial"/>
        <a:sym typeface="Arial"/>
      </a:defRPr>
    </a:lvl9pPr>
  </p:defaultTextStyle>
  <p:extLst>
    <p:ext uri="{EFAFB233-063F-42B5-8137-9DF3F51BA10A}">
      <p15:sldGuideLst xmlns:p15="http://schemas.microsoft.com/office/powerpoint/2012/main">
        <p15:guide id="1" orient="horz" pos="768" userDrawn="1">
          <p15:clr>
            <a:srgbClr val="A4A3A4"/>
          </p15:clr>
        </p15:guide>
        <p15:guide id="2" pos="336" userDrawn="1">
          <p15:clr>
            <a:srgbClr val="A4A3A4"/>
          </p15:clr>
        </p15:guide>
        <p15:guide id="3" orient="horz" pos="41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ric Bergman" initials="EB" lastIdx="2" clrIdx="0">
    <p:extLst>
      <p:ext uri="{19B8F6BF-5375-455C-9EA6-DF929625EA0E}">
        <p15:presenceInfo xmlns:p15="http://schemas.microsoft.com/office/powerpoint/2012/main" userId="9ca5c043083c1fb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AEF"/>
    <a:srgbClr val="0081DD"/>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2504DA-9E9C-1B4D-8EBC-05F5642F4169}" v="28" dt="2023-11-02T22:08:00.966"/>
  </p1510:revLst>
</p1510:revInfo>
</file>

<file path=ppt/tableStyles.xml><?xml version="1.0" encoding="utf-8"?>
<a:tblStyleLst xmlns:a="http://schemas.openxmlformats.org/drawingml/2006/main" def="{5940675A-B579-460E-94D1-54222C63F5DA}">
  <a:tblStyle styleId="{4C3C2611-4C71-4FC5-86AE-919BDF0F9419}"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4DFE3"/>
          </a:solidFill>
        </a:fill>
      </a:tcStyle>
    </a:wholeTbl>
    <a:band2H>
      <a:tcTxStyle/>
      <a:tcStyle>
        <a:tcBdr/>
        <a:fill>
          <a:solidFill>
            <a:srgbClr val="EAF0F2"/>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6EA0B0"/>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6EA0B0"/>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6EA0B0"/>
          </a:solidFill>
        </a:fill>
      </a:tcStyle>
    </a:firstRow>
  </a:tblStyle>
  <a:tblStyle styleId="{C7B018BB-80A7-4F77-B60F-C8B233D01FF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Row>
  </a:tblStyle>
  <a:tblStyle styleId="{EEE7283C-3CF3-47DC-8721-378D4A62B22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6DFCA"/>
          </a:solidFill>
        </a:fill>
      </a:tcStyle>
    </a:wholeTbl>
    <a:band2H>
      <a:tcTxStyle/>
      <a:tcStyle>
        <a:tcBdr/>
        <a:fill>
          <a:solidFill>
            <a:srgbClr val="F3EFE6"/>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99F09"/>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99F09"/>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99F09"/>
          </a:solidFill>
        </a:fill>
      </a:tcStyle>
    </a:firstRow>
  </a:tblStyle>
  <a:tblStyle styleId="{CF821DB8-F4EB-4A41-A1BA-3FCAFE7338EE}" styleName="">
    <a:tblBg/>
    <a:wholeTbl>
      <a:tcTxStyle b="on" i="on">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EA0B0"/>
          </a:solidFill>
        </a:fill>
      </a:tcStyle>
    </a:firstCol>
    <a:lastRow>
      <a:tcTxStyle b="on" i="on">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6EA0B0"/>
          </a:solidFill>
        </a:fill>
      </a:tcStyle>
    </a:firstRow>
  </a:tblStyle>
  <a:tblStyle styleId="{33BA23B1-9221-436E-865A-0063620EA4FD}"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12" autoAdjust="0"/>
    <p:restoredTop sz="79583" autoAdjust="0"/>
  </p:normalViewPr>
  <p:slideViewPr>
    <p:cSldViewPr showGuides="1">
      <p:cViewPr varScale="1">
        <p:scale>
          <a:sx n="175" d="100"/>
          <a:sy n="175" d="100"/>
        </p:scale>
        <p:origin x="2992" y="168"/>
      </p:cViewPr>
      <p:guideLst>
        <p:guide orient="horz" pos="768"/>
        <p:guide pos="336"/>
        <p:guide orient="horz" pos="4176"/>
      </p:guideLst>
    </p:cSldViewPr>
  </p:slideViewPr>
  <p:outlineViewPr>
    <p:cViewPr>
      <p:scale>
        <a:sx n="33" d="100"/>
        <a:sy n="33" d="100"/>
      </p:scale>
      <p:origin x="0" y="-2368"/>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i Durrani" userId="45205e84-0712-4dc9-bb96-ac9d5a682d17" providerId="ADAL" clId="{FD17FD8E-E06A-8D42-A1A8-06F886706C83}"/>
    <pc:docChg chg="undo custSel modSld">
      <pc:chgData name="Sami Durrani" userId="45205e84-0712-4dc9-bb96-ac9d5a682d17" providerId="ADAL" clId="{FD17FD8E-E06A-8D42-A1A8-06F886706C83}" dt="2023-11-02T01:07:20.042" v="187" actId="20577"/>
      <pc:docMkLst>
        <pc:docMk/>
      </pc:docMkLst>
      <pc:sldChg chg="modSp mod">
        <pc:chgData name="Sami Durrani" userId="45205e84-0712-4dc9-bb96-ac9d5a682d17" providerId="ADAL" clId="{FD17FD8E-E06A-8D42-A1A8-06F886706C83}" dt="2023-11-02T00:45:48.027" v="92" actId="1076"/>
        <pc:sldMkLst>
          <pc:docMk/>
          <pc:sldMk cId="0" sldId="256"/>
        </pc:sldMkLst>
        <pc:picChg chg="mod">
          <ac:chgData name="Sami Durrani" userId="45205e84-0712-4dc9-bb96-ac9d5a682d17" providerId="ADAL" clId="{FD17FD8E-E06A-8D42-A1A8-06F886706C83}" dt="2023-11-02T00:45:48.027" v="92" actId="1076"/>
          <ac:picMkLst>
            <pc:docMk/>
            <pc:sldMk cId="0" sldId="256"/>
            <ac:picMk id="65" creationId="{00000000-0000-0000-0000-000000000000}"/>
          </ac:picMkLst>
        </pc:picChg>
      </pc:sldChg>
      <pc:sldChg chg="addSp modSp mod modNotesTx">
        <pc:chgData name="Sami Durrani" userId="45205e84-0712-4dc9-bb96-ac9d5a682d17" providerId="ADAL" clId="{FD17FD8E-E06A-8D42-A1A8-06F886706C83}" dt="2023-11-02T00:51:31.895" v="110" actId="1076"/>
        <pc:sldMkLst>
          <pc:docMk/>
          <pc:sldMk cId="2459242224" sldId="257"/>
        </pc:sldMkLst>
        <pc:spChg chg="mod">
          <ac:chgData name="Sami Durrani" userId="45205e84-0712-4dc9-bb96-ac9d5a682d17" providerId="ADAL" clId="{FD17FD8E-E06A-8D42-A1A8-06F886706C83}" dt="2023-11-02T00:51:13.925" v="106" actId="21"/>
          <ac:spMkLst>
            <pc:docMk/>
            <pc:sldMk cId="2459242224" sldId="257"/>
            <ac:spMk id="4" creationId="{BB9A66A8-A4FE-A5FF-ECBD-1B2CAC8FEAF8}"/>
          </ac:spMkLst>
        </pc:spChg>
        <pc:spChg chg="add mod">
          <ac:chgData name="Sami Durrani" userId="45205e84-0712-4dc9-bb96-ac9d5a682d17" providerId="ADAL" clId="{FD17FD8E-E06A-8D42-A1A8-06F886706C83}" dt="2023-11-02T00:51:31.895" v="110" actId="1076"/>
          <ac:spMkLst>
            <pc:docMk/>
            <pc:sldMk cId="2459242224" sldId="257"/>
            <ac:spMk id="8" creationId="{2237B048-B4B2-FF2C-6B65-45F74C5CCE4F}"/>
          </ac:spMkLst>
        </pc:spChg>
        <pc:picChg chg="add mod">
          <ac:chgData name="Sami Durrani" userId="45205e84-0712-4dc9-bb96-ac9d5a682d17" providerId="ADAL" clId="{FD17FD8E-E06A-8D42-A1A8-06F886706C83}" dt="2023-11-02T00:51:26.632" v="109" actId="1076"/>
          <ac:picMkLst>
            <pc:docMk/>
            <pc:sldMk cId="2459242224" sldId="257"/>
            <ac:picMk id="6" creationId="{A61E397B-FA85-1FEE-C171-780BF4FAE78E}"/>
          </ac:picMkLst>
        </pc:picChg>
      </pc:sldChg>
      <pc:sldChg chg="modSp">
        <pc:chgData name="Sami Durrani" userId="45205e84-0712-4dc9-bb96-ac9d5a682d17" providerId="ADAL" clId="{FD17FD8E-E06A-8D42-A1A8-06F886706C83}" dt="2023-11-02T00:54:37.440" v="120" actId="14826"/>
        <pc:sldMkLst>
          <pc:docMk/>
          <pc:sldMk cId="0" sldId="313"/>
        </pc:sldMkLst>
        <pc:picChg chg="mod">
          <ac:chgData name="Sami Durrani" userId="45205e84-0712-4dc9-bb96-ac9d5a682d17" providerId="ADAL" clId="{FD17FD8E-E06A-8D42-A1A8-06F886706C83}" dt="2023-11-02T00:54:37.440" v="120" actId="14826"/>
          <ac:picMkLst>
            <pc:docMk/>
            <pc:sldMk cId="0" sldId="313"/>
            <ac:picMk id="41988" creationId="{E100979E-2EA0-6FBA-6C25-4689D4275BEA}"/>
          </ac:picMkLst>
        </pc:picChg>
      </pc:sldChg>
      <pc:sldChg chg="modSp mod">
        <pc:chgData name="Sami Durrani" userId="45205e84-0712-4dc9-bb96-ac9d5a682d17" providerId="ADAL" clId="{FD17FD8E-E06A-8D42-A1A8-06F886706C83}" dt="2023-11-02T00:41:54.014" v="29" actId="27636"/>
        <pc:sldMkLst>
          <pc:docMk/>
          <pc:sldMk cId="0" sldId="1062"/>
        </pc:sldMkLst>
        <pc:spChg chg="mod">
          <ac:chgData name="Sami Durrani" userId="45205e84-0712-4dc9-bb96-ac9d5a682d17" providerId="ADAL" clId="{FD17FD8E-E06A-8D42-A1A8-06F886706C83}" dt="2023-11-02T00:41:54.014" v="29" actId="27636"/>
          <ac:spMkLst>
            <pc:docMk/>
            <pc:sldMk cId="0" sldId="1062"/>
            <ac:spMk id="81922" creationId="{A567C12A-0FA7-8007-7E5A-6C8955200A31}"/>
          </ac:spMkLst>
        </pc:spChg>
      </pc:sldChg>
      <pc:sldChg chg="modSp mod">
        <pc:chgData name="Sami Durrani" userId="45205e84-0712-4dc9-bb96-ac9d5a682d17" providerId="ADAL" clId="{FD17FD8E-E06A-8D42-A1A8-06F886706C83}" dt="2023-11-02T00:53:23.576" v="119" actId="20577"/>
        <pc:sldMkLst>
          <pc:docMk/>
          <pc:sldMk cId="2242577000" sldId="1094"/>
        </pc:sldMkLst>
        <pc:spChg chg="mod">
          <ac:chgData name="Sami Durrani" userId="45205e84-0712-4dc9-bb96-ac9d5a682d17" providerId="ADAL" clId="{FD17FD8E-E06A-8D42-A1A8-06F886706C83}" dt="2023-11-02T00:53:23.576" v="119" actId="20577"/>
          <ac:spMkLst>
            <pc:docMk/>
            <pc:sldMk cId="2242577000" sldId="1094"/>
            <ac:spMk id="3" creationId="{4AA10965-C174-EE32-04CD-937E505CE21C}"/>
          </ac:spMkLst>
        </pc:spChg>
        <pc:spChg chg="mod">
          <ac:chgData name="Sami Durrani" userId="45205e84-0712-4dc9-bb96-ac9d5a682d17" providerId="ADAL" clId="{FD17FD8E-E06A-8D42-A1A8-06F886706C83}" dt="2023-11-02T00:52:57.815" v="117" actId="14100"/>
          <ac:spMkLst>
            <pc:docMk/>
            <pc:sldMk cId="2242577000" sldId="1094"/>
            <ac:spMk id="5" creationId="{DFE374C6-21C3-6E1B-EF96-9708E25661FD}"/>
          </ac:spMkLst>
        </pc:spChg>
        <pc:spChg chg="mod">
          <ac:chgData name="Sami Durrani" userId="45205e84-0712-4dc9-bb96-ac9d5a682d17" providerId="ADAL" clId="{FD17FD8E-E06A-8D42-A1A8-06F886706C83}" dt="2023-11-02T00:51:55.065" v="112" actId="14100"/>
          <ac:spMkLst>
            <pc:docMk/>
            <pc:sldMk cId="2242577000" sldId="1094"/>
            <ac:spMk id="8" creationId="{72F70D5B-CFFE-2ED8-0A88-7DBA23B66CCF}"/>
          </ac:spMkLst>
        </pc:spChg>
      </pc:sldChg>
      <pc:sldChg chg="modSp mod">
        <pc:chgData name="Sami Durrani" userId="45205e84-0712-4dc9-bb96-ac9d5a682d17" providerId="ADAL" clId="{FD17FD8E-E06A-8D42-A1A8-06F886706C83}" dt="2023-11-02T00:41:53.991" v="28" actId="27636"/>
        <pc:sldMkLst>
          <pc:docMk/>
          <pc:sldMk cId="1469047766" sldId="1097"/>
        </pc:sldMkLst>
        <pc:spChg chg="mod">
          <ac:chgData name="Sami Durrani" userId="45205e84-0712-4dc9-bb96-ac9d5a682d17" providerId="ADAL" clId="{FD17FD8E-E06A-8D42-A1A8-06F886706C83}" dt="2023-11-02T00:41:53.991" v="28" actId="27636"/>
          <ac:spMkLst>
            <pc:docMk/>
            <pc:sldMk cId="1469047766" sldId="1097"/>
            <ac:spMk id="81922" creationId="{A567C12A-0FA7-8007-7E5A-6C8955200A31}"/>
          </ac:spMkLst>
        </pc:spChg>
      </pc:sldChg>
      <pc:sldChg chg="modSp mod">
        <pc:chgData name="Sami Durrani" userId="45205e84-0712-4dc9-bb96-ac9d5a682d17" providerId="ADAL" clId="{FD17FD8E-E06A-8D42-A1A8-06F886706C83}" dt="2023-11-02T01:07:20.042" v="187" actId="20577"/>
        <pc:sldMkLst>
          <pc:docMk/>
          <pc:sldMk cId="1638305297" sldId="1098"/>
        </pc:sldMkLst>
        <pc:spChg chg="mod">
          <ac:chgData name="Sami Durrani" userId="45205e84-0712-4dc9-bb96-ac9d5a682d17" providerId="ADAL" clId="{FD17FD8E-E06A-8D42-A1A8-06F886706C83}" dt="2023-11-02T01:07:20.042" v="187" actId="20577"/>
          <ac:spMkLst>
            <pc:docMk/>
            <pc:sldMk cId="1638305297" sldId="1098"/>
            <ac:spMk id="3" creationId="{29AF2714-A655-FCC0-247E-D0757C0397EA}"/>
          </ac:spMkLst>
        </pc:spChg>
      </pc:sldChg>
      <pc:sldChg chg="addSp delSp modSp mod modAnim chgLayout modNotesTx">
        <pc:chgData name="Sami Durrani" userId="45205e84-0712-4dc9-bb96-ac9d5a682d17" providerId="ADAL" clId="{FD17FD8E-E06A-8D42-A1A8-06F886706C83}" dt="2023-11-02T00:44:36.515" v="87"/>
        <pc:sldMkLst>
          <pc:docMk/>
          <pc:sldMk cId="479688928" sldId="1099"/>
        </pc:sldMkLst>
        <pc:spChg chg="mod ord">
          <ac:chgData name="Sami Durrani" userId="45205e84-0712-4dc9-bb96-ac9d5a682d17" providerId="ADAL" clId="{FD17FD8E-E06A-8D42-A1A8-06F886706C83}" dt="2023-11-02T00:38:56.852" v="0" actId="6264"/>
          <ac:spMkLst>
            <pc:docMk/>
            <pc:sldMk cId="479688928" sldId="1099"/>
            <ac:spMk id="2" creationId="{FC9A9604-6130-4372-95E3-337933F09943}"/>
          </ac:spMkLst>
        </pc:spChg>
        <pc:spChg chg="add del mod">
          <ac:chgData name="Sami Durrani" userId="45205e84-0712-4dc9-bb96-ac9d5a682d17" providerId="ADAL" clId="{FD17FD8E-E06A-8D42-A1A8-06F886706C83}" dt="2023-11-02T00:38:56.852" v="0" actId="6264"/>
          <ac:spMkLst>
            <pc:docMk/>
            <pc:sldMk cId="479688928" sldId="1099"/>
            <ac:spMk id="3" creationId="{87775B90-8274-2F6A-9663-1B3564FF83B8}"/>
          </ac:spMkLst>
        </pc:spChg>
        <pc:spChg chg="mod ord">
          <ac:chgData name="Sami Durrani" userId="45205e84-0712-4dc9-bb96-ac9d5a682d17" providerId="ADAL" clId="{FD17FD8E-E06A-8D42-A1A8-06F886706C83}" dt="2023-11-02T00:43:44.512" v="78" actId="20577"/>
          <ac:spMkLst>
            <pc:docMk/>
            <pc:sldMk cId="479688928" sldId="1099"/>
            <ac:spMk id="4" creationId="{83A00960-8EDF-F34A-6F49-EC259C61B957}"/>
          </ac:spMkLst>
        </pc:spChg>
        <pc:spChg chg="add del mod">
          <ac:chgData name="Sami Durrani" userId="45205e84-0712-4dc9-bb96-ac9d5a682d17" providerId="ADAL" clId="{FD17FD8E-E06A-8D42-A1A8-06F886706C83}" dt="2023-11-02T00:38:56.852" v="0" actId="6264"/>
          <ac:spMkLst>
            <pc:docMk/>
            <pc:sldMk cId="479688928" sldId="1099"/>
            <ac:spMk id="5" creationId="{1BE991A6-E0E6-1D5D-017E-C138728F1B5B}"/>
          </ac:spMkLst>
        </pc:spChg>
        <pc:spChg chg="add del mod ord">
          <ac:chgData name="Sami Durrani" userId="45205e84-0712-4dc9-bb96-ac9d5a682d17" providerId="ADAL" clId="{FD17FD8E-E06A-8D42-A1A8-06F886706C83}" dt="2023-11-02T00:39:00.318" v="1" actId="478"/>
          <ac:spMkLst>
            <pc:docMk/>
            <pc:sldMk cId="479688928" sldId="1099"/>
            <ac:spMk id="7" creationId="{1090FEA9-93A2-A0FF-84C0-41C36E5A727F}"/>
          </ac:spMkLst>
        </pc:spChg>
        <pc:spChg chg="del mod">
          <ac:chgData name="Sami Durrani" userId="45205e84-0712-4dc9-bb96-ac9d5a682d17" providerId="ADAL" clId="{FD17FD8E-E06A-8D42-A1A8-06F886706C83}" dt="2023-11-02T00:44:00.261" v="82"/>
          <ac:spMkLst>
            <pc:docMk/>
            <pc:sldMk cId="479688928" sldId="1099"/>
            <ac:spMk id="9" creationId="{F92A4C14-10C1-9AE3-5C6B-2D4D5EFEE9DE}"/>
          </ac:spMkLst>
        </pc:spChg>
        <pc:graphicFrameChg chg="mod modGraphic">
          <ac:chgData name="Sami Durrani" userId="45205e84-0712-4dc9-bb96-ac9d5a682d17" providerId="ADAL" clId="{FD17FD8E-E06A-8D42-A1A8-06F886706C83}" dt="2023-11-02T00:44:08.422" v="85" actId="1076"/>
          <ac:graphicFrameMkLst>
            <pc:docMk/>
            <pc:sldMk cId="479688928" sldId="1099"/>
            <ac:graphicFrameMk id="6" creationId="{B139EAC0-EABB-4888-F88E-1834EE3DAA6C}"/>
          </ac:graphicFrameMkLst>
        </pc:graphicFrameChg>
        <pc:graphicFrameChg chg="add mod">
          <ac:chgData name="Sami Durrani" userId="45205e84-0712-4dc9-bb96-ac9d5a682d17" providerId="ADAL" clId="{FD17FD8E-E06A-8D42-A1A8-06F886706C83}" dt="2023-11-02T00:44:28.009" v="86" actId="1076"/>
          <ac:graphicFrameMkLst>
            <pc:docMk/>
            <pc:sldMk cId="479688928" sldId="1099"/>
            <ac:graphicFrameMk id="8" creationId="{BD34D1C2-5FFF-DFB8-8F23-C24A67AAE13A}"/>
          </ac:graphicFrameMkLst>
        </pc:graphicFrameChg>
      </pc:sldChg>
      <pc:sldChg chg="addSp delSp modSp mod chgLayout modNotesTx">
        <pc:chgData name="Sami Durrani" userId="45205e84-0712-4dc9-bb96-ac9d5a682d17" providerId="ADAL" clId="{FD17FD8E-E06A-8D42-A1A8-06F886706C83}" dt="2023-11-02T00:43:04.436" v="61" actId="207"/>
        <pc:sldMkLst>
          <pc:docMk/>
          <pc:sldMk cId="3189207387" sldId="1109"/>
        </pc:sldMkLst>
        <pc:spChg chg="mod ord">
          <ac:chgData name="Sami Durrani" userId="45205e84-0712-4dc9-bb96-ac9d5a682d17" providerId="ADAL" clId="{FD17FD8E-E06A-8D42-A1A8-06F886706C83}" dt="2023-11-02T00:39:04.925" v="3" actId="6264"/>
          <ac:spMkLst>
            <pc:docMk/>
            <pc:sldMk cId="3189207387" sldId="1109"/>
            <ac:spMk id="2" creationId="{FC9A9604-6130-4372-95E3-337933F09943}"/>
          </ac:spMkLst>
        </pc:spChg>
        <pc:spChg chg="del mod ord">
          <ac:chgData name="Sami Durrani" userId="45205e84-0712-4dc9-bb96-ac9d5a682d17" providerId="ADAL" clId="{FD17FD8E-E06A-8D42-A1A8-06F886706C83}" dt="2023-11-02T00:40:34.823" v="17" actId="478"/>
          <ac:spMkLst>
            <pc:docMk/>
            <pc:sldMk cId="3189207387" sldId="1109"/>
            <ac:spMk id="4" creationId="{83A00960-8EDF-F34A-6F49-EC259C61B957}"/>
          </ac:spMkLst>
        </pc:spChg>
        <pc:spChg chg="add del mod">
          <ac:chgData name="Sami Durrani" userId="45205e84-0712-4dc9-bb96-ac9d5a682d17" providerId="ADAL" clId="{FD17FD8E-E06A-8D42-A1A8-06F886706C83}" dt="2023-11-02T00:39:04.283" v="2" actId="6264"/>
          <ac:spMkLst>
            <pc:docMk/>
            <pc:sldMk cId="3189207387" sldId="1109"/>
            <ac:spMk id="6" creationId="{477A4EDF-5090-2932-024D-F03EFA1988C8}"/>
          </ac:spMkLst>
        </pc:spChg>
        <pc:spChg chg="add del mod">
          <ac:chgData name="Sami Durrani" userId="45205e84-0712-4dc9-bb96-ac9d5a682d17" providerId="ADAL" clId="{FD17FD8E-E06A-8D42-A1A8-06F886706C83}" dt="2023-11-02T00:39:04.283" v="2" actId="6264"/>
          <ac:spMkLst>
            <pc:docMk/>
            <pc:sldMk cId="3189207387" sldId="1109"/>
            <ac:spMk id="7" creationId="{D6BAC895-7FC5-C38B-4697-D9DBD59A4DAF}"/>
          </ac:spMkLst>
        </pc:spChg>
        <pc:spChg chg="add del mod ord">
          <ac:chgData name="Sami Durrani" userId="45205e84-0712-4dc9-bb96-ac9d5a682d17" providerId="ADAL" clId="{FD17FD8E-E06A-8D42-A1A8-06F886706C83}" dt="2023-11-02T00:39:04.925" v="3" actId="6264"/>
          <ac:spMkLst>
            <pc:docMk/>
            <pc:sldMk cId="3189207387" sldId="1109"/>
            <ac:spMk id="8" creationId="{56EEF08A-1D19-B069-1F0D-936ADEFEA538}"/>
          </ac:spMkLst>
        </pc:spChg>
        <pc:spChg chg="add del mod">
          <ac:chgData name="Sami Durrani" userId="45205e84-0712-4dc9-bb96-ac9d5a682d17" providerId="ADAL" clId="{FD17FD8E-E06A-8D42-A1A8-06F886706C83}" dt="2023-11-02T00:39:04.925" v="3" actId="6264"/>
          <ac:spMkLst>
            <pc:docMk/>
            <pc:sldMk cId="3189207387" sldId="1109"/>
            <ac:spMk id="9" creationId="{30789C35-C5B2-9C18-3CA0-43DFD8D56E1F}"/>
          </ac:spMkLst>
        </pc:spChg>
        <pc:spChg chg="add del mod">
          <ac:chgData name="Sami Durrani" userId="45205e84-0712-4dc9-bb96-ac9d5a682d17" providerId="ADAL" clId="{FD17FD8E-E06A-8D42-A1A8-06F886706C83}" dt="2023-11-02T00:39:04.925" v="3" actId="6264"/>
          <ac:spMkLst>
            <pc:docMk/>
            <pc:sldMk cId="3189207387" sldId="1109"/>
            <ac:spMk id="10" creationId="{60BDC4C4-F2B1-FEE2-2077-6D3771C758D8}"/>
          </ac:spMkLst>
        </pc:spChg>
        <pc:spChg chg="add del mod ord">
          <ac:chgData name="Sami Durrani" userId="45205e84-0712-4dc9-bb96-ac9d5a682d17" providerId="ADAL" clId="{FD17FD8E-E06A-8D42-A1A8-06F886706C83}" dt="2023-11-02T00:39:11.417" v="4" actId="478"/>
          <ac:spMkLst>
            <pc:docMk/>
            <pc:sldMk cId="3189207387" sldId="1109"/>
            <ac:spMk id="11" creationId="{6E225F2F-1976-4EE0-EB6D-8FC118B7C331}"/>
          </ac:spMkLst>
        </pc:spChg>
        <pc:graphicFrameChg chg="del mod">
          <ac:chgData name="Sami Durrani" userId="45205e84-0712-4dc9-bb96-ac9d5a682d17" providerId="ADAL" clId="{FD17FD8E-E06A-8D42-A1A8-06F886706C83}" dt="2023-11-02T00:41:03.018" v="20" actId="478"/>
          <ac:graphicFrameMkLst>
            <pc:docMk/>
            <pc:sldMk cId="3189207387" sldId="1109"/>
            <ac:graphicFrameMk id="3" creationId="{3BF7372E-89A6-9968-059F-61B57F5125B9}"/>
          </ac:graphicFrameMkLst>
        </pc:graphicFrameChg>
        <pc:graphicFrameChg chg="add del mod modGraphic">
          <ac:chgData name="Sami Durrani" userId="45205e84-0712-4dc9-bb96-ac9d5a682d17" providerId="ADAL" clId="{FD17FD8E-E06A-8D42-A1A8-06F886706C83}" dt="2023-11-02T00:42:47.468" v="57" actId="478"/>
          <ac:graphicFrameMkLst>
            <pc:docMk/>
            <pc:sldMk cId="3189207387" sldId="1109"/>
            <ac:graphicFrameMk id="5" creationId="{3F490479-7FF6-AC07-249F-23590DFFFEB4}"/>
          </ac:graphicFrameMkLst>
        </pc:graphicFrameChg>
        <pc:graphicFrameChg chg="add mod modGraphic">
          <ac:chgData name="Sami Durrani" userId="45205e84-0712-4dc9-bb96-ac9d5a682d17" providerId="ADAL" clId="{FD17FD8E-E06A-8D42-A1A8-06F886706C83}" dt="2023-11-02T00:43:04.436" v="61" actId="207"/>
          <ac:graphicFrameMkLst>
            <pc:docMk/>
            <pc:sldMk cId="3189207387" sldId="1109"/>
            <ac:graphicFrameMk id="12" creationId="{18A14DB7-2680-1660-9F9C-6F286956CAFB}"/>
          </ac:graphicFrameMkLst>
        </pc:graphicFrameChg>
      </pc:sldChg>
    </pc:docChg>
  </pc:docChgLst>
  <pc:docChgLst>
    <pc:chgData name="Sami Durrani" userId="45205e84-0712-4dc9-bb96-ac9d5a682d17" providerId="ADAL" clId="{AF2504DA-9E9C-1B4D-8EBC-05F5642F4169}"/>
    <pc:docChg chg="delSld modSld">
      <pc:chgData name="Sami Durrani" userId="45205e84-0712-4dc9-bb96-ac9d5a682d17" providerId="ADAL" clId="{AF2504DA-9E9C-1B4D-8EBC-05F5642F4169}" dt="2023-11-03T01:33:52.861" v="79" actId="20577"/>
      <pc:docMkLst>
        <pc:docMk/>
      </pc:docMkLst>
      <pc:sldChg chg="modTransition">
        <pc:chgData name="Sami Durrani" userId="45205e84-0712-4dc9-bb96-ac9d5a682d17" providerId="ADAL" clId="{AF2504DA-9E9C-1B4D-8EBC-05F5642F4169}" dt="2023-11-02T21:59:39.783" v="0"/>
        <pc:sldMkLst>
          <pc:docMk/>
          <pc:sldMk cId="0" sldId="256"/>
        </pc:sldMkLst>
      </pc:sldChg>
      <pc:sldChg chg="modTransition">
        <pc:chgData name="Sami Durrani" userId="45205e84-0712-4dc9-bb96-ac9d5a682d17" providerId="ADAL" clId="{AF2504DA-9E9C-1B4D-8EBC-05F5642F4169}" dt="2023-11-02T21:59:39.783" v="0"/>
        <pc:sldMkLst>
          <pc:docMk/>
          <pc:sldMk cId="2459242224" sldId="257"/>
        </pc:sldMkLst>
      </pc:sldChg>
      <pc:sldChg chg="modTransition">
        <pc:chgData name="Sami Durrani" userId="45205e84-0712-4dc9-bb96-ac9d5a682d17" providerId="ADAL" clId="{AF2504DA-9E9C-1B4D-8EBC-05F5642F4169}" dt="2023-11-02T21:59:39.783" v="0"/>
        <pc:sldMkLst>
          <pc:docMk/>
          <pc:sldMk cId="0" sldId="313"/>
        </pc:sldMkLst>
      </pc:sldChg>
      <pc:sldChg chg="modTransition">
        <pc:chgData name="Sami Durrani" userId="45205e84-0712-4dc9-bb96-ac9d5a682d17" providerId="ADAL" clId="{AF2504DA-9E9C-1B4D-8EBC-05F5642F4169}" dt="2023-11-02T21:59:39.783" v="0"/>
        <pc:sldMkLst>
          <pc:docMk/>
          <pc:sldMk cId="2235654872" sldId="750"/>
        </pc:sldMkLst>
      </pc:sldChg>
      <pc:sldChg chg="modSp mod modTransition modAnim">
        <pc:chgData name="Sami Durrani" userId="45205e84-0712-4dc9-bb96-ac9d5a682d17" providerId="ADAL" clId="{AF2504DA-9E9C-1B4D-8EBC-05F5642F4169}" dt="2023-11-02T22:08:00.966" v="35"/>
        <pc:sldMkLst>
          <pc:docMk/>
          <pc:sldMk cId="0" sldId="908"/>
        </pc:sldMkLst>
        <pc:spChg chg="mod">
          <ac:chgData name="Sami Durrani" userId="45205e84-0712-4dc9-bb96-ac9d5a682d17" providerId="ADAL" clId="{AF2504DA-9E9C-1B4D-8EBC-05F5642F4169}" dt="2023-11-02T22:01:04.891" v="9" actId="1076"/>
          <ac:spMkLst>
            <pc:docMk/>
            <pc:sldMk cId="0" sldId="908"/>
            <ac:spMk id="17" creationId="{5F8E8128-58C7-5FD8-B40B-F1BE709FCFE4}"/>
          </ac:spMkLst>
        </pc:spChg>
      </pc:sldChg>
      <pc:sldChg chg="modTransition">
        <pc:chgData name="Sami Durrani" userId="45205e84-0712-4dc9-bb96-ac9d5a682d17" providerId="ADAL" clId="{AF2504DA-9E9C-1B4D-8EBC-05F5642F4169}" dt="2023-11-02T21:59:39.783" v="0"/>
        <pc:sldMkLst>
          <pc:docMk/>
          <pc:sldMk cId="2109487179" sldId="1017"/>
        </pc:sldMkLst>
      </pc:sldChg>
      <pc:sldChg chg="modSp modTransition modAnim">
        <pc:chgData name="Sami Durrani" userId="45205e84-0712-4dc9-bb96-ac9d5a682d17" providerId="ADAL" clId="{AF2504DA-9E9C-1B4D-8EBC-05F5642F4169}" dt="2023-11-02T22:03:11.717" v="16"/>
        <pc:sldMkLst>
          <pc:docMk/>
          <pc:sldMk cId="0" sldId="1062"/>
        </pc:sldMkLst>
        <pc:graphicFrameChg chg="mod">
          <ac:chgData name="Sami Durrani" userId="45205e84-0712-4dc9-bb96-ac9d5a682d17" providerId="ADAL" clId="{AF2504DA-9E9C-1B4D-8EBC-05F5642F4169}" dt="2023-11-02T22:02:24.561" v="14" actId="12094"/>
          <ac:graphicFrameMkLst>
            <pc:docMk/>
            <pc:sldMk cId="0" sldId="1062"/>
            <ac:graphicFrameMk id="81926" creationId="{65800040-9764-AFE6-7B4E-3C45997A61E8}"/>
          </ac:graphicFrameMkLst>
        </pc:graphicFrameChg>
      </pc:sldChg>
      <pc:sldChg chg="modTransition">
        <pc:chgData name="Sami Durrani" userId="45205e84-0712-4dc9-bb96-ac9d5a682d17" providerId="ADAL" clId="{AF2504DA-9E9C-1B4D-8EBC-05F5642F4169}" dt="2023-11-02T21:59:39.783" v="0"/>
        <pc:sldMkLst>
          <pc:docMk/>
          <pc:sldMk cId="1660394688" sldId="1067"/>
        </pc:sldMkLst>
      </pc:sldChg>
      <pc:sldChg chg="modTransition">
        <pc:chgData name="Sami Durrani" userId="45205e84-0712-4dc9-bb96-ac9d5a682d17" providerId="ADAL" clId="{AF2504DA-9E9C-1B4D-8EBC-05F5642F4169}" dt="2023-11-02T21:59:39.783" v="0"/>
        <pc:sldMkLst>
          <pc:docMk/>
          <pc:sldMk cId="3434125635" sldId="1068"/>
        </pc:sldMkLst>
      </pc:sldChg>
      <pc:sldChg chg="modTransition">
        <pc:chgData name="Sami Durrani" userId="45205e84-0712-4dc9-bb96-ac9d5a682d17" providerId="ADAL" clId="{AF2504DA-9E9C-1B4D-8EBC-05F5642F4169}" dt="2023-11-02T21:59:39.783" v="0"/>
        <pc:sldMkLst>
          <pc:docMk/>
          <pc:sldMk cId="1393516508" sldId="1069"/>
        </pc:sldMkLst>
      </pc:sldChg>
      <pc:sldChg chg="modTransition">
        <pc:chgData name="Sami Durrani" userId="45205e84-0712-4dc9-bb96-ac9d5a682d17" providerId="ADAL" clId="{AF2504DA-9E9C-1B4D-8EBC-05F5642F4169}" dt="2023-11-02T21:59:39.783" v="0"/>
        <pc:sldMkLst>
          <pc:docMk/>
          <pc:sldMk cId="3245444825" sldId="1070"/>
        </pc:sldMkLst>
      </pc:sldChg>
      <pc:sldChg chg="modTransition">
        <pc:chgData name="Sami Durrani" userId="45205e84-0712-4dc9-bb96-ac9d5a682d17" providerId="ADAL" clId="{AF2504DA-9E9C-1B4D-8EBC-05F5642F4169}" dt="2023-11-02T21:59:39.783" v="0"/>
        <pc:sldMkLst>
          <pc:docMk/>
          <pc:sldMk cId="3388462019" sldId="1071"/>
        </pc:sldMkLst>
      </pc:sldChg>
      <pc:sldChg chg="modTransition">
        <pc:chgData name="Sami Durrani" userId="45205e84-0712-4dc9-bb96-ac9d5a682d17" providerId="ADAL" clId="{AF2504DA-9E9C-1B4D-8EBC-05F5642F4169}" dt="2023-11-02T21:59:39.783" v="0"/>
        <pc:sldMkLst>
          <pc:docMk/>
          <pc:sldMk cId="3601893223" sldId="1072"/>
        </pc:sldMkLst>
      </pc:sldChg>
      <pc:sldChg chg="modTransition">
        <pc:chgData name="Sami Durrani" userId="45205e84-0712-4dc9-bb96-ac9d5a682d17" providerId="ADAL" clId="{AF2504DA-9E9C-1B4D-8EBC-05F5642F4169}" dt="2023-11-02T21:59:39.783" v="0"/>
        <pc:sldMkLst>
          <pc:docMk/>
          <pc:sldMk cId="1229535774" sldId="1074"/>
        </pc:sldMkLst>
      </pc:sldChg>
      <pc:sldChg chg="modTransition">
        <pc:chgData name="Sami Durrani" userId="45205e84-0712-4dc9-bb96-ac9d5a682d17" providerId="ADAL" clId="{AF2504DA-9E9C-1B4D-8EBC-05F5642F4169}" dt="2023-11-02T21:59:39.783" v="0"/>
        <pc:sldMkLst>
          <pc:docMk/>
          <pc:sldMk cId="25831349" sldId="1075"/>
        </pc:sldMkLst>
      </pc:sldChg>
      <pc:sldChg chg="modSp mod modTransition">
        <pc:chgData name="Sami Durrani" userId="45205e84-0712-4dc9-bb96-ac9d5a682d17" providerId="ADAL" clId="{AF2504DA-9E9C-1B4D-8EBC-05F5642F4169}" dt="2023-11-03T00:23:21.678" v="40" actId="20577"/>
        <pc:sldMkLst>
          <pc:docMk/>
          <pc:sldMk cId="3360517939" sldId="1076"/>
        </pc:sldMkLst>
        <pc:spChg chg="mod">
          <ac:chgData name="Sami Durrani" userId="45205e84-0712-4dc9-bb96-ac9d5a682d17" providerId="ADAL" clId="{AF2504DA-9E9C-1B4D-8EBC-05F5642F4169}" dt="2023-11-03T00:23:21.678" v="40" actId="20577"/>
          <ac:spMkLst>
            <pc:docMk/>
            <pc:sldMk cId="3360517939" sldId="1076"/>
            <ac:spMk id="3" creationId="{B5F50A80-8013-607A-D4F9-47C74182FA04}"/>
          </ac:spMkLst>
        </pc:spChg>
      </pc:sldChg>
      <pc:sldChg chg="modTransition modAnim">
        <pc:chgData name="Sami Durrani" userId="45205e84-0712-4dc9-bb96-ac9d5a682d17" providerId="ADAL" clId="{AF2504DA-9E9C-1B4D-8EBC-05F5642F4169}" dt="2023-11-02T22:03:51.032" v="24"/>
        <pc:sldMkLst>
          <pc:docMk/>
          <pc:sldMk cId="1558231112" sldId="1077"/>
        </pc:sldMkLst>
      </pc:sldChg>
      <pc:sldChg chg="modTransition">
        <pc:chgData name="Sami Durrani" userId="45205e84-0712-4dc9-bb96-ac9d5a682d17" providerId="ADAL" clId="{AF2504DA-9E9C-1B4D-8EBC-05F5642F4169}" dt="2023-11-02T21:59:39.783" v="0"/>
        <pc:sldMkLst>
          <pc:docMk/>
          <pc:sldMk cId="4077123739" sldId="1078"/>
        </pc:sldMkLst>
      </pc:sldChg>
      <pc:sldChg chg="modTransition">
        <pc:chgData name="Sami Durrani" userId="45205e84-0712-4dc9-bb96-ac9d5a682d17" providerId="ADAL" clId="{AF2504DA-9E9C-1B4D-8EBC-05F5642F4169}" dt="2023-11-02T21:59:39.783" v="0"/>
        <pc:sldMkLst>
          <pc:docMk/>
          <pc:sldMk cId="1724969846" sldId="1079"/>
        </pc:sldMkLst>
      </pc:sldChg>
      <pc:sldChg chg="modTransition">
        <pc:chgData name="Sami Durrani" userId="45205e84-0712-4dc9-bb96-ac9d5a682d17" providerId="ADAL" clId="{AF2504DA-9E9C-1B4D-8EBC-05F5642F4169}" dt="2023-11-02T21:59:39.783" v="0"/>
        <pc:sldMkLst>
          <pc:docMk/>
          <pc:sldMk cId="2995792389" sldId="1080"/>
        </pc:sldMkLst>
      </pc:sldChg>
      <pc:sldChg chg="modSp mod modTransition">
        <pc:chgData name="Sami Durrani" userId="45205e84-0712-4dc9-bb96-ac9d5a682d17" providerId="ADAL" clId="{AF2504DA-9E9C-1B4D-8EBC-05F5642F4169}" dt="2023-11-02T22:05:01.054" v="29" actId="20577"/>
        <pc:sldMkLst>
          <pc:docMk/>
          <pc:sldMk cId="131098000" sldId="1081"/>
        </pc:sldMkLst>
        <pc:spChg chg="mod">
          <ac:chgData name="Sami Durrani" userId="45205e84-0712-4dc9-bb96-ac9d5a682d17" providerId="ADAL" clId="{AF2504DA-9E9C-1B4D-8EBC-05F5642F4169}" dt="2023-11-02T22:05:01.054" v="29" actId="20577"/>
          <ac:spMkLst>
            <pc:docMk/>
            <pc:sldMk cId="131098000" sldId="1081"/>
            <ac:spMk id="3" creationId="{743204A6-03ED-0DDC-D7C3-9F35C24A8BEC}"/>
          </ac:spMkLst>
        </pc:spChg>
      </pc:sldChg>
      <pc:sldChg chg="modSp mod modTransition">
        <pc:chgData name="Sami Durrani" userId="45205e84-0712-4dc9-bb96-ac9d5a682d17" providerId="ADAL" clId="{AF2504DA-9E9C-1B4D-8EBC-05F5642F4169}" dt="2023-11-03T01:33:52.861" v="79" actId="20577"/>
        <pc:sldMkLst>
          <pc:docMk/>
          <pc:sldMk cId="139538062" sldId="1082"/>
        </pc:sldMkLst>
        <pc:spChg chg="mod">
          <ac:chgData name="Sami Durrani" userId="45205e84-0712-4dc9-bb96-ac9d5a682d17" providerId="ADAL" clId="{AF2504DA-9E9C-1B4D-8EBC-05F5642F4169}" dt="2023-11-03T01:33:52.861" v="79" actId="20577"/>
          <ac:spMkLst>
            <pc:docMk/>
            <pc:sldMk cId="139538062" sldId="1082"/>
            <ac:spMk id="3" creationId="{29AF2714-A655-FCC0-247E-D0757C0397EA}"/>
          </ac:spMkLst>
        </pc:spChg>
      </pc:sldChg>
      <pc:sldChg chg="modSp mod modTransition">
        <pc:chgData name="Sami Durrani" userId="45205e84-0712-4dc9-bb96-ac9d5a682d17" providerId="ADAL" clId="{AF2504DA-9E9C-1B4D-8EBC-05F5642F4169}" dt="2023-11-02T22:18:34.087" v="39" actId="5793"/>
        <pc:sldMkLst>
          <pc:docMk/>
          <pc:sldMk cId="2289766806" sldId="1083"/>
        </pc:sldMkLst>
        <pc:spChg chg="mod">
          <ac:chgData name="Sami Durrani" userId="45205e84-0712-4dc9-bb96-ac9d5a682d17" providerId="ADAL" clId="{AF2504DA-9E9C-1B4D-8EBC-05F5642F4169}" dt="2023-11-02T22:18:34.087" v="39" actId="5793"/>
          <ac:spMkLst>
            <pc:docMk/>
            <pc:sldMk cId="2289766806" sldId="1083"/>
            <ac:spMk id="3" creationId="{29AF2714-A655-FCC0-247E-D0757C0397EA}"/>
          </ac:spMkLst>
        </pc:spChg>
      </pc:sldChg>
      <pc:sldChg chg="modTransition">
        <pc:chgData name="Sami Durrani" userId="45205e84-0712-4dc9-bb96-ac9d5a682d17" providerId="ADAL" clId="{AF2504DA-9E9C-1B4D-8EBC-05F5642F4169}" dt="2023-11-02T21:59:39.783" v="0"/>
        <pc:sldMkLst>
          <pc:docMk/>
          <pc:sldMk cId="943475586" sldId="1084"/>
        </pc:sldMkLst>
      </pc:sldChg>
      <pc:sldChg chg="modTransition modAnim">
        <pc:chgData name="Sami Durrani" userId="45205e84-0712-4dc9-bb96-ac9d5a682d17" providerId="ADAL" clId="{AF2504DA-9E9C-1B4D-8EBC-05F5642F4169}" dt="2023-11-02T22:06:16.089" v="30"/>
        <pc:sldMkLst>
          <pc:docMk/>
          <pc:sldMk cId="2242577000" sldId="1094"/>
        </pc:sldMkLst>
      </pc:sldChg>
      <pc:sldChg chg="modTransition">
        <pc:chgData name="Sami Durrani" userId="45205e84-0712-4dc9-bb96-ac9d5a682d17" providerId="ADAL" clId="{AF2504DA-9E9C-1B4D-8EBC-05F5642F4169}" dt="2023-11-02T21:59:39.783" v="0"/>
        <pc:sldMkLst>
          <pc:docMk/>
          <pc:sldMk cId="2931946131" sldId="1095"/>
        </pc:sldMkLst>
      </pc:sldChg>
      <pc:sldChg chg="modTransition">
        <pc:chgData name="Sami Durrani" userId="45205e84-0712-4dc9-bb96-ac9d5a682d17" providerId="ADAL" clId="{AF2504DA-9E9C-1B4D-8EBC-05F5642F4169}" dt="2023-11-02T21:59:39.783" v="0"/>
        <pc:sldMkLst>
          <pc:docMk/>
          <pc:sldMk cId="1469047766" sldId="1097"/>
        </pc:sldMkLst>
      </pc:sldChg>
      <pc:sldChg chg="modTransition">
        <pc:chgData name="Sami Durrani" userId="45205e84-0712-4dc9-bb96-ac9d5a682d17" providerId="ADAL" clId="{AF2504DA-9E9C-1B4D-8EBC-05F5642F4169}" dt="2023-11-02T21:59:39.783" v="0"/>
        <pc:sldMkLst>
          <pc:docMk/>
          <pc:sldMk cId="1638305297" sldId="1098"/>
        </pc:sldMkLst>
      </pc:sldChg>
      <pc:sldChg chg="modTransition">
        <pc:chgData name="Sami Durrani" userId="45205e84-0712-4dc9-bb96-ac9d5a682d17" providerId="ADAL" clId="{AF2504DA-9E9C-1B4D-8EBC-05F5642F4169}" dt="2023-11-02T21:59:39.783" v="0"/>
        <pc:sldMkLst>
          <pc:docMk/>
          <pc:sldMk cId="479688928" sldId="1099"/>
        </pc:sldMkLst>
      </pc:sldChg>
      <pc:sldChg chg="modTransition">
        <pc:chgData name="Sami Durrani" userId="45205e84-0712-4dc9-bb96-ac9d5a682d17" providerId="ADAL" clId="{AF2504DA-9E9C-1B4D-8EBC-05F5642F4169}" dt="2023-11-02T21:59:39.783" v="0"/>
        <pc:sldMkLst>
          <pc:docMk/>
          <pc:sldMk cId="3036537522" sldId="1100"/>
        </pc:sldMkLst>
      </pc:sldChg>
      <pc:sldChg chg="modTransition">
        <pc:chgData name="Sami Durrani" userId="45205e84-0712-4dc9-bb96-ac9d5a682d17" providerId="ADAL" clId="{AF2504DA-9E9C-1B4D-8EBC-05F5642F4169}" dt="2023-11-02T21:59:39.783" v="0"/>
        <pc:sldMkLst>
          <pc:docMk/>
          <pc:sldMk cId="2775975953" sldId="1101"/>
        </pc:sldMkLst>
      </pc:sldChg>
      <pc:sldChg chg="modTransition">
        <pc:chgData name="Sami Durrani" userId="45205e84-0712-4dc9-bb96-ac9d5a682d17" providerId="ADAL" clId="{AF2504DA-9E9C-1B4D-8EBC-05F5642F4169}" dt="2023-11-02T21:59:39.783" v="0"/>
        <pc:sldMkLst>
          <pc:docMk/>
          <pc:sldMk cId="777981140" sldId="1102"/>
        </pc:sldMkLst>
      </pc:sldChg>
      <pc:sldChg chg="modTransition">
        <pc:chgData name="Sami Durrani" userId="45205e84-0712-4dc9-bb96-ac9d5a682d17" providerId="ADAL" clId="{AF2504DA-9E9C-1B4D-8EBC-05F5642F4169}" dt="2023-11-02T21:59:39.783" v="0"/>
        <pc:sldMkLst>
          <pc:docMk/>
          <pc:sldMk cId="4203417358" sldId="1103"/>
        </pc:sldMkLst>
      </pc:sldChg>
      <pc:sldChg chg="modTransition">
        <pc:chgData name="Sami Durrani" userId="45205e84-0712-4dc9-bb96-ac9d5a682d17" providerId="ADAL" clId="{AF2504DA-9E9C-1B4D-8EBC-05F5642F4169}" dt="2023-11-02T21:59:39.783" v="0"/>
        <pc:sldMkLst>
          <pc:docMk/>
          <pc:sldMk cId="2476302192" sldId="1104"/>
        </pc:sldMkLst>
      </pc:sldChg>
      <pc:sldChg chg="modTransition">
        <pc:chgData name="Sami Durrani" userId="45205e84-0712-4dc9-bb96-ac9d5a682d17" providerId="ADAL" clId="{AF2504DA-9E9C-1B4D-8EBC-05F5642F4169}" dt="2023-11-02T21:59:39.783" v="0"/>
        <pc:sldMkLst>
          <pc:docMk/>
          <pc:sldMk cId="1042168883" sldId="1105"/>
        </pc:sldMkLst>
      </pc:sldChg>
      <pc:sldChg chg="modTransition">
        <pc:chgData name="Sami Durrani" userId="45205e84-0712-4dc9-bb96-ac9d5a682d17" providerId="ADAL" clId="{AF2504DA-9E9C-1B4D-8EBC-05F5642F4169}" dt="2023-11-02T21:59:39.783" v="0"/>
        <pc:sldMkLst>
          <pc:docMk/>
          <pc:sldMk cId="1234547979" sldId="1106"/>
        </pc:sldMkLst>
      </pc:sldChg>
      <pc:sldChg chg="modTransition">
        <pc:chgData name="Sami Durrani" userId="45205e84-0712-4dc9-bb96-ac9d5a682d17" providerId="ADAL" clId="{AF2504DA-9E9C-1B4D-8EBC-05F5642F4169}" dt="2023-11-02T21:59:39.783" v="0"/>
        <pc:sldMkLst>
          <pc:docMk/>
          <pc:sldMk cId="3643702027" sldId="1107"/>
        </pc:sldMkLst>
      </pc:sldChg>
      <pc:sldChg chg="modTransition">
        <pc:chgData name="Sami Durrani" userId="45205e84-0712-4dc9-bb96-ac9d5a682d17" providerId="ADAL" clId="{AF2504DA-9E9C-1B4D-8EBC-05F5642F4169}" dt="2023-11-02T21:59:39.783" v="0"/>
        <pc:sldMkLst>
          <pc:docMk/>
          <pc:sldMk cId="3171685783" sldId="1108"/>
        </pc:sldMkLst>
      </pc:sldChg>
      <pc:sldChg chg="del modTransition">
        <pc:chgData name="Sami Durrani" userId="45205e84-0712-4dc9-bb96-ac9d5a682d17" providerId="ADAL" clId="{AF2504DA-9E9C-1B4D-8EBC-05F5642F4169}" dt="2023-11-02T22:03:24.536" v="17" actId="2696"/>
        <pc:sldMkLst>
          <pc:docMk/>
          <pc:sldMk cId="3189207387" sldId="1109"/>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0E9F5E-A360-46F9-AD5F-D6AE2C9EA38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F292006-90EA-43BE-9077-5B0C48F79001}">
      <dgm:prSet/>
      <dgm:spPr/>
      <dgm:t>
        <a:bodyPr/>
        <a:lstStyle/>
        <a:p>
          <a:pPr>
            <a:lnSpc>
              <a:spcPct val="100000"/>
            </a:lnSpc>
          </a:pPr>
          <a:r>
            <a:rPr lang="en-US" dirty="0"/>
            <a:t>Use specification</a:t>
          </a:r>
        </a:p>
      </dgm:t>
    </dgm:pt>
    <dgm:pt modelId="{20AD55B4-1297-4829-8345-9A023A808E45}" type="parTrans" cxnId="{C4C3EB70-9C9E-47A8-AE50-725C018897D8}">
      <dgm:prSet/>
      <dgm:spPr/>
      <dgm:t>
        <a:bodyPr/>
        <a:lstStyle/>
        <a:p>
          <a:endParaRPr lang="en-US"/>
        </a:p>
      </dgm:t>
    </dgm:pt>
    <dgm:pt modelId="{265C3B04-02B3-4BA2-AA1C-C7AC991FDF3F}" type="sibTrans" cxnId="{C4C3EB70-9C9E-47A8-AE50-725C018897D8}">
      <dgm:prSet/>
      <dgm:spPr/>
      <dgm:t>
        <a:bodyPr/>
        <a:lstStyle/>
        <a:p>
          <a:endParaRPr lang="en-US"/>
        </a:p>
      </dgm:t>
    </dgm:pt>
    <dgm:pt modelId="{2FC6F1D7-C83A-4037-9E86-7CF7D02041B5}">
      <dgm:prSet/>
      <dgm:spPr/>
      <dgm:t>
        <a:bodyPr/>
        <a:lstStyle/>
        <a:p>
          <a:pPr>
            <a:lnSpc>
              <a:spcPct val="100000"/>
            </a:lnSpc>
          </a:pPr>
          <a:r>
            <a:rPr lang="en-US" dirty="0"/>
            <a:t>Use-related risk analysis (URRA)</a:t>
          </a:r>
        </a:p>
      </dgm:t>
    </dgm:pt>
    <dgm:pt modelId="{ECA30DE2-1D3C-4EBE-84FD-A46DB6853E6E}" type="parTrans" cxnId="{202BDCD1-223B-4B0A-B486-4F7883DB1B25}">
      <dgm:prSet/>
      <dgm:spPr/>
      <dgm:t>
        <a:bodyPr/>
        <a:lstStyle/>
        <a:p>
          <a:endParaRPr lang="en-US"/>
        </a:p>
      </dgm:t>
    </dgm:pt>
    <dgm:pt modelId="{B7D4379D-721E-477E-998C-28A725FE6F92}" type="sibTrans" cxnId="{202BDCD1-223B-4B0A-B486-4F7883DB1B25}">
      <dgm:prSet/>
      <dgm:spPr/>
      <dgm:t>
        <a:bodyPr/>
        <a:lstStyle/>
        <a:p>
          <a:endParaRPr lang="en-US"/>
        </a:p>
      </dgm:t>
    </dgm:pt>
    <dgm:pt modelId="{D85DCC0A-0ADA-4CA1-B947-ADAA753E6653}">
      <dgm:prSet/>
      <dgm:spPr/>
      <dgm:t>
        <a:bodyPr/>
        <a:lstStyle/>
        <a:p>
          <a:pPr>
            <a:lnSpc>
              <a:spcPct val="100000"/>
            </a:lnSpc>
          </a:pPr>
          <a:r>
            <a:rPr lang="en-US" dirty="0"/>
            <a:t>User interface design (including risk control measures)</a:t>
          </a:r>
        </a:p>
      </dgm:t>
    </dgm:pt>
    <dgm:pt modelId="{EEA073BF-E66D-46EE-B375-4515CBC8D308}" type="parTrans" cxnId="{E26F8E89-1035-4D87-BEBF-FE9D4D5683BC}">
      <dgm:prSet/>
      <dgm:spPr/>
      <dgm:t>
        <a:bodyPr/>
        <a:lstStyle/>
        <a:p>
          <a:endParaRPr lang="en-US"/>
        </a:p>
      </dgm:t>
    </dgm:pt>
    <dgm:pt modelId="{6FE20575-2E86-4CCD-B9F2-9221176F729A}" type="sibTrans" cxnId="{E26F8E89-1035-4D87-BEBF-FE9D4D5683BC}">
      <dgm:prSet/>
      <dgm:spPr/>
      <dgm:t>
        <a:bodyPr/>
        <a:lstStyle/>
        <a:p>
          <a:endParaRPr lang="en-US"/>
        </a:p>
      </dgm:t>
    </dgm:pt>
    <dgm:pt modelId="{0A34795E-4C2F-4B8B-833D-390CBF5C7CE7}">
      <dgm:prSet/>
      <dgm:spPr/>
      <dgm:t>
        <a:bodyPr/>
        <a:lstStyle/>
        <a:p>
          <a:pPr>
            <a:lnSpc>
              <a:spcPct val="100000"/>
            </a:lnSpc>
          </a:pPr>
          <a:r>
            <a:rPr lang="en-US" dirty="0"/>
            <a:t>Formative and validation testing</a:t>
          </a:r>
        </a:p>
      </dgm:t>
    </dgm:pt>
    <dgm:pt modelId="{B04239CC-AA0F-484B-97B2-43FFEFF51652}" type="parTrans" cxnId="{6F18CB66-7B28-46AF-9546-19FAEF06EA68}">
      <dgm:prSet/>
      <dgm:spPr/>
      <dgm:t>
        <a:bodyPr/>
        <a:lstStyle/>
        <a:p>
          <a:endParaRPr lang="en-US"/>
        </a:p>
      </dgm:t>
    </dgm:pt>
    <dgm:pt modelId="{ECEBD203-8EB8-43B5-A6D3-C5396EB96755}" type="sibTrans" cxnId="{6F18CB66-7B28-46AF-9546-19FAEF06EA68}">
      <dgm:prSet/>
      <dgm:spPr/>
      <dgm:t>
        <a:bodyPr/>
        <a:lstStyle/>
        <a:p>
          <a:endParaRPr lang="en-US"/>
        </a:p>
      </dgm:t>
    </dgm:pt>
    <dgm:pt modelId="{1E574B1A-B590-453B-88DF-CA5B447168D1}">
      <dgm:prSet/>
      <dgm:spPr/>
      <dgm:t>
        <a:bodyPr/>
        <a:lstStyle/>
        <a:p>
          <a:pPr>
            <a:lnSpc>
              <a:spcPct val="100000"/>
            </a:lnSpc>
          </a:pPr>
          <a:r>
            <a:rPr lang="en-US"/>
            <a:t>Report / submission documents</a:t>
          </a:r>
        </a:p>
      </dgm:t>
    </dgm:pt>
    <dgm:pt modelId="{E515C7A6-06A8-47DB-BC17-9D689268D337}" type="parTrans" cxnId="{1CF9D411-CE78-48FE-8A9D-7A2FEE8BD082}">
      <dgm:prSet/>
      <dgm:spPr/>
      <dgm:t>
        <a:bodyPr/>
        <a:lstStyle/>
        <a:p>
          <a:endParaRPr lang="en-US"/>
        </a:p>
      </dgm:t>
    </dgm:pt>
    <dgm:pt modelId="{CF0D8C30-9432-4622-8010-94E0ACD8BBE3}" type="sibTrans" cxnId="{1CF9D411-CE78-48FE-8A9D-7A2FEE8BD082}">
      <dgm:prSet/>
      <dgm:spPr/>
      <dgm:t>
        <a:bodyPr/>
        <a:lstStyle/>
        <a:p>
          <a:endParaRPr lang="en-US"/>
        </a:p>
      </dgm:t>
    </dgm:pt>
    <dgm:pt modelId="{854B9CAE-2CE5-45A1-B08C-F1E56EB73536}" type="pres">
      <dgm:prSet presAssocID="{890E9F5E-A360-46F9-AD5F-D6AE2C9EA384}" presName="root" presStyleCnt="0">
        <dgm:presLayoutVars>
          <dgm:dir/>
          <dgm:resizeHandles val="exact"/>
        </dgm:presLayoutVars>
      </dgm:prSet>
      <dgm:spPr/>
    </dgm:pt>
    <dgm:pt modelId="{6AD1E51B-3192-400F-910E-2F3DCA370609}" type="pres">
      <dgm:prSet presAssocID="{7F292006-90EA-43BE-9077-5B0C48F79001}" presName="compNode" presStyleCnt="0"/>
      <dgm:spPr/>
    </dgm:pt>
    <dgm:pt modelId="{CD136784-5726-4A20-BECF-7175C9DE1075}" type="pres">
      <dgm:prSet presAssocID="{7F292006-90EA-43BE-9077-5B0C48F79001}" presName="bgRect" presStyleLbl="bgShp" presStyleIdx="0" presStyleCnt="5"/>
      <dgm:spPr>
        <a:noFill/>
      </dgm:spPr>
    </dgm:pt>
    <dgm:pt modelId="{92F8F786-3CE5-4378-9727-7BAC1CFF5226}" type="pres">
      <dgm:prSet presAssocID="{7F292006-90EA-43BE-9077-5B0C48F7900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a:ext>
      </dgm:extLst>
    </dgm:pt>
    <dgm:pt modelId="{10AD3DA6-5B86-45D9-96A5-2C4E0D8707EF}" type="pres">
      <dgm:prSet presAssocID="{7F292006-90EA-43BE-9077-5B0C48F79001}" presName="spaceRect" presStyleCnt="0"/>
      <dgm:spPr/>
    </dgm:pt>
    <dgm:pt modelId="{95C5FBCF-DE2E-4DEA-9802-F8C1957B4D53}" type="pres">
      <dgm:prSet presAssocID="{7F292006-90EA-43BE-9077-5B0C48F79001}" presName="parTx" presStyleLbl="revTx" presStyleIdx="0" presStyleCnt="5">
        <dgm:presLayoutVars>
          <dgm:chMax val="0"/>
          <dgm:chPref val="0"/>
        </dgm:presLayoutVars>
      </dgm:prSet>
      <dgm:spPr/>
    </dgm:pt>
    <dgm:pt modelId="{A4F5F3C6-2C77-4953-9396-AA400DFD6894}" type="pres">
      <dgm:prSet presAssocID="{265C3B04-02B3-4BA2-AA1C-C7AC991FDF3F}" presName="sibTrans" presStyleCnt="0"/>
      <dgm:spPr/>
    </dgm:pt>
    <dgm:pt modelId="{CBF6BD1C-45D0-4212-91F1-65A43545809F}" type="pres">
      <dgm:prSet presAssocID="{2FC6F1D7-C83A-4037-9E86-7CF7D02041B5}" presName="compNode" presStyleCnt="0"/>
      <dgm:spPr/>
    </dgm:pt>
    <dgm:pt modelId="{B2352EA3-A499-4931-B48C-4D253490674A}" type="pres">
      <dgm:prSet presAssocID="{2FC6F1D7-C83A-4037-9E86-7CF7D02041B5}" presName="bgRect" presStyleLbl="bgShp" presStyleIdx="1" presStyleCnt="5"/>
      <dgm:spPr/>
    </dgm:pt>
    <dgm:pt modelId="{CEB51C97-A4BA-4A75-9802-5BA552F801DD}" type="pres">
      <dgm:prSet presAssocID="{2FC6F1D7-C83A-4037-9E86-7CF7D02041B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arning"/>
        </a:ext>
      </dgm:extLst>
    </dgm:pt>
    <dgm:pt modelId="{74A2E4B3-9305-484A-B9BA-6085410B1022}" type="pres">
      <dgm:prSet presAssocID="{2FC6F1D7-C83A-4037-9E86-7CF7D02041B5}" presName="spaceRect" presStyleCnt="0"/>
      <dgm:spPr/>
    </dgm:pt>
    <dgm:pt modelId="{BFE3BA1D-21DF-49B2-84E9-400599929C06}" type="pres">
      <dgm:prSet presAssocID="{2FC6F1D7-C83A-4037-9E86-7CF7D02041B5}" presName="parTx" presStyleLbl="revTx" presStyleIdx="1" presStyleCnt="5">
        <dgm:presLayoutVars>
          <dgm:chMax val="0"/>
          <dgm:chPref val="0"/>
        </dgm:presLayoutVars>
      </dgm:prSet>
      <dgm:spPr/>
    </dgm:pt>
    <dgm:pt modelId="{92F24334-BEC9-436E-A693-DD9FFECABC40}" type="pres">
      <dgm:prSet presAssocID="{B7D4379D-721E-477E-998C-28A725FE6F92}" presName="sibTrans" presStyleCnt="0"/>
      <dgm:spPr/>
    </dgm:pt>
    <dgm:pt modelId="{6DF012A5-DA04-4B48-94FD-4E4A7192516A}" type="pres">
      <dgm:prSet presAssocID="{D85DCC0A-0ADA-4CA1-B947-ADAA753E6653}" presName="compNode" presStyleCnt="0"/>
      <dgm:spPr/>
    </dgm:pt>
    <dgm:pt modelId="{F3F73FD6-60F9-4A3F-9637-2B8E2653AC80}" type="pres">
      <dgm:prSet presAssocID="{D85DCC0A-0ADA-4CA1-B947-ADAA753E6653}" presName="bgRect" presStyleLbl="bgShp" presStyleIdx="2" presStyleCnt="5"/>
      <dgm:spPr>
        <a:noFill/>
      </dgm:spPr>
    </dgm:pt>
    <dgm:pt modelId="{5735127A-ABAB-43E1-BDAB-A9A90E2ABA19}" type="pres">
      <dgm:prSet presAssocID="{D85DCC0A-0ADA-4CA1-B947-ADAA753E6653}"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i Ux with solid fill"/>
        </a:ext>
      </dgm:extLst>
    </dgm:pt>
    <dgm:pt modelId="{DA6C8BA6-AF9B-43F6-A564-BD3579A2D0DF}" type="pres">
      <dgm:prSet presAssocID="{D85DCC0A-0ADA-4CA1-B947-ADAA753E6653}" presName="spaceRect" presStyleCnt="0"/>
      <dgm:spPr/>
    </dgm:pt>
    <dgm:pt modelId="{FB71BF5F-29EA-4BB5-86FE-CAC509EC7B30}" type="pres">
      <dgm:prSet presAssocID="{D85DCC0A-0ADA-4CA1-B947-ADAA753E6653}" presName="parTx" presStyleLbl="revTx" presStyleIdx="2" presStyleCnt="5">
        <dgm:presLayoutVars>
          <dgm:chMax val="0"/>
          <dgm:chPref val="0"/>
        </dgm:presLayoutVars>
      </dgm:prSet>
      <dgm:spPr/>
    </dgm:pt>
    <dgm:pt modelId="{55E21181-1E78-48AD-AF8D-58ADA9D60B01}" type="pres">
      <dgm:prSet presAssocID="{6FE20575-2E86-4CCD-B9F2-9221176F729A}" presName="sibTrans" presStyleCnt="0"/>
      <dgm:spPr/>
    </dgm:pt>
    <dgm:pt modelId="{AFA4D79A-2DA1-47A6-9949-E7029F6736AF}" type="pres">
      <dgm:prSet presAssocID="{0A34795E-4C2F-4B8B-833D-390CBF5C7CE7}" presName="compNode" presStyleCnt="0"/>
      <dgm:spPr/>
    </dgm:pt>
    <dgm:pt modelId="{5A1C0DAE-6C18-4508-9AEC-9564B8E5202B}" type="pres">
      <dgm:prSet presAssocID="{0A34795E-4C2F-4B8B-833D-390CBF5C7CE7}" presName="bgRect" presStyleLbl="bgShp" presStyleIdx="3" presStyleCnt="5"/>
      <dgm:spPr>
        <a:noFill/>
      </dgm:spPr>
    </dgm:pt>
    <dgm:pt modelId="{AF52EB1F-772F-4456-B5EF-32ED0BBE8750}" type="pres">
      <dgm:prSet presAssocID="{0A34795E-4C2F-4B8B-833D-390CBF5C7CE7}"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Clipboard Partially Crossed outline"/>
        </a:ext>
      </dgm:extLst>
    </dgm:pt>
    <dgm:pt modelId="{8FEA83A8-BEDE-4CAB-A9FF-DE4BE9D65943}" type="pres">
      <dgm:prSet presAssocID="{0A34795E-4C2F-4B8B-833D-390CBF5C7CE7}" presName="spaceRect" presStyleCnt="0"/>
      <dgm:spPr/>
    </dgm:pt>
    <dgm:pt modelId="{062D4BFD-867B-4DA3-AAFC-8DAFD0512090}" type="pres">
      <dgm:prSet presAssocID="{0A34795E-4C2F-4B8B-833D-390CBF5C7CE7}" presName="parTx" presStyleLbl="revTx" presStyleIdx="3" presStyleCnt="5">
        <dgm:presLayoutVars>
          <dgm:chMax val="0"/>
          <dgm:chPref val="0"/>
        </dgm:presLayoutVars>
      </dgm:prSet>
      <dgm:spPr/>
    </dgm:pt>
    <dgm:pt modelId="{79DB8F5B-D31D-4318-851D-523B878D4D2E}" type="pres">
      <dgm:prSet presAssocID="{ECEBD203-8EB8-43B5-A6D3-C5396EB96755}" presName="sibTrans" presStyleCnt="0"/>
      <dgm:spPr/>
    </dgm:pt>
    <dgm:pt modelId="{8A1AB443-A469-4683-A809-59370464A9F9}" type="pres">
      <dgm:prSet presAssocID="{1E574B1A-B590-453B-88DF-CA5B447168D1}" presName="compNode" presStyleCnt="0"/>
      <dgm:spPr/>
    </dgm:pt>
    <dgm:pt modelId="{4440A3BC-5F34-49EC-9F6B-1BA10A2CAF1E}" type="pres">
      <dgm:prSet presAssocID="{1E574B1A-B590-453B-88DF-CA5B447168D1}" presName="bgRect" presStyleLbl="bgShp" presStyleIdx="4" presStyleCnt="5"/>
      <dgm:spPr>
        <a:noFill/>
      </dgm:spPr>
    </dgm:pt>
    <dgm:pt modelId="{97AB5F57-C49A-493C-AC5E-E95D6405C585}" type="pres">
      <dgm:prSet presAssocID="{1E574B1A-B590-453B-88DF-CA5B447168D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Paper"/>
        </a:ext>
      </dgm:extLst>
    </dgm:pt>
    <dgm:pt modelId="{61853B62-E11A-42C4-ACF8-1C103E12EF43}" type="pres">
      <dgm:prSet presAssocID="{1E574B1A-B590-453B-88DF-CA5B447168D1}" presName="spaceRect" presStyleCnt="0"/>
      <dgm:spPr/>
    </dgm:pt>
    <dgm:pt modelId="{75D7774A-D7A4-447B-93AE-BCE70AF77192}" type="pres">
      <dgm:prSet presAssocID="{1E574B1A-B590-453B-88DF-CA5B447168D1}" presName="parTx" presStyleLbl="revTx" presStyleIdx="4" presStyleCnt="5">
        <dgm:presLayoutVars>
          <dgm:chMax val="0"/>
          <dgm:chPref val="0"/>
        </dgm:presLayoutVars>
      </dgm:prSet>
      <dgm:spPr/>
    </dgm:pt>
  </dgm:ptLst>
  <dgm:cxnLst>
    <dgm:cxn modelId="{1CF9D411-CE78-48FE-8A9D-7A2FEE8BD082}" srcId="{890E9F5E-A360-46F9-AD5F-D6AE2C9EA384}" destId="{1E574B1A-B590-453B-88DF-CA5B447168D1}" srcOrd="4" destOrd="0" parTransId="{E515C7A6-06A8-47DB-BC17-9D689268D337}" sibTransId="{CF0D8C30-9432-4622-8010-94E0ACD8BBE3}"/>
    <dgm:cxn modelId="{DD27D214-33B8-4FB5-9711-6D6D3D52AFE0}" type="presOf" srcId="{7F292006-90EA-43BE-9077-5B0C48F79001}" destId="{95C5FBCF-DE2E-4DEA-9802-F8C1957B4D53}" srcOrd="0" destOrd="0" presId="urn:microsoft.com/office/officeart/2018/2/layout/IconVerticalSolidList"/>
    <dgm:cxn modelId="{FAAEFA17-02CF-421C-8E43-76A73321392E}" type="presOf" srcId="{2FC6F1D7-C83A-4037-9E86-7CF7D02041B5}" destId="{BFE3BA1D-21DF-49B2-84E9-400599929C06}" srcOrd="0" destOrd="0" presId="urn:microsoft.com/office/officeart/2018/2/layout/IconVerticalSolidList"/>
    <dgm:cxn modelId="{D2EBCB22-F1FD-453C-8D1C-0F2F2F6C0951}" type="presOf" srcId="{D85DCC0A-0ADA-4CA1-B947-ADAA753E6653}" destId="{FB71BF5F-29EA-4BB5-86FE-CAC509EC7B30}" srcOrd="0" destOrd="0" presId="urn:microsoft.com/office/officeart/2018/2/layout/IconVerticalSolidList"/>
    <dgm:cxn modelId="{40633B35-D322-4F11-A58B-F4317BA09FD5}" type="presOf" srcId="{0A34795E-4C2F-4B8B-833D-390CBF5C7CE7}" destId="{062D4BFD-867B-4DA3-AAFC-8DAFD0512090}" srcOrd="0" destOrd="0" presId="urn:microsoft.com/office/officeart/2018/2/layout/IconVerticalSolidList"/>
    <dgm:cxn modelId="{3A8E6E5C-76B9-4B1F-AB21-C6A934139181}" type="presOf" srcId="{1E574B1A-B590-453B-88DF-CA5B447168D1}" destId="{75D7774A-D7A4-447B-93AE-BCE70AF77192}" srcOrd="0" destOrd="0" presId="urn:microsoft.com/office/officeart/2018/2/layout/IconVerticalSolidList"/>
    <dgm:cxn modelId="{6F18CB66-7B28-46AF-9546-19FAEF06EA68}" srcId="{890E9F5E-A360-46F9-AD5F-D6AE2C9EA384}" destId="{0A34795E-4C2F-4B8B-833D-390CBF5C7CE7}" srcOrd="3" destOrd="0" parTransId="{B04239CC-AA0F-484B-97B2-43FFEFF51652}" sibTransId="{ECEBD203-8EB8-43B5-A6D3-C5396EB96755}"/>
    <dgm:cxn modelId="{C4C3EB70-9C9E-47A8-AE50-725C018897D8}" srcId="{890E9F5E-A360-46F9-AD5F-D6AE2C9EA384}" destId="{7F292006-90EA-43BE-9077-5B0C48F79001}" srcOrd="0" destOrd="0" parTransId="{20AD55B4-1297-4829-8345-9A023A808E45}" sibTransId="{265C3B04-02B3-4BA2-AA1C-C7AC991FDF3F}"/>
    <dgm:cxn modelId="{E26F8E89-1035-4D87-BEBF-FE9D4D5683BC}" srcId="{890E9F5E-A360-46F9-AD5F-D6AE2C9EA384}" destId="{D85DCC0A-0ADA-4CA1-B947-ADAA753E6653}" srcOrd="2" destOrd="0" parTransId="{EEA073BF-E66D-46EE-B375-4515CBC8D308}" sibTransId="{6FE20575-2E86-4CCD-B9F2-9221176F729A}"/>
    <dgm:cxn modelId="{202BDCD1-223B-4B0A-B486-4F7883DB1B25}" srcId="{890E9F5E-A360-46F9-AD5F-D6AE2C9EA384}" destId="{2FC6F1D7-C83A-4037-9E86-7CF7D02041B5}" srcOrd="1" destOrd="0" parTransId="{ECA30DE2-1D3C-4EBE-84FD-A46DB6853E6E}" sibTransId="{B7D4379D-721E-477E-998C-28A725FE6F92}"/>
    <dgm:cxn modelId="{5D312FFB-0C2C-49AA-B168-4B415E571713}" type="presOf" srcId="{890E9F5E-A360-46F9-AD5F-D6AE2C9EA384}" destId="{854B9CAE-2CE5-45A1-B08C-F1E56EB73536}" srcOrd="0" destOrd="0" presId="urn:microsoft.com/office/officeart/2018/2/layout/IconVerticalSolidList"/>
    <dgm:cxn modelId="{D7880DD3-B6DC-4182-A7F2-E64673681F83}" type="presParOf" srcId="{854B9CAE-2CE5-45A1-B08C-F1E56EB73536}" destId="{6AD1E51B-3192-400F-910E-2F3DCA370609}" srcOrd="0" destOrd="0" presId="urn:microsoft.com/office/officeart/2018/2/layout/IconVerticalSolidList"/>
    <dgm:cxn modelId="{8FBF32D6-729A-40F3-9B40-269B6CE00B0E}" type="presParOf" srcId="{6AD1E51B-3192-400F-910E-2F3DCA370609}" destId="{CD136784-5726-4A20-BECF-7175C9DE1075}" srcOrd="0" destOrd="0" presId="urn:microsoft.com/office/officeart/2018/2/layout/IconVerticalSolidList"/>
    <dgm:cxn modelId="{0348518B-C715-4A54-9983-6D8477E5DE75}" type="presParOf" srcId="{6AD1E51B-3192-400F-910E-2F3DCA370609}" destId="{92F8F786-3CE5-4378-9727-7BAC1CFF5226}" srcOrd="1" destOrd="0" presId="urn:microsoft.com/office/officeart/2018/2/layout/IconVerticalSolidList"/>
    <dgm:cxn modelId="{CCC162EB-0FB1-4242-8102-0F61BC432B49}" type="presParOf" srcId="{6AD1E51B-3192-400F-910E-2F3DCA370609}" destId="{10AD3DA6-5B86-45D9-96A5-2C4E0D8707EF}" srcOrd="2" destOrd="0" presId="urn:microsoft.com/office/officeart/2018/2/layout/IconVerticalSolidList"/>
    <dgm:cxn modelId="{EB0C09EB-519D-41CD-B041-A036D8036DC8}" type="presParOf" srcId="{6AD1E51B-3192-400F-910E-2F3DCA370609}" destId="{95C5FBCF-DE2E-4DEA-9802-F8C1957B4D53}" srcOrd="3" destOrd="0" presId="urn:microsoft.com/office/officeart/2018/2/layout/IconVerticalSolidList"/>
    <dgm:cxn modelId="{B845B407-5C99-4DCB-993F-919547490BE9}" type="presParOf" srcId="{854B9CAE-2CE5-45A1-B08C-F1E56EB73536}" destId="{A4F5F3C6-2C77-4953-9396-AA400DFD6894}" srcOrd="1" destOrd="0" presId="urn:microsoft.com/office/officeart/2018/2/layout/IconVerticalSolidList"/>
    <dgm:cxn modelId="{86462E75-7463-4300-91FE-EC40729CE34F}" type="presParOf" srcId="{854B9CAE-2CE5-45A1-B08C-F1E56EB73536}" destId="{CBF6BD1C-45D0-4212-91F1-65A43545809F}" srcOrd="2" destOrd="0" presId="urn:microsoft.com/office/officeart/2018/2/layout/IconVerticalSolidList"/>
    <dgm:cxn modelId="{C694BACE-9B58-4AD9-AEAF-4122635E4253}" type="presParOf" srcId="{CBF6BD1C-45D0-4212-91F1-65A43545809F}" destId="{B2352EA3-A499-4931-B48C-4D253490674A}" srcOrd="0" destOrd="0" presId="urn:microsoft.com/office/officeart/2018/2/layout/IconVerticalSolidList"/>
    <dgm:cxn modelId="{F730C23E-6693-46FF-A44E-E068E32F9DB5}" type="presParOf" srcId="{CBF6BD1C-45D0-4212-91F1-65A43545809F}" destId="{CEB51C97-A4BA-4A75-9802-5BA552F801DD}" srcOrd="1" destOrd="0" presId="urn:microsoft.com/office/officeart/2018/2/layout/IconVerticalSolidList"/>
    <dgm:cxn modelId="{637544B9-656B-4262-B0C0-093A84AF6B3D}" type="presParOf" srcId="{CBF6BD1C-45D0-4212-91F1-65A43545809F}" destId="{74A2E4B3-9305-484A-B9BA-6085410B1022}" srcOrd="2" destOrd="0" presId="urn:microsoft.com/office/officeart/2018/2/layout/IconVerticalSolidList"/>
    <dgm:cxn modelId="{92C879C2-0FA5-48ED-8782-678EC07BC29E}" type="presParOf" srcId="{CBF6BD1C-45D0-4212-91F1-65A43545809F}" destId="{BFE3BA1D-21DF-49B2-84E9-400599929C06}" srcOrd="3" destOrd="0" presId="urn:microsoft.com/office/officeart/2018/2/layout/IconVerticalSolidList"/>
    <dgm:cxn modelId="{1905E4F6-4C1A-4A25-9E03-D126ABC22A4F}" type="presParOf" srcId="{854B9CAE-2CE5-45A1-B08C-F1E56EB73536}" destId="{92F24334-BEC9-436E-A693-DD9FFECABC40}" srcOrd="3" destOrd="0" presId="urn:microsoft.com/office/officeart/2018/2/layout/IconVerticalSolidList"/>
    <dgm:cxn modelId="{75A3FBB2-2374-45F7-94B1-6F11C96D7DD9}" type="presParOf" srcId="{854B9CAE-2CE5-45A1-B08C-F1E56EB73536}" destId="{6DF012A5-DA04-4B48-94FD-4E4A7192516A}" srcOrd="4" destOrd="0" presId="urn:microsoft.com/office/officeart/2018/2/layout/IconVerticalSolidList"/>
    <dgm:cxn modelId="{54FC6766-6636-4531-8050-83A38FECE3B6}" type="presParOf" srcId="{6DF012A5-DA04-4B48-94FD-4E4A7192516A}" destId="{F3F73FD6-60F9-4A3F-9637-2B8E2653AC80}" srcOrd="0" destOrd="0" presId="urn:microsoft.com/office/officeart/2018/2/layout/IconVerticalSolidList"/>
    <dgm:cxn modelId="{F8BE6C75-0AA3-4C04-B380-F350B1A8296F}" type="presParOf" srcId="{6DF012A5-DA04-4B48-94FD-4E4A7192516A}" destId="{5735127A-ABAB-43E1-BDAB-A9A90E2ABA19}" srcOrd="1" destOrd="0" presId="urn:microsoft.com/office/officeart/2018/2/layout/IconVerticalSolidList"/>
    <dgm:cxn modelId="{B68C9383-0F03-4468-96E2-0ADB201B9E15}" type="presParOf" srcId="{6DF012A5-DA04-4B48-94FD-4E4A7192516A}" destId="{DA6C8BA6-AF9B-43F6-A564-BD3579A2D0DF}" srcOrd="2" destOrd="0" presId="urn:microsoft.com/office/officeart/2018/2/layout/IconVerticalSolidList"/>
    <dgm:cxn modelId="{C5281D3B-CA7F-42B3-B4FA-E30ADEF94776}" type="presParOf" srcId="{6DF012A5-DA04-4B48-94FD-4E4A7192516A}" destId="{FB71BF5F-29EA-4BB5-86FE-CAC509EC7B30}" srcOrd="3" destOrd="0" presId="urn:microsoft.com/office/officeart/2018/2/layout/IconVerticalSolidList"/>
    <dgm:cxn modelId="{9790B362-7C03-4F0C-8DEE-92B158E18F9A}" type="presParOf" srcId="{854B9CAE-2CE5-45A1-B08C-F1E56EB73536}" destId="{55E21181-1E78-48AD-AF8D-58ADA9D60B01}" srcOrd="5" destOrd="0" presId="urn:microsoft.com/office/officeart/2018/2/layout/IconVerticalSolidList"/>
    <dgm:cxn modelId="{9FFDA1E4-7570-4CE7-B14D-0AB9612E2D32}" type="presParOf" srcId="{854B9CAE-2CE5-45A1-B08C-F1E56EB73536}" destId="{AFA4D79A-2DA1-47A6-9949-E7029F6736AF}" srcOrd="6" destOrd="0" presId="urn:microsoft.com/office/officeart/2018/2/layout/IconVerticalSolidList"/>
    <dgm:cxn modelId="{98B03BDD-C8EF-471C-9CFE-CD8BBA2A8C18}" type="presParOf" srcId="{AFA4D79A-2DA1-47A6-9949-E7029F6736AF}" destId="{5A1C0DAE-6C18-4508-9AEC-9564B8E5202B}" srcOrd="0" destOrd="0" presId="urn:microsoft.com/office/officeart/2018/2/layout/IconVerticalSolidList"/>
    <dgm:cxn modelId="{314EDF85-55C8-4177-9538-4E02719572A0}" type="presParOf" srcId="{AFA4D79A-2DA1-47A6-9949-E7029F6736AF}" destId="{AF52EB1F-772F-4456-B5EF-32ED0BBE8750}" srcOrd="1" destOrd="0" presId="urn:microsoft.com/office/officeart/2018/2/layout/IconVerticalSolidList"/>
    <dgm:cxn modelId="{B5052565-748B-4A51-8CC6-C5776E32D92B}" type="presParOf" srcId="{AFA4D79A-2DA1-47A6-9949-E7029F6736AF}" destId="{8FEA83A8-BEDE-4CAB-A9FF-DE4BE9D65943}" srcOrd="2" destOrd="0" presId="urn:microsoft.com/office/officeart/2018/2/layout/IconVerticalSolidList"/>
    <dgm:cxn modelId="{17760209-FF80-4E0B-8F14-A9855A4A2994}" type="presParOf" srcId="{AFA4D79A-2DA1-47A6-9949-E7029F6736AF}" destId="{062D4BFD-867B-4DA3-AAFC-8DAFD0512090}" srcOrd="3" destOrd="0" presId="urn:microsoft.com/office/officeart/2018/2/layout/IconVerticalSolidList"/>
    <dgm:cxn modelId="{98EFFBB4-7CF3-4794-8302-E4A4DB09B1C0}" type="presParOf" srcId="{854B9CAE-2CE5-45A1-B08C-F1E56EB73536}" destId="{79DB8F5B-D31D-4318-851D-523B878D4D2E}" srcOrd="7" destOrd="0" presId="urn:microsoft.com/office/officeart/2018/2/layout/IconVerticalSolidList"/>
    <dgm:cxn modelId="{E682A14E-EC4E-4850-AE37-F202A3DF5318}" type="presParOf" srcId="{854B9CAE-2CE5-45A1-B08C-F1E56EB73536}" destId="{8A1AB443-A469-4683-A809-59370464A9F9}" srcOrd="8" destOrd="0" presId="urn:microsoft.com/office/officeart/2018/2/layout/IconVerticalSolidList"/>
    <dgm:cxn modelId="{C5012FD9-5BD6-4C36-BDD8-37A9BD2C05AE}" type="presParOf" srcId="{8A1AB443-A469-4683-A809-59370464A9F9}" destId="{4440A3BC-5F34-49EC-9F6B-1BA10A2CAF1E}" srcOrd="0" destOrd="0" presId="urn:microsoft.com/office/officeart/2018/2/layout/IconVerticalSolidList"/>
    <dgm:cxn modelId="{80B9BA8E-2DB3-40EA-B759-958DCCBABC88}" type="presParOf" srcId="{8A1AB443-A469-4683-A809-59370464A9F9}" destId="{97AB5F57-C49A-493C-AC5E-E95D6405C585}" srcOrd="1" destOrd="0" presId="urn:microsoft.com/office/officeart/2018/2/layout/IconVerticalSolidList"/>
    <dgm:cxn modelId="{B60C7614-CC24-4AC6-8A7C-45B3D069E4E3}" type="presParOf" srcId="{8A1AB443-A469-4683-A809-59370464A9F9}" destId="{61853B62-E11A-42C4-ACF8-1C103E12EF43}" srcOrd="2" destOrd="0" presId="urn:microsoft.com/office/officeart/2018/2/layout/IconVerticalSolidList"/>
    <dgm:cxn modelId="{5227585D-BD80-4458-A938-FA99FD274FD5}" type="presParOf" srcId="{8A1AB443-A469-4683-A809-59370464A9F9}" destId="{75D7774A-D7A4-447B-93AE-BCE70AF77192}" srcOrd="3" destOrd="0" presId="urn:microsoft.com/office/officeart/2018/2/layout/IconVerticalSolidList"/>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3DC0B3-5EF0-664E-838F-04B083D0D31B}" type="doc">
      <dgm:prSet loTypeId="urn:microsoft.com/office/officeart/2005/8/layout/radial4" loCatId="icon" qsTypeId="urn:microsoft.com/office/officeart/2005/8/quickstyle/simple1" qsCatId="simple" csTypeId="urn:microsoft.com/office/officeart/2005/8/colors/colorful2" csCatId="colorful" phldr="1"/>
      <dgm:spPr/>
      <dgm:t>
        <a:bodyPr/>
        <a:lstStyle/>
        <a:p>
          <a:endParaRPr lang="en-US"/>
        </a:p>
      </dgm:t>
    </dgm:pt>
    <dgm:pt modelId="{3A183204-DE0C-804A-A29F-8F819836DC0C}">
      <dgm:prSet phldrT="[Text]"/>
      <dgm:spPr>
        <a:solidFill>
          <a:schemeClr val="accent1">
            <a:lumMod val="75000"/>
          </a:schemeClr>
        </a:solidFill>
      </dgm:spPr>
      <dgm:t>
        <a:bodyPr/>
        <a:lstStyle/>
        <a:p>
          <a:r>
            <a:rPr lang="en-US" dirty="0"/>
            <a:t>Potential use errors</a:t>
          </a:r>
        </a:p>
      </dgm:t>
    </dgm:pt>
    <dgm:pt modelId="{36ACB0E6-BA05-AE4C-8623-546C0B578D05}" type="parTrans" cxnId="{8FFB851A-8AEA-3A45-AA6F-2599F78F4C2C}">
      <dgm:prSet/>
      <dgm:spPr/>
      <dgm:t>
        <a:bodyPr/>
        <a:lstStyle/>
        <a:p>
          <a:endParaRPr lang="en-US"/>
        </a:p>
      </dgm:t>
    </dgm:pt>
    <dgm:pt modelId="{AE4CF756-26A4-E340-BEE0-9AAB2A10B068}" type="sibTrans" cxnId="{8FFB851A-8AEA-3A45-AA6F-2599F78F4C2C}">
      <dgm:prSet/>
      <dgm:spPr/>
      <dgm:t>
        <a:bodyPr/>
        <a:lstStyle/>
        <a:p>
          <a:endParaRPr lang="en-US"/>
        </a:p>
      </dgm:t>
    </dgm:pt>
    <dgm:pt modelId="{D1917F84-8EE2-4246-A780-EA60FC5B9B46}">
      <dgm:prSet phldrT="[Text]"/>
      <dgm:spPr/>
      <dgm:t>
        <a:bodyPr/>
        <a:lstStyle/>
        <a:p>
          <a:r>
            <a:rPr lang="en-US" dirty="0"/>
            <a:t>Post market surveillance </a:t>
          </a:r>
        </a:p>
      </dgm:t>
    </dgm:pt>
    <dgm:pt modelId="{C112FB30-13DF-3749-AA24-F191D58F23C9}" type="parTrans" cxnId="{DDFA5BEF-FE97-EF4A-989C-EE120E2C254A}">
      <dgm:prSet/>
      <dgm:spPr/>
      <dgm:t>
        <a:bodyPr/>
        <a:lstStyle/>
        <a:p>
          <a:endParaRPr lang="en-US"/>
        </a:p>
      </dgm:t>
    </dgm:pt>
    <dgm:pt modelId="{9C241D77-8862-AD4D-AE33-48BA6B9C841E}" type="sibTrans" cxnId="{DDFA5BEF-FE97-EF4A-989C-EE120E2C254A}">
      <dgm:prSet/>
      <dgm:spPr/>
      <dgm:t>
        <a:bodyPr/>
        <a:lstStyle/>
        <a:p>
          <a:endParaRPr lang="en-US"/>
        </a:p>
      </dgm:t>
    </dgm:pt>
    <dgm:pt modelId="{1DADAC15-D2DC-644C-B0ED-48DE98E19C4F}">
      <dgm:prSet phldrT="[Text]"/>
      <dgm:spPr/>
      <dgm:t>
        <a:bodyPr/>
        <a:lstStyle/>
        <a:p>
          <a:r>
            <a:rPr lang="en-US" dirty="0"/>
            <a:t>Known use- problems  analysis</a:t>
          </a:r>
        </a:p>
      </dgm:t>
    </dgm:pt>
    <dgm:pt modelId="{1554B203-6C69-7C49-B0AA-F1EB6426C7CF}" type="parTrans" cxnId="{B3E64FF7-0888-CC47-AD18-36574A661164}">
      <dgm:prSet/>
      <dgm:spPr/>
      <dgm:t>
        <a:bodyPr/>
        <a:lstStyle/>
        <a:p>
          <a:endParaRPr lang="en-US"/>
        </a:p>
      </dgm:t>
    </dgm:pt>
    <dgm:pt modelId="{D321AA5C-8D89-2A40-96FA-09359B28FEE1}" type="sibTrans" cxnId="{B3E64FF7-0888-CC47-AD18-36574A661164}">
      <dgm:prSet/>
      <dgm:spPr/>
      <dgm:t>
        <a:bodyPr/>
        <a:lstStyle/>
        <a:p>
          <a:endParaRPr lang="en-US"/>
        </a:p>
      </dgm:t>
    </dgm:pt>
    <dgm:pt modelId="{81AC88C6-2011-D641-ABC9-52704431E578}">
      <dgm:prSet phldrT="[Text]"/>
      <dgm:spPr/>
      <dgm:t>
        <a:bodyPr/>
        <a:lstStyle/>
        <a:p>
          <a:r>
            <a:rPr lang="en-US" dirty="0"/>
            <a:t>Task analysis</a:t>
          </a:r>
        </a:p>
      </dgm:t>
    </dgm:pt>
    <dgm:pt modelId="{E8678ACB-8C96-FB40-8E97-57A79E3F27B5}" type="parTrans" cxnId="{F825402F-C7E7-474B-9DC8-B0021458F538}">
      <dgm:prSet/>
      <dgm:spPr/>
      <dgm:t>
        <a:bodyPr/>
        <a:lstStyle/>
        <a:p>
          <a:endParaRPr lang="en-US"/>
        </a:p>
      </dgm:t>
    </dgm:pt>
    <dgm:pt modelId="{E6980CE0-3622-5A4A-9D23-49B15BCEC067}" type="sibTrans" cxnId="{F825402F-C7E7-474B-9DC8-B0021458F538}">
      <dgm:prSet/>
      <dgm:spPr/>
      <dgm:t>
        <a:bodyPr/>
        <a:lstStyle/>
        <a:p>
          <a:endParaRPr lang="en-US"/>
        </a:p>
      </dgm:t>
    </dgm:pt>
    <dgm:pt modelId="{330A33A2-CC9E-0145-B434-C4BC5ADF600A}">
      <dgm:prSet phldrT="[Text]"/>
      <dgm:spPr/>
      <dgm:t>
        <a:bodyPr/>
        <a:lstStyle/>
        <a:p>
          <a:r>
            <a:rPr lang="en-US" dirty="0"/>
            <a:t>HF testing data</a:t>
          </a:r>
        </a:p>
      </dgm:t>
    </dgm:pt>
    <dgm:pt modelId="{0005DF76-72DF-2A43-AE87-98D3644B0015}" type="parTrans" cxnId="{2A67DB26-B212-2D42-8404-CE4D8D85CBB5}">
      <dgm:prSet/>
      <dgm:spPr/>
      <dgm:t>
        <a:bodyPr/>
        <a:lstStyle/>
        <a:p>
          <a:endParaRPr lang="en-US"/>
        </a:p>
      </dgm:t>
    </dgm:pt>
    <dgm:pt modelId="{9C525F44-8703-D246-BB74-F599211727CD}" type="sibTrans" cxnId="{2A67DB26-B212-2D42-8404-CE4D8D85CBB5}">
      <dgm:prSet/>
      <dgm:spPr/>
      <dgm:t>
        <a:bodyPr/>
        <a:lstStyle/>
        <a:p>
          <a:endParaRPr lang="en-US"/>
        </a:p>
      </dgm:t>
    </dgm:pt>
    <dgm:pt modelId="{34374959-7553-7046-8A69-B2E1FA8F1E9F}">
      <dgm:prSet phldrT="[Text]"/>
      <dgm:spPr/>
      <dgm:t>
        <a:bodyPr/>
        <a:lstStyle/>
        <a:p>
          <a:r>
            <a:rPr lang="en-US" dirty="0"/>
            <a:t>Expert and heuristic analyses</a:t>
          </a:r>
        </a:p>
      </dgm:t>
    </dgm:pt>
    <dgm:pt modelId="{CB72BF6B-F1BC-BC4C-BA89-715FADC01973}" type="parTrans" cxnId="{2B929757-0728-5E4D-B241-EBB373BE155D}">
      <dgm:prSet/>
      <dgm:spPr/>
      <dgm:t>
        <a:bodyPr/>
        <a:lstStyle/>
        <a:p>
          <a:endParaRPr lang="en-US"/>
        </a:p>
      </dgm:t>
    </dgm:pt>
    <dgm:pt modelId="{18E0E616-023F-7642-8377-8873A17A8055}" type="sibTrans" cxnId="{2B929757-0728-5E4D-B241-EBB373BE155D}">
      <dgm:prSet/>
      <dgm:spPr/>
      <dgm:t>
        <a:bodyPr/>
        <a:lstStyle/>
        <a:p>
          <a:endParaRPr lang="en-US"/>
        </a:p>
      </dgm:t>
    </dgm:pt>
    <dgm:pt modelId="{957BE5CC-0443-4C41-8F48-C140D5009CD1}">
      <dgm:prSet phldrT="[Text]"/>
      <dgm:spPr/>
      <dgm:t>
        <a:bodyPr/>
        <a:lstStyle/>
        <a:p>
          <a:r>
            <a:rPr lang="en-US" dirty="0"/>
            <a:t>FMEAs</a:t>
          </a:r>
        </a:p>
      </dgm:t>
    </dgm:pt>
    <dgm:pt modelId="{56C461DA-43D5-BE4C-A23C-02647B694269}" type="parTrans" cxnId="{9FC897C8-1FC2-8E49-A536-BCEB7FC09C9D}">
      <dgm:prSet/>
      <dgm:spPr/>
      <dgm:t>
        <a:bodyPr/>
        <a:lstStyle/>
        <a:p>
          <a:endParaRPr lang="en-US"/>
        </a:p>
      </dgm:t>
    </dgm:pt>
    <dgm:pt modelId="{77E18EE0-601F-5B43-BA91-3EB3A895E7D0}" type="sibTrans" cxnId="{9FC897C8-1FC2-8E49-A536-BCEB7FC09C9D}">
      <dgm:prSet/>
      <dgm:spPr/>
      <dgm:t>
        <a:bodyPr/>
        <a:lstStyle/>
        <a:p>
          <a:endParaRPr lang="en-US"/>
        </a:p>
      </dgm:t>
    </dgm:pt>
    <dgm:pt modelId="{84FA6F7E-F61E-1A48-9ECD-E9E73FB2BEA9}">
      <dgm:prSet phldrT="[Text]"/>
      <dgm:spPr/>
      <dgm:t>
        <a:bodyPr/>
        <a:lstStyle/>
        <a:p>
          <a:r>
            <a:rPr lang="en-US" dirty="0"/>
            <a:t>Other sources</a:t>
          </a:r>
        </a:p>
      </dgm:t>
    </dgm:pt>
    <dgm:pt modelId="{483ED06E-9616-8744-97CC-20DEC21ABF7D}" type="parTrans" cxnId="{4C799704-97A1-0045-9930-0748C5E599E0}">
      <dgm:prSet/>
      <dgm:spPr/>
      <dgm:t>
        <a:bodyPr/>
        <a:lstStyle/>
        <a:p>
          <a:endParaRPr lang="en-US"/>
        </a:p>
      </dgm:t>
    </dgm:pt>
    <dgm:pt modelId="{0A7BE3EA-98C1-CA45-887C-B705B3C03B74}" type="sibTrans" cxnId="{4C799704-97A1-0045-9930-0748C5E599E0}">
      <dgm:prSet/>
      <dgm:spPr/>
      <dgm:t>
        <a:bodyPr/>
        <a:lstStyle/>
        <a:p>
          <a:endParaRPr lang="en-US"/>
        </a:p>
      </dgm:t>
    </dgm:pt>
    <dgm:pt modelId="{E9E91212-49B8-BD4C-BBB8-A26751BEE95B}" type="pres">
      <dgm:prSet presAssocID="{B83DC0B3-5EF0-664E-838F-04B083D0D31B}" presName="cycle" presStyleCnt="0">
        <dgm:presLayoutVars>
          <dgm:chMax val="1"/>
          <dgm:dir/>
          <dgm:animLvl val="ctr"/>
          <dgm:resizeHandles val="exact"/>
        </dgm:presLayoutVars>
      </dgm:prSet>
      <dgm:spPr/>
    </dgm:pt>
    <dgm:pt modelId="{A9E0D95A-4F2C-DF4B-B47A-4A18EEDDB266}" type="pres">
      <dgm:prSet presAssocID="{3A183204-DE0C-804A-A29F-8F819836DC0C}" presName="centerShape" presStyleLbl="node0" presStyleIdx="0" presStyleCnt="1"/>
      <dgm:spPr/>
    </dgm:pt>
    <dgm:pt modelId="{A5D9A5CB-1E09-1E45-9AD0-DC9B944E5842}" type="pres">
      <dgm:prSet presAssocID="{1554B203-6C69-7C49-B0AA-F1EB6426C7CF}" presName="parTrans" presStyleLbl="bgSibTrans2D1" presStyleIdx="0" presStyleCnt="7"/>
      <dgm:spPr/>
    </dgm:pt>
    <dgm:pt modelId="{3283BB18-5712-F04E-A317-454A3EE5A046}" type="pres">
      <dgm:prSet presAssocID="{1DADAC15-D2DC-644C-B0ED-48DE98E19C4F}" presName="node" presStyleLbl="node1" presStyleIdx="0" presStyleCnt="7">
        <dgm:presLayoutVars>
          <dgm:bulletEnabled val="1"/>
        </dgm:presLayoutVars>
      </dgm:prSet>
      <dgm:spPr/>
    </dgm:pt>
    <dgm:pt modelId="{DC985B95-B966-2F4E-9578-A3CC24751AE9}" type="pres">
      <dgm:prSet presAssocID="{C112FB30-13DF-3749-AA24-F191D58F23C9}" presName="parTrans" presStyleLbl="bgSibTrans2D1" presStyleIdx="1" presStyleCnt="7"/>
      <dgm:spPr/>
    </dgm:pt>
    <dgm:pt modelId="{B8988368-91BC-8A4F-8965-6BD733881FEF}" type="pres">
      <dgm:prSet presAssocID="{D1917F84-8EE2-4246-A780-EA60FC5B9B46}" presName="node" presStyleLbl="node1" presStyleIdx="1" presStyleCnt="7">
        <dgm:presLayoutVars>
          <dgm:bulletEnabled val="1"/>
        </dgm:presLayoutVars>
      </dgm:prSet>
      <dgm:spPr/>
    </dgm:pt>
    <dgm:pt modelId="{5E3F02FB-9B65-9F4E-95C9-28C3E105E66F}" type="pres">
      <dgm:prSet presAssocID="{E8678ACB-8C96-FB40-8E97-57A79E3F27B5}" presName="parTrans" presStyleLbl="bgSibTrans2D1" presStyleIdx="2" presStyleCnt="7"/>
      <dgm:spPr/>
    </dgm:pt>
    <dgm:pt modelId="{937606BD-42F5-E849-884E-8FAF21A3D249}" type="pres">
      <dgm:prSet presAssocID="{81AC88C6-2011-D641-ABC9-52704431E578}" presName="node" presStyleLbl="node1" presStyleIdx="2" presStyleCnt="7">
        <dgm:presLayoutVars>
          <dgm:bulletEnabled val="1"/>
        </dgm:presLayoutVars>
      </dgm:prSet>
      <dgm:spPr/>
    </dgm:pt>
    <dgm:pt modelId="{5F007BEC-E37A-7E4F-83ED-18A1E115F101}" type="pres">
      <dgm:prSet presAssocID="{0005DF76-72DF-2A43-AE87-98D3644B0015}" presName="parTrans" presStyleLbl="bgSibTrans2D1" presStyleIdx="3" presStyleCnt="7"/>
      <dgm:spPr/>
    </dgm:pt>
    <dgm:pt modelId="{298FA0D6-4720-1542-BF0E-D57188E062ED}" type="pres">
      <dgm:prSet presAssocID="{330A33A2-CC9E-0145-B434-C4BC5ADF600A}" presName="node" presStyleLbl="node1" presStyleIdx="3" presStyleCnt="7">
        <dgm:presLayoutVars>
          <dgm:bulletEnabled val="1"/>
        </dgm:presLayoutVars>
      </dgm:prSet>
      <dgm:spPr/>
    </dgm:pt>
    <dgm:pt modelId="{B43D319F-7906-1A4C-95EC-3E5FAEFBBDAA}" type="pres">
      <dgm:prSet presAssocID="{CB72BF6B-F1BC-BC4C-BA89-715FADC01973}" presName="parTrans" presStyleLbl="bgSibTrans2D1" presStyleIdx="4" presStyleCnt="7"/>
      <dgm:spPr/>
    </dgm:pt>
    <dgm:pt modelId="{14A603F6-8AF5-D94D-8E6A-237F6696D4A2}" type="pres">
      <dgm:prSet presAssocID="{34374959-7553-7046-8A69-B2E1FA8F1E9F}" presName="node" presStyleLbl="node1" presStyleIdx="4" presStyleCnt="7">
        <dgm:presLayoutVars>
          <dgm:bulletEnabled val="1"/>
        </dgm:presLayoutVars>
      </dgm:prSet>
      <dgm:spPr/>
    </dgm:pt>
    <dgm:pt modelId="{880B37FD-E843-034D-AE1C-73C22AA47AC1}" type="pres">
      <dgm:prSet presAssocID="{56C461DA-43D5-BE4C-A23C-02647B694269}" presName="parTrans" presStyleLbl="bgSibTrans2D1" presStyleIdx="5" presStyleCnt="7"/>
      <dgm:spPr/>
    </dgm:pt>
    <dgm:pt modelId="{B6CE7B36-EF1A-044F-8EE0-922FF6D68AC4}" type="pres">
      <dgm:prSet presAssocID="{957BE5CC-0443-4C41-8F48-C140D5009CD1}" presName="node" presStyleLbl="node1" presStyleIdx="5" presStyleCnt="7">
        <dgm:presLayoutVars>
          <dgm:bulletEnabled val="1"/>
        </dgm:presLayoutVars>
      </dgm:prSet>
      <dgm:spPr/>
    </dgm:pt>
    <dgm:pt modelId="{902491A5-A6BB-9B45-819A-07A6E04C25C5}" type="pres">
      <dgm:prSet presAssocID="{483ED06E-9616-8744-97CC-20DEC21ABF7D}" presName="parTrans" presStyleLbl="bgSibTrans2D1" presStyleIdx="6" presStyleCnt="7"/>
      <dgm:spPr/>
    </dgm:pt>
    <dgm:pt modelId="{05270862-A75E-5545-9910-7D29817E7CD5}" type="pres">
      <dgm:prSet presAssocID="{84FA6F7E-F61E-1A48-9ECD-E9E73FB2BEA9}" presName="node" presStyleLbl="node1" presStyleIdx="6" presStyleCnt="7">
        <dgm:presLayoutVars>
          <dgm:bulletEnabled val="1"/>
        </dgm:presLayoutVars>
      </dgm:prSet>
      <dgm:spPr/>
    </dgm:pt>
  </dgm:ptLst>
  <dgm:cxnLst>
    <dgm:cxn modelId="{4C799704-97A1-0045-9930-0748C5E599E0}" srcId="{3A183204-DE0C-804A-A29F-8F819836DC0C}" destId="{84FA6F7E-F61E-1A48-9ECD-E9E73FB2BEA9}" srcOrd="6" destOrd="0" parTransId="{483ED06E-9616-8744-97CC-20DEC21ABF7D}" sibTransId="{0A7BE3EA-98C1-CA45-887C-B705B3C03B74}"/>
    <dgm:cxn modelId="{A6C9E209-0910-7546-8D09-889960F442C0}" type="presOf" srcId="{D1917F84-8EE2-4246-A780-EA60FC5B9B46}" destId="{B8988368-91BC-8A4F-8965-6BD733881FEF}" srcOrd="0" destOrd="0" presId="urn:microsoft.com/office/officeart/2005/8/layout/radial4"/>
    <dgm:cxn modelId="{08BBF219-000A-EC41-AAC0-469C2F17BDF5}" type="presOf" srcId="{C112FB30-13DF-3749-AA24-F191D58F23C9}" destId="{DC985B95-B966-2F4E-9578-A3CC24751AE9}" srcOrd="0" destOrd="0" presId="urn:microsoft.com/office/officeart/2005/8/layout/radial4"/>
    <dgm:cxn modelId="{8FFB851A-8AEA-3A45-AA6F-2599F78F4C2C}" srcId="{B83DC0B3-5EF0-664E-838F-04B083D0D31B}" destId="{3A183204-DE0C-804A-A29F-8F819836DC0C}" srcOrd="0" destOrd="0" parTransId="{36ACB0E6-BA05-AE4C-8623-546C0B578D05}" sibTransId="{AE4CF756-26A4-E340-BEE0-9AAB2A10B068}"/>
    <dgm:cxn modelId="{B3E7CF21-944D-B24B-9CFD-61B2D6C5A183}" type="presOf" srcId="{81AC88C6-2011-D641-ABC9-52704431E578}" destId="{937606BD-42F5-E849-884E-8FAF21A3D249}" srcOrd="0" destOrd="0" presId="urn:microsoft.com/office/officeart/2005/8/layout/radial4"/>
    <dgm:cxn modelId="{F1285522-C1DF-B049-BE38-9C9F4AA3B52A}" type="presOf" srcId="{330A33A2-CC9E-0145-B434-C4BC5ADF600A}" destId="{298FA0D6-4720-1542-BF0E-D57188E062ED}" srcOrd="0" destOrd="0" presId="urn:microsoft.com/office/officeart/2005/8/layout/radial4"/>
    <dgm:cxn modelId="{2A67DB26-B212-2D42-8404-CE4D8D85CBB5}" srcId="{3A183204-DE0C-804A-A29F-8F819836DC0C}" destId="{330A33A2-CC9E-0145-B434-C4BC5ADF600A}" srcOrd="3" destOrd="0" parTransId="{0005DF76-72DF-2A43-AE87-98D3644B0015}" sibTransId="{9C525F44-8703-D246-BB74-F599211727CD}"/>
    <dgm:cxn modelId="{F825402F-C7E7-474B-9DC8-B0021458F538}" srcId="{3A183204-DE0C-804A-A29F-8F819836DC0C}" destId="{81AC88C6-2011-D641-ABC9-52704431E578}" srcOrd="2" destOrd="0" parTransId="{E8678ACB-8C96-FB40-8E97-57A79E3F27B5}" sibTransId="{E6980CE0-3622-5A4A-9D23-49B15BCEC067}"/>
    <dgm:cxn modelId="{768B983B-07C8-B942-92B4-18633C7AF23D}" type="presOf" srcId="{3A183204-DE0C-804A-A29F-8F819836DC0C}" destId="{A9E0D95A-4F2C-DF4B-B47A-4A18EEDDB266}" srcOrd="0" destOrd="0" presId="urn:microsoft.com/office/officeart/2005/8/layout/radial4"/>
    <dgm:cxn modelId="{2B929757-0728-5E4D-B241-EBB373BE155D}" srcId="{3A183204-DE0C-804A-A29F-8F819836DC0C}" destId="{34374959-7553-7046-8A69-B2E1FA8F1E9F}" srcOrd="4" destOrd="0" parTransId="{CB72BF6B-F1BC-BC4C-BA89-715FADC01973}" sibTransId="{18E0E616-023F-7642-8377-8873A17A8055}"/>
    <dgm:cxn modelId="{04949066-23D6-BB47-AC98-F0CC12F46B42}" type="presOf" srcId="{84FA6F7E-F61E-1A48-9ECD-E9E73FB2BEA9}" destId="{05270862-A75E-5545-9910-7D29817E7CD5}" srcOrd="0" destOrd="0" presId="urn:microsoft.com/office/officeart/2005/8/layout/radial4"/>
    <dgm:cxn modelId="{2DAC35A2-1320-5540-AB6C-B332B0DC37EA}" type="presOf" srcId="{34374959-7553-7046-8A69-B2E1FA8F1E9F}" destId="{14A603F6-8AF5-D94D-8E6A-237F6696D4A2}" srcOrd="0" destOrd="0" presId="urn:microsoft.com/office/officeart/2005/8/layout/radial4"/>
    <dgm:cxn modelId="{388C97C6-152A-3946-82C9-173DD44887E5}" type="presOf" srcId="{CB72BF6B-F1BC-BC4C-BA89-715FADC01973}" destId="{B43D319F-7906-1A4C-95EC-3E5FAEFBBDAA}" srcOrd="0" destOrd="0" presId="urn:microsoft.com/office/officeart/2005/8/layout/radial4"/>
    <dgm:cxn modelId="{9FC897C8-1FC2-8E49-A536-BCEB7FC09C9D}" srcId="{3A183204-DE0C-804A-A29F-8F819836DC0C}" destId="{957BE5CC-0443-4C41-8F48-C140D5009CD1}" srcOrd="5" destOrd="0" parTransId="{56C461DA-43D5-BE4C-A23C-02647B694269}" sibTransId="{77E18EE0-601F-5B43-BA91-3EB3A895E7D0}"/>
    <dgm:cxn modelId="{DBF4FAC9-9591-764D-959C-F887E1669888}" type="presOf" srcId="{1554B203-6C69-7C49-B0AA-F1EB6426C7CF}" destId="{A5D9A5CB-1E09-1E45-9AD0-DC9B944E5842}" srcOrd="0" destOrd="0" presId="urn:microsoft.com/office/officeart/2005/8/layout/radial4"/>
    <dgm:cxn modelId="{65096FCE-D699-B543-A575-34B28B273469}" type="presOf" srcId="{957BE5CC-0443-4C41-8F48-C140D5009CD1}" destId="{B6CE7B36-EF1A-044F-8EE0-922FF6D68AC4}" srcOrd="0" destOrd="0" presId="urn:microsoft.com/office/officeart/2005/8/layout/radial4"/>
    <dgm:cxn modelId="{0CA714D7-D219-E245-8A46-2FAD52412351}" type="presOf" srcId="{0005DF76-72DF-2A43-AE87-98D3644B0015}" destId="{5F007BEC-E37A-7E4F-83ED-18A1E115F101}" srcOrd="0" destOrd="0" presId="urn:microsoft.com/office/officeart/2005/8/layout/radial4"/>
    <dgm:cxn modelId="{182C74DB-83AF-A247-BE34-679AE3412AC8}" type="presOf" srcId="{56C461DA-43D5-BE4C-A23C-02647B694269}" destId="{880B37FD-E843-034D-AE1C-73C22AA47AC1}" srcOrd="0" destOrd="0" presId="urn:microsoft.com/office/officeart/2005/8/layout/radial4"/>
    <dgm:cxn modelId="{DDFA5BEF-FE97-EF4A-989C-EE120E2C254A}" srcId="{3A183204-DE0C-804A-A29F-8F819836DC0C}" destId="{D1917F84-8EE2-4246-A780-EA60FC5B9B46}" srcOrd="1" destOrd="0" parTransId="{C112FB30-13DF-3749-AA24-F191D58F23C9}" sibTransId="{9C241D77-8862-AD4D-AE33-48BA6B9C841E}"/>
    <dgm:cxn modelId="{2E4C8FF2-325D-9140-88EE-98055C91B42F}" type="presOf" srcId="{1DADAC15-D2DC-644C-B0ED-48DE98E19C4F}" destId="{3283BB18-5712-F04E-A317-454A3EE5A046}" srcOrd="0" destOrd="0" presId="urn:microsoft.com/office/officeart/2005/8/layout/radial4"/>
    <dgm:cxn modelId="{06CCF1F3-BBA7-6646-965F-8D344FDB2AF6}" type="presOf" srcId="{B83DC0B3-5EF0-664E-838F-04B083D0D31B}" destId="{E9E91212-49B8-BD4C-BBB8-A26751BEE95B}" srcOrd="0" destOrd="0" presId="urn:microsoft.com/office/officeart/2005/8/layout/radial4"/>
    <dgm:cxn modelId="{D7281EF5-E7B8-774D-B67A-877A2D959CD4}" type="presOf" srcId="{E8678ACB-8C96-FB40-8E97-57A79E3F27B5}" destId="{5E3F02FB-9B65-9F4E-95C9-28C3E105E66F}" srcOrd="0" destOrd="0" presId="urn:microsoft.com/office/officeart/2005/8/layout/radial4"/>
    <dgm:cxn modelId="{B3E64FF7-0888-CC47-AD18-36574A661164}" srcId="{3A183204-DE0C-804A-A29F-8F819836DC0C}" destId="{1DADAC15-D2DC-644C-B0ED-48DE98E19C4F}" srcOrd="0" destOrd="0" parTransId="{1554B203-6C69-7C49-B0AA-F1EB6426C7CF}" sibTransId="{D321AA5C-8D89-2A40-96FA-09359B28FEE1}"/>
    <dgm:cxn modelId="{90C5C3FC-B007-3247-AE16-B09EB94D96CC}" type="presOf" srcId="{483ED06E-9616-8744-97CC-20DEC21ABF7D}" destId="{902491A5-A6BB-9B45-819A-07A6E04C25C5}" srcOrd="0" destOrd="0" presId="urn:microsoft.com/office/officeart/2005/8/layout/radial4"/>
    <dgm:cxn modelId="{E74B4E16-9DCD-1941-A7BE-7E056E1C8A70}" type="presParOf" srcId="{E9E91212-49B8-BD4C-BBB8-A26751BEE95B}" destId="{A9E0D95A-4F2C-DF4B-B47A-4A18EEDDB266}" srcOrd="0" destOrd="0" presId="urn:microsoft.com/office/officeart/2005/8/layout/radial4"/>
    <dgm:cxn modelId="{60B7F655-C93B-D046-A32E-832E656AB9CB}" type="presParOf" srcId="{E9E91212-49B8-BD4C-BBB8-A26751BEE95B}" destId="{A5D9A5CB-1E09-1E45-9AD0-DC9B944E5842}" srcOrd="1" destOrd="0" presId="urn:microsoft.com/office/officeart/2005/8/layout/radial4"/>
    <dgm:cxn modelId="{2C951342-05D9-074A-9CF5-899A6DBDAB4E}" type="presParOf" srcId="{E9E91212-49B8-BD4C-BBB8-A26751BEE95B}" destId="{3283BB18-5712-F04E-A317-454A3EE5A046}" srcOrd="2" destOrd="0" presId="urn:microsoft.com/office/officeart/2005/8/layout/radial4"/>
    <dgm:cxn modelId="{6F5B25B6-16A1-FB4F-87AD-C7651A37A8D6}" type="presParOf" srcId="{E9E91212-49B8-BD4C-BBB8-A26751BEE95B}" destId="{DC985B95-B966-2F4E-9578-A3CC24751AE9}" srcOrd="3" destOrd="0" presId="urn:microsoft.com/office/officeart/2005/8/layout/radial4"/>
    <dgm:cxn modelId="{9FA2A331-5A20-334F-A757-D0E1F4FAF296}" type="presParOf" srcId="{E9E91212-49B8-BD4C-BBB8-A26751BEE95B}" destId="{B8988368-91BC-8A4F-8965-6BD733881FEF}" srcOrd="4" destOrd="0" presId="urn:microsoft.com/office/officeart/2005/8/layout/radial4"/>
    <dgm:cxn modelId="{5DC914D7-71C4-6A43-8789-92000BC79341}" type="presParOf" srcId="{E9E91212-49B8-BD4C-BBB8-A26751BEE95B}" destId="{5E3F02FB-9B65-9F4E-95C9-28C3E105E66F}" srcOrd="5" destOrd="0" presId="urn:microsoft.com/office/officeart/2005/8/layout/radial4"/>
    <dgm:cxn modelId="{03BDF6E1-0A27-C04E-80C3-F9B0E115B2CD}" type="presParOf" srcId="{E9E91212-49B8-BD4C-BBB8-A26751BEE95B}" destId="{937606BD-42F5-E849-884E-8FAF21A3D249}" srcOrd="6" destOrd="0" presId="urn:microsoft.com/office/officeart/2005/8/layout/radial4"/>
    <dgm:cxn modelId="{3CB47337-0EA3-D94F-813F-B22798D0F20C}" type="presParOf" srcId="{E9E91212-49B8-BD4C-BBB8-A26751BEE95B}" destId="{5F007BEC-E37A-7E4F-83ED-18A1E115F101}" srcOrd="7" destOrd="0" presId="urn:microsoft.com/office/officeart/2005/8/layout/radial4"/>
    <dgm:cxn modelId="{E3A61680-B66F-1F4B-BE09-76427290F42C}" type="presParOf" srcId="{E9E91212-49B8-BD4C-BBB8-A26751BEE95B}" destId="{298FA0D6-4720-1542-BF0E-D57188E062ED}" srcOrd="8" destOrd="0" presId="urn:microsoft.com/office/officeart/2005/8/layout/radial4"/>
    <dgm:cxn modelId="{289BE75F-741D-E443-9BF6-04CCB976372B}" type="presParOf" srcId="{E9E91212-49B8-BD4C-BBB8-A26751BEE95B}" destId="{B43D319F-7906-1A4C-95EC-3E5FAEFBBDAA}" srcOrd="9" destOrd="0" presId="urn:microsoft.com/office/officeart/2005/8/layout/radial4"/>
    <dgm:cxn modelId="{A6167DE3-96DC-D647-B418-665D0626F928}" type="presParOf" srcId="{E9E91212-49B8-BD4C-BBB8-A26751BEE95B}" destId="{14A603F6-8AF5-D94D-8E6A-237F6696D4A2}" srcOrd="10" destOrd="0" presId="urn:microsoft.com/office/officeart/2005/8/layout/radial4"/>
    <dgm:cxn modelId="{E16C8584-1F13-A643-BA59-D0ED975956F8}" type="presParOf" srcId="{E9E91212-49B8-BD4C-BBB8-A26751BEE95B}" destId="{880B37FD-E843-034D-AE1C-73C22AA47AC1}" srcOrd="11" destOrd="0" presId="urn:microsoft.com/office/officeart/2005/8/layout/radial4"/>
    <dgm:cxn modelId="{2DB40C2D-7B91-5943-B90A-31CFC94657EE}" type="presParOf" srcId="{E9E91212-49B8-BD4C-BBB8-A26751BEE95B}" destId="{B6CE7B36-EF1A-044F-8EE0-922FF6D68AC4}" srcOrd="12" destOrd="0" presId="urn:microsoft.com/office/officeart/2005/8/layout/radial4"/>
    <dgm:cxn modelId="{B37BDA83-5DE8-7847-B602-9D865A6B3C2E}" type="presParOf" srcId="{E9E91212-49B8-BD4C-BBB8-A26751BEE95B}" destId="{902491A5-A6BB-9B45-819A-07A6E04C25C5}" srcOrd="13" destOrd="0" presId="urn:microsoft.com/office/officeart/2005/8/layout/radial4"/>
    <dgm:cxn modelId="{BF5F2E22-B3E5-B643-9691-12150BB32BAD}" type="presParOf" srcId="{E9E91212-49B8-BD4C-BBB8-A26751BEE95B}" destId="{05270862-A75E-5545-9910-7D29817E7CD5}" srcOrd="14"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136784-5726-4A20-BECF-7175C9DE1075}">
      <dsp:nvSpPr>
        <dsp:cNvPr id="0" name=""/>
        <dsp:cNvSpPr/>
      </dsp:nvSpPr>
      <dsp:spPr>
        <a:xfrm>
          <a:off x="0" y="4286"/>
          <a:ext cx="7886700" cy="912971"/>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92F8F786-3CE5-4378-9727-7BAC1CFF5226}">
      <dsp:nvSpPr>
        <dsp:cNvPr id="0" name=""/>
        <dsp:cNvSpPr/>
      </dsp:nvSpPr>
      <dsp:spPr>
        <a:xfrm>
          <a:off x="276173" y="209704"/>
          <a:ext cx="502134" cy="5021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C5FBCF-DE2E-4DEA-9802-F8C1957B4D53}">
      <dsp:nvSpPr>
        <dsp:cNvPr id="0" name=""/>
        <dsp:cNvSpPr/>
      </dsp:nvSpPr>
      <dsp:spPr>
        <a:xfrm>
          <a:off x="1054481" y="4286"/>
          <a:ext cx="6832218" cy="912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623" tIns="96623" rIns="96623" bIns="96623" numCol="1" spcCol="1270" anchor="ctr" anchorCtr="0">
          <a:noAutofit/>
        </a:bodyPr>
        <a:lstStyle/>
        <a:p>
          <a:pPr marL="0" lvl="0" indent="0" algn="l" defTabSz="844550">
            <a:lnSpc>
              <a:spcPct val="100000"/>
            </a:lnSpc>
            <a:spcBef>
              <a:spcPct val="0"/>
            </a:spcBef>
            <a:spcAft>
              <a:spcPct val="35000"/>
            </a:spcAft>
            <a:buNone/>
          </a:pPr>
          <a:r>
            <a:rPr lang="en-US" sz="1900" kern="1200" dirty="0"/>
            <a:t>Use specification</a:t>
          </a:r>
        </a:p>
      </dsp:txBody>
      <dsp:txXfrm>
        <a:off x="1054481" y="4286"/>
        <a:ext cx="6832218" cy="912971"/>
      </dsp:txXfrm>
    </dsp:sp>
    <dsp:sp modelId="{B2352EA3-A499-4931-B48C-4D253490674A}">
      <dsp:nvSpPr>
        <dsp:cNvPr id="0" name=""/>
        <dsp:cNvSpPr/>
      </dsp:nvSpPr>
      <dsp:spPr>
        <a:xfrm>
          <a:off x="0" y="1145500"/>
          <a:ext cx="7886700" cy="9129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B51C97-A4BA-4A75-9802-5BA552F801DD}">
      <dsp:nvSpPr>
        <dsp:cNvPr id="0" name=""/>
        <dsp:cNvSpPr/>
      </dsp:nvSpPr>
      <dsp:spPr>
        <a:xfrm>
          <a:off x="276173" y="1350918"/>
          <a:ext cx="502134" cy="5021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E3BA1D-21DF-49B2-84E9-400599929C06}">
      <dsp:nvSpPr>
        <dsp:cNvPr id="0" name=""/>
        <dsp:cNvSpPr/>
      </dsp:nvSpPr>
      <dsp:spPr>
        <a:xfrm>
          <a:off x="1054481" y="1145500"/>
          <a:ext cx="6832218" cy="912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623" tIns="96623" rIns="96623" bIns="96623" numCol="1" spcCol="1270" anchor="ctr" anchorCtr="0">
          <a:noAutofit/>
        </a:bodyPr>
        <a:lstStyle/>
        <a:p>
          <a:pPr marL="0" lvl="0" indent="0" algn="l" defTabSz="844550">
            <a:lnSpc>
              <a:spcPct val="100000"/>
            </a:lnSpc>
            <a:spcBef>
              <a:spcPct val="0"/>
            </a:spcBef>
            <a:spcAft>
              <a:spcPct val="35000"/>
            </a:spcAft>
            <a:buNone/>
          </a:pPr>
          <a:r>
            <a:rPr lang="en-US" sz="1900" kern="1200" dirty="0"/>
            <a:t>Use-related risk analysis (URRA)</a:t>
          </a:r>
        </a:p>
      </dsp:txBody>
      <dsp:txXfrm>
        <a:off x="1054481" y="1145500"/>
        <a:ext cx="6832218" cy="912971"/>
      </dsp:txXfrm>
    </dsp:sp>
    <dsp:sp modelId="{F3F73FD6-60F9-4A3F-9637-2B8E2653AC80}">
      <dsp:nvSpPr>
        <dsp:cNvPr id="0" name=""/>
        <dsp:cNvSpPr/>
      </dsp:nvSpPr>
      <dsp:spPr>
        <a:xfrm>
          <a:off x="0" y="2286714"/>
          <a:ext cx="7886700" cy="912971"/>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5735127A-ABAB-43E1-BDAB-A9A90E2ABA19}">
      <dsp:nvSpPr>
        <dsp:cNvPr id="0" name=""/>
        <dsp:cNvSpPr/>
      </dsp:nvSpPr>
      <dsp:spPr>
        <a:xfrm>
          <a:off x="276173" y="2492132"/>
          <a:ext cx="502134" cy="50213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71BF5F-29EA-4BB5-86FE-CAC509EC7B30}">
      <dsp:nvSpPr>
        <dsp:cNvPr id="0" name=""/>
        <dsp:cNvSpPr/>
      </dsp:nvSpPr>
      <dsp:spPr>
        <a:xfrm>
          <a:off x="1054481" y="2286714"/>
          <a:ext cx="6832218" cy="912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623" tIns="96623" rIns="96623" bIns="96623" numCol="1" spcCol="1270" anchor="ctr" anchorCtr="0">
          <a:noAutofit/>
        </a:bodyPr>
        <a:lstStyle/>
        <a:p>
          <a:pPr marL="0" lvl="0" indent="0" algn="l" defTabSz="844550">
            <a:lnSpc>
              <a:spcPct val="100000"/>
            </a:lnSpc>
            <a:spcBef>
              <a:spcPct val="0"/>
            </a:spcBef>
            <a:spcAft>
              <a:spcPct val="35000"/>
            </a:spcAft>
            <a:buNone/>
          </a:pPr>
          <a:r>
            <a:rPr lang="en-US" sz="1900" kern="1200" dirty="0"/>
            <a:t>User interface design (including risk control measures)</a:t>
          </a:r>
        </a:p>
      </dsp:txBody>
      <dsp:txXfrm>
        <a:off x="1054481" y="2286714"/>
        <a:ext cx="6832218" cy="912971"/>
      </dsp:txXfrm>
    </dsp:sp>
    <dsp:sp modelId="{5A1C0DAE-6C18-4508-9AEC-9564B8E5202B}">
      <dsp:nvSpPr>
        <dsp:cNvPr id="0" name=""/>
        <dsp:cNvSpPr/>
      </dsp:nvSpPr>
      <dsp:spPr>
        <a:xfrm>
          <a:off x="0" y="3427928"/>
          <a:ext cx="7886700" cy="912971"/>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AF52EB1F-772F-4456-B5EF-32ED0BBE8750}">
      <dsp:nvSpPr>
        <dsp:cNvPr id="0" name=""/>
        <dsp:cNvSpPr/>
      </dsp:nvSpPr>
      <dsp:spPr>
        <a:xfrm>
          <a:off x="276173" y="3633346"/>
          <a:ext cx="502134" cy="50213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2D4BFD-867B-4DA3-AAFC-8DAFD0512090}">
      <dsp:nvSpPr>
        <dsp:cNvPr id="0" name=""/>
        <dsp:cNvSpPr/>
      </dsp:nvSpPr>
      <dsp:spPr>
        <a:xfrm>
          <a:off x="1054481" y="3427928"/>
          <a:ext cx="6832218" cy="912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623" tIns="96623" rIns="96623" bIns="96623" numCol="1" spcCol="1270" anchor="ctr" anchorCtr="0">
          <a:noAutofit/>
        </a:bodyPr>
        <a:lstStyle/>
        <a:p>
          <a:pPr marL="0" lvl="0" indent="0" algn="l" defTabSz="844550">
            <a:lnSpc>
              <a:spcPct val="100000"/>
            </a:lnSpc>
            <a:spcBef>
              <a:spcPct val="0"/>
            </a:spcBef>
            <a:spcAft>
              <a:spcPct val="35000"/>
            </a:spcAft>
            <a:buNone/>
          </a:pPr>
          <a:r>
            <a:rPr lang="en-US" sz="1900" kern="1200" dirty="0"/>
            <a:t>Formative and validation testing</a:t>
          </a:r>
        </a:p>
      </dsp:txBody>
      <dsp:txXfrm>
        <a:off x="1054481" y="3427928"/>
        <a:ext cx="6832218" cy="912971"/>
      </dsp:txXfrm>
    </dsp:sp>
    <dsp:sp modelId="{4440A3BC-5F34-49EC-9F6B-1BA10A2CAF1E}">
      <dsp:nvSpPr>
        <dsp:cNvPr id="0" name=""/>
        <dsp:cNvSpPr/>
      </dsp:nvSpPr>
      <dsp:spPr>
        <a:xfrm>
          <a:off x="0" y="4569142"/>
          <a:ext cx="7886700" cy="912971"/>
        </a:xfrm>
        <a:prstGeom prst="roundRect">
          <a:avLst>
            <a:gd name="adj" fmla="val 10000"/>
          </a:avLst>
        </a:prstGeom>
        <a:noFill/>
        <a:ln>
          <a:noFill/>
        </a:ln>
        <a:effectLst/>
      </dsp:spPr>
      <dsp:style>
        <a:lnRef idx="0">
          <a:scrgbClr r="0" g="0" b="0"/>
        </a:lnRef>
        <a:fillRef idx="1">
          <a:scrgbClr r="0" g="0" b="0"/>
        </a:fillRef>
        <a:effectRef idx="0">
          <a:scrgbClr r="0" g="0" b="0"/>
        </a:effectRef>
        <a:fontRef idx="minor"/>
      </dsp:style>
    </dsp:sp>
    <dsp:sp modelId="{97AB5F57-C49A-493C-AC5E-E95D6405C585}">
      <dsp:nvSpPr>
        <dsp:cNvPr id="0" name=""/>
        <dsp:cNvSpPr/>
      </dsp:nvSpPr>
      <dsp:spPr>
        <a:xfrm>
          <a:off x="276173" y="4774561"/>
          <a:ext cx="502134" cy="50213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D7774A-D7A4-447B-93AE-BCE70AF77192}">
      <dsp:nvSpPr>
        <dsp:cNvPr id="0" name=""/>
        <dsp:cNvSpPr/>
      </dsp:nvSpPr>
      <dsp:spPr>
        <a:xfrm>
          <a:off x="1054481" y="4569142"/>
          <a:ext cx="6832218" cy="912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623" tIns="96623" rIns="96623" bIns="96623" numCol="1" spcCol="1270" anchor="ctr" anchorCtr="0">
          <a:noAutofit/>
        </a:bodyPr>
        <a:lstStyle/>
        <a:p>
          <a:pPr marL="0" lvl="0" indent="0" algn="l" defTabSz="844550">
            <a:lnSpc>
              <a:spcPct val="100000"/>
            </a:lnSpc>
            <a:spcBef>
              <a:spcPct val="0"/>
            </a:spcBef>
            <a:spcAft>
              <a:spcPct val="35000"/>
            </a:spcAft>
            <a:buNone/>
          </a:pPr>
          <a:r>
            <a:rPr lang="en-US" sz="1900" kern="1200"/>
            <a:t>Report / submission documents</a:t>
          </a:r>
        </a:p>
      </dsp:txBody>
      <dsp:txXfrm>
        <a:off x="1054481" y="4569142"/>
        <a:ext cx="6832218" cy="9129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E0D95A-4F2C-DF4B-B47A-4A18EEDDB266}">
      <dsp:nvSpPr>
        <dsp:cNvPr id="0" name=""/>
        <dsp:cNvSpPr/>
      </dsp:nvSpPr>
      <dsp:spPr>
        <a:xfrm>
          <a:off x="2821150" y="2777039"/>
          <a:ext cx="1859278" cy="1859278"/>
        </a:xfrm>
        <a:prstGeom prst="ellipse">
          <a:avLst/>
        </a:prstGeom>
        <a:solidFill>
          <a:schemeClr val="accent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Potential use errors</a:t>
          </a:r>
        </a:p>
      </dsp:txBody>
      <dsp:txXfrm>
        <a:off x="3093435" y="3049324"/>
        <a:ext cx="1314708" cy="1314708"/>
      </dsp:txXfrm>
    </dsp:sp>
    <dsp:sp modelId="{A5D9A5CB-1E09-1E45-9AD0-DC9B944E5842}">
      <dsp:nvSpPr>
        <dsp:cNvPr id="0" name=""/>
        <dsp:cNvSpPr/>
      </dsp:nvSpPr>
      <dsp:spPr>
        <a:xfrm rot="10800000">
          <a:off x="652790" y="3441731"/>
          <a:ext cx="2049100" cy="529894"/>
        </a:xfrm>
        <a:prstGeom prst="lef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283BB18-5712-F04E-A317-454A3EE5A046}">
      <dsp:nvSpPr>
        <dsp:cNvPr id="0" name=""/>
        <dsp:cNvSpPr/>
      </dsp:nvSpPr>
      <dsp:spPr>
        <a:xfrm>
          <a:off x="2043" y="3186081"/>
          <a:ext cx="1301494" cy="104119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Known use- problems  analysis</a:t>
          </a:r>
        </a:p>
      </dsp:txBody>
      <dsp:txXfrm>
        <a:off x="32539" y="3216577"/>
        <a:ext cx="1240502" cy="980203"/>
      </dsp:txXfrm>
    </dsp:sp>
    <dsp:sp modelId="{DC985B95-B966-2F4E-9578-A3CC24751AE9}">
      <dsp:nvSpPr>
        <dsp:cNvPr id="0" name=""/>
        <dsp:cNvSpPr/>
      </dsp:nvSpPr>
      <dsp:spPr>
        <a:xfrm rot="12600000">
          <a:off x="930580" y="2405007"/>
          <a:ext cx="2049100" cy="529894"/>
        </a:xfrm>
        <a:prstGeom prst="leftArrow">
          <a:avLst>
            <a:gd name="adj1" fmla="val 60000"/>
            <a:gd name="adj2" fmla="val 50000"/>
          </a:avLst>
        </a:prstGeom>
        <a:solidFill>
          <a:schemeClr val="accent2">
            <a:hueOff val="-510301"/>
            <a:satOff val="-15107"/>
            <a:lumOff val="235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8988368-91BC-8A4F-8965-6BD733881FEF}">
      <dsp:nvSpPr>
        <dsp:cNvPr id="0" name=""/>
        <dsp:cNvSpPr/>
      </dsp:nvSpPr>
      <dsp:spPr>
        <a:xfrm>
          <a:off x="417096" y="1637081"/>
          <a:ext cx="1301494" cy="1041195"/>
        </a:xfrm>
        <a:prstGeom prst="roundRect">
          <a:avLst>
            <a:gd name="adj" fmla="val 10000"/>
          </a:avLst>
        </a:prstGeom>
        <a:solidFill>
          <a:schemeClr val="accent2">
            <a:hueOff val="-510301"/>
            <a:satOff val="-15107"/>
            <a:lumOff val="23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Post market surveillance </a:t>
          </a:r>
        </a:p>
      </dsp:txBody>
      <dsp:txXfrm>
        <a:off x="447592" y="1667577"/>
        <a:ext cx="1240502" cy="980203"/>
      </dsp:txXfrm>
    </dsp:sp>
    <dsp:sp modelId="{5E3F02FB-9B65-9F4E-95C9-28C3E105E66F}">
      <dsp:nvSpPr>
        <dsp:cNvPr id="0" name=""/>
        <dsp:cNvSpPr/>
      </dsp:nvSpPr>
      <dsp:spPr>
        <a:xfrm rot="14400000">
          <a:off x="1689515" y="1646072"/>
          <a:ext cx="2049100" cy="529894"/>
        </a:xfrm>
        <a:prstGeom prst="leftArrow">
          <a:avLst>
            <a:gd name="adj1" fmla="val 60000"/>
            <a:gd name="adj2" fmla="val 50000"/>
          </a:avLst>
        </a:prstGeom>
        <a:solidFill>
          <a:schemeClr val="accent2">
            <a:hueOff val="-1020602"/>
            <a:satOff val="-30213"/>
            <a:lumOff val="470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37606BD-42F5-E849-884E-8FAF21A3D249}">
      <dsp:nvSpPr>
        <dsp:cNvPr id="0" name=""/>
        <dsp:cNvSpPr/>
      </dsp:nvSpPr>
      <dsp:spPr>
        <a:xfrm>
          <a:off x="1551042" y="503135"/>
          <a:ext cx="1301494" cy="1041195"/>
        </a:xfrm>
        <a:prstGeom prst="roundRect">
          <a:avLst>
            <a:gd name="adj" fmla="val 10000"/>
          </a:avLst>
        </a:prstGeom>
        <a:solidFill>
          <a:schemeClr val="accent2">
            <a:hueOff val="-1020602"/>
            <a:satOff val="-30213"/>
            <a:lumOff val="470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Task analysis</a:t>
          </a:r>
        </a:p>
      </dsp:txBody>
      <dsp:txXfrm>
        <a:off x="1581538" y="533631"/>
        <a:ext cx="1240502" cy="980203"/>
      </dsp:txXfrm>
    </dsp:sp>
    <dsp:sp modelId="{5F007BEC-E37A-7E4F-83ED-18A1E115F101}">
      <dsp:nvSpPr>
        <dsp:cNvPr id="0" name=""/>
        <dsp:cNvSpPr/>
      </dsp:nvSpPr>
      <dsp:spPr>
        <a:xfrm rot="16200000">
          <a:off x="2726239" y="1368282"/>
          <a:ext cx="2049100" cy="529894"/>
        </a:xfrm>
        <a:prstGeom prst="leftArrow">
          <a:avLst>
            <a:gd name="adj1" fmla="val 60000"/>
            <a:gd name="adj2" fmla="val 50000"/>
          </a:avLst>
        </a:prstGeom>
        <a:solidFill>
          <a:schemeClr val="accent2">
            <a:hueOff val="-1530902"/>
            <a:satOff val="-45320"/>
            <a:lumOff val="705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98FA0D6-4720-1542-BF0E-D57188E062ED}">
      <dsp:nvSpPr>
        <dsp:cNvPr id="0" name=""/>
        <dsp:cNvSpPr/>
      </dsp:nvSpPr>
      <dsp:spPr>
        <a:xfrm>
          <a:off x="3100042" y="88081"/>
          <a:ext cx="1301494" cy="1041195"/>
        </a:xfrm>
        <a:prstGeom prst="roundRect">
          <a:avLst>
            <a:gd name="adj" fmla="val 10000"/>
          </a:avLst>
        </a:prstGeom>
        <a:solidFill>
          <a:schemeClr val="accent2">
            <a:hueOff val="-1530902"/>
            <a:satOff val="-45320"/>
            <a:lumOff val="70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HF testing data</a:t>
          </a:r>
        </a:p>
      </dsp:txBody>
      <dsp:txXfrm>
        <a:off x="3130538" y="118577"/>
        <a:ext cx="1240502" cy="980203"/>
      </dsp:txXfrm>
    </dsp:sp>
    <dsp:sp modelId="{B43D319F-7906-1A4C-95EC-3E5FAEFBBDAA}">
      <dsp:nvSpPr>
        <dsp:cNvPr id="0" name=""/>
        <dsp:cNvSpPr/>
      </dsp:nvSpPr>
      <dsp:spPr>
        <a:xfrm rot="18000000">
          <a:off x="3762964" y="1646072"/>
          <a:ext cx="2049100" cy="529894"/>
        </a:xfrm>
        <a:prstGeom prst="leftArrow">
          <a:avLst>
            <a:gd name="adj1" fmla="val 60000"/>
            <a:gd name="adj2" fmla="val 50000"/>
          </a:avLst>
        </a:prstGeom>
        <a:solidFill>
          <a:schemeClr val="accent2">
            <a:hueOff val="-2041203"/>
            <a:satOff val="-60427"/>
            <a:lumOff val="941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4A603F6-8AF5-D94D-8E6A-237F6696D4A2}">
      <dsp:nvSpPr>
        <dsp:cNvPr id="0" name=""/>
        <dsp:cNvSpPr/>
      </dsp:nvSpPr>
      <dsp:spPr>
        <a:xfrm>
          <a:off x="4649042" y="503135"/>
          <a:ext cx="1301494" cy="1041195"/>
        </a:xfrm>
        <a:prstGeom prst="roundRect">
          <a:avLst>
            <a:gd name="adj" fmla="val 10000"/>
          </a:avLst>
        </a:prstGeom>
        <a:solidFill>
          <a:schemeClr val="accent2">
            <a:hueOff val="-2041203"/>
            <a:satOff val="-60427"/>
            <a:lumOff val="941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Expert and heuristic analyses</a:t>
          </a:r>
        </a:p>
      </dsp:txBody>
      <dsp:txXfrm>
        <a:off x="4679538" y="533631"/>
        <a:ext cx="1240502" cy="980203"/>
      </dsp:txXfrm>
    </dsp:sp>
    <dsp:sp modelId="{880B37FD-E843-034D-AE1C-73C22AA47AC1}">
      <dsp:nvSpPr>
        <dsp:cNvPr id="0" name=""/>
        <dsp:cNvSpPr/>
      </dsp:nvSpPr>
      <dsp:spPr>
        <a:xfrm rot="19800000">
          <a:off x="4521899" y="2405007"/>
          <a:ext cx="2049100" cy="529894"/>
        </a:xfrm>
        <a:prstGeom prst="leftArrow">
          <a:avLst>
            <a:gd name="adj1" fmla="val 60000"/>
            <a:gd name="adj2" fmla="val 50000"/>
          </a:avLst>
        </a:prstGeom>
        <a:solidFill>
          <a:schemeClr val="accent2">
            <a:hueOff val="-2551504"/>
            <a:satOff val="-75533"/>
            <a:lumOff val="1176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6CE7B36-EF1A-044F-8EE0-922FF6D68AC4}">
      <dsp:nvSpPr>
        <dsp:cNvPr id="0" name=""/>
        <dsp:cNvSpPr/>
      </dsp:nvSpPr>
      <dsp:spPr>
        <a:xfrm>
          <a:off x="5782988" y="1637081"/>
          <a:ext cx="1301494" cy="1041195"/>
        </a:xfrm>
        <a:prstGeom prst="roundRect">
          <a:avLst>
            <a:gd name="adj" fmla="val 10000"/>
          </a:avLst>
        </a:prstGeom>
        <a:solidFill>
          <a:schemeClr val="accent2">
            <a:hueOff val="-2551504"/>
            <a:satOff val="-75533"/>
            <a:lumOff val="1176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FMEAs</a:t>
          </a:r>
        </a:p>
      </dsp:txBody>
      <dsp:txXfrm>
        <a:off x="5813484" y="1667577"/>
        <a:ext cx="1240502" cy="980203"/>
      </dsp:txXfrm>
    </dsp:sp>
    <dsp:sp modelId="{902491A5-A6BB-9B45-819A-07A6E04C25C5}">
      <dsp:nvSpPr>
        <dsp:cNvPr id="0" name=""/>
        <dsp:cNvSpPr/>
      </dsp:nvSpPr>
      <dsp:spPr>
        <a:xfrm>
          <a:off x="4799688" y="3441731"/>
          <a:ext cx="2049100" cy="529894"/>
        </a:xfrm>
        <a:prstGeom prst="leftArrow">
          <a:avLst>
            <a:gd name="adj1" fmla="val 60000"/>
            <a:gd name="adj2" fmla="val 50000"/>
          </a:avLst>
        </a:prstGeom>
        <a:solidFill>
          <a:schemeClr val="accent2">
            <a:hueOff val="-3061805"/>
            <a:satOff val="-90640"/>
            <a:lumOff val="1411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270862-A75E-5545-9910-7D29817E7CD5}">
      <dsp:nvSpPr>
        <dsp:cNvPr id="0" name=""/>
        <dsp:cNvSpPr/>
      </dsp:nvSpPr>
      <dsp:spPr>
        <a:xfrm>
          <a:off x="6198041" y="3186081"/>
          <a:ext cx="1301494" cy="1041195"/>
        </a:xfrm>
        <a:prstGeom prst="roundRect">
          <a:avLst>
            <a:gd name="adj" fmla="val 10000"/>
          </a:avLst>
        </a:prstGeom>
        <a:solidFill>
          <a:schemeClr val="accent2">
            <a:hueOff val="-3061805"/>
            <a:satOff val="-90640"/>
            <a:lumOff val="141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Other sources</a:t>
          </a:r>
        </a:p>
      </dsp:txBody>
      <dsp:txXfrm>
        <a:off x="6228537" y="3216577"/>
        <a:ext cx="1240502" cy="98020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8" name="Shape 58"/>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59" name="Shape 59"/>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3179586001"/>
      </p:ext>
    </p:extLst>
  </p:cSld>
  <p:clrMap bg1="lt1" tx1="dk1" bg2="lt2" tx2="dk2" accent1="accent1" accent2="accent2" accent3="accent3" accent4="accent4" accent5="accent5" accent6="accent6" hlink="hlink" folHlink="folHlink"/>
  <p:notesStyle>
    <a:lvl1pPr defTabSz="457200">
      <a:lnSpc>
        <a:spcPct val="125000"/>
      </a:lnSpc>
      <a:defRPr sz="2400">
        <a:latin typeface="+mn-lt"/>
        <a:ea typeface="+mn-ea"/>
        <a:cs typeface="+mn-cs"/>
        <a:sym typeface="Avenir Roman"/>
      </a:defRPr>
    </a:lvl1pPr>
    <a:lvl2pPr indent="228600" defTabSz="457200">
      <a:lnSpc>
        <a:spcPct val="125000"/>
      </a:lnSpc>
      <a:defRPr sz="2400">
        <a:latin typeface="+mn-lt"/>
        <a:ea typeface="+mn-ea"/>
        <a:cs typeface="+mn-cs"/>
        <a:sym typeface="Avenir Roman"/>
      </a:defRPr>
    </a:lvl2pPr>
    <a:lvl3pPr indent="457200" defTabSz="457200">
      <a:lnSpc>
        <a:spcPct val="125000"/>
      </a:lnSpc>
      <a:defRPr sz="2400">
        <a:latin typeface="+mn-lt"/>
        <a:ea typeface="+mn-ea"/>
        <a:cs typeface="+mn-cs"/>
        <a:sym typeface="Avenir Roman"/>
      </a:defRPr>
    </a:lvl3pPr>
    <a:lvl4pPr indent="685800" defTabSz="457200">
      <a:lnSpc>
        <a:spcPct val="125000"/>
      </a:lnSpc>
      <a:defRPr sz="2400">
        <a:latin typeface="+mn-lt"/>
        <a:ea typeface="+mn-ea"/>
        <a:cs typeface="+mn-cs"/>
        <a:sym typeface="Avenir Roman"/>
      </a:defRPr>
    </a:lvl4pPr>
    <a:lvl5pPr indent="914400" defTabSz="457200">
      <a:lnSpc>
        <a:spcPct val="125000"/>
      </a:lnSpc>
      <a:defRPr sz="2400">
        <a:latin typeface="+mn-lt"/>
        <a:ea typeface="+mn-ea"/>
        <a:cs typeface="+mn-cs"/>
        <a:sym typeface="Avenir Roman"/>
      </a:defRPr>
    </a:lvl5pPr>
    <a:lvl6pPr indent="1143000" defTabSz="457200">
      <a:lnSpc>
        <a:spcPct val="125000"/>
      </a:lnSpc>
      <a:defRPr sz="2400">
        <a:latin typeface="+mn-lt"/>
        <a:ea typeface="+mn-ea"/>
        <a:cs typeface="+mn-cs"/>
        <a:sym typeface="Avenir Roman"/>
      </a:defRPr>
    </a:lvl6pPr>
    <a:lvl7pPr indent="1371600" defTabSz="457200">
      <a:lnSpc>
        <a:spcPct val="125000"/>
      </a:lnSpc>
      <a:defRPr sz="2400">
        <a:latin typeface="+mn-lt"/>
        <a:ea typeface="+mn-ea"/>
        <a:cs typeface="+mn-cs"/>
        <a:sym typeface="Avenir Roman"/>
      </a:defRPr>
    </a:lvl7pPr>
    <a:lvl8pPr indent="1600200" defTabSz="457200">
      <a:lnSpc>
        <a:spcPct val="125000"/>
      </a:lnSpc>
      <a:defRPr sz="2400">
        <a:latin typeface="+mn-lt"/>
        <a:ea typeface="+mn-ea"/>
        <a:cs typeface="+mn-cs"/>
        <a:sym typeface="Avenir Roman"/>
      </a:defRPr>
    </a:lvl8pPr>
    <a:lvl9pPr indent="1828800" defTabSz="457200">
      <a:lnSpc>
        <a:spcPct val="125000"/>
      </a:lnSpc>
      <a:defRPr sz="2400">
        <a:latin typeface="+mn-lt"/>
        <a:ea typeface="+mn-ea"/>
        <a:cs typeface="+mn-cs"/>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introductions </a:t>
            </a:r>
          </a:p>
        </p:txBody>
      </p:sp>
    </p:spTree>
    <p:extLst>
      <p:ext uri="{BB962C8B-B14F-4D97-AF65-F5344CB8AC3E}">
        <p14:creationId xmlns:p14="http://schemas.microsoft.com/office/powerpoint/2010/main" val="1435907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374151"/>
                </a:solidFill>
                <a:effectLst/>
                <a:latin typeface="Söhne"/>
              </a:rPr>
              <a:t>Sami</a:t>
            </a:r>
          </a:p>
          <a:p>
            <a:pPr algn="l">
              <a:buFont typeface="Arial" panose="020B0604020202020204" pitchFamily="34" charset="0"/>
              <a:buChar char="•"/>
            </a:pP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Medical devices encompass a wide range of equipment, instruments, implants, or software used in healthcare for diagnosis, treatment, monitoring, or prevention of diseases. They play a crucial role in modern medicine. </a:t>
            </a:r>
          </a:p>
          <a:p>
            <a:pPr algn="l">
              <a:buFont typeface="Arial" panose="020B0604020202020204" pitchFamily="34" charset="0"/>
              <a:buChar char="•"/>
            </a:pPr>
            <a:endParaRPr lang="en-US" b="0" i="0" dirty="0">
              <a:solidFill>
                <a:srgbClr val="374151"/>
              </a:solidFill>
              <a:effectLst/>
              <a:latin typeface="Söhne"/>
            </a:endParaRPr>
          </a:p>
          <a:p>
            <a:pPr algn="l">
              <a:buFont typeface="Arial" panose="020B0604020202020204" pitchFamily="34" charset="0"/>
              <a:buChar char="•"/>
            </a:pPr>
            <a:r>
              <a:rPr lang="en-US" b="0" i="0" dirty="0">
                <a:solidFill>
                  <a:srgbClr val="374151"/>
                </a:solidFill>
                <a:effectLst/>
                <a:latin typeface="Söhne"/>
              </a:rPr>
              <a:t>They help improve patient outcomes, enhance the efficiency of healthcare delivery, and contribute to the overall quality of care. They are used across various medical specialties, from diagnostics to life support.</a:t>
            </a:r>
          </a:p>
          <a:p>
            <a:r>
              <a:rPr lang="en-US" dirty="0"/>
              <a:t>Here are some examples of medical devices, and you can see that they can range from something as “simple” (in air quotes) as drug deliver devices like an insulin pen or an inhaler to complex machines like a home dialysis machine to a robotic surgical system. </a:t>
            </a:r>
          </a:p>
        </p:txBody>
      </p:sp>
    </p:spTree>
    <p:extLst>
      <p:ext uri="{BB962C8B-B14F-4D97-AF65-F5344CB8AC3E}">
        <p14:creationId xmlns:p14="http://schemas.microsoft.com/office/powerpoint/2010/main" val="3418564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eaLnBrk="1" fontAlgn="auto" latinLnBrk="0" hangingPunct="1">
              <a:lnSpc>
                <a:spcPct val="125000"/>
              </a:lnSpc>
              <a:spcBef>
                <a:spcPts val="0"/>
              </a:spcBef>
              <a:spcAft>
                <a:spcPts val="0"/>
              </a:spcAft>
              <a:buClrTx/>
              <a:buSzTx/>
              <a:buFont typeface="Arial" panose="020B0604020202020204" pitchFamily="34" charset="0"/>
              <a:buChar char="•"/>
              <a:tabLst/>
              <a:defRPr/>
            </a:pPr>
            <a:r>
              <a:rPr lang="en-US" b="0" i="0" dirty="0">
                <a:solidFill>
                  <a:srgbClr val="374151"/>
                </a:solidFill>
                <a:effectLst/>
                <a:latin typeface="Söhne"/>
              </a:rPr>
              <a:t>Sami: </a:t>
            </a:r>
            <a:r>
              <a:rPr lang="en-US" dirty="0"/>
              <a:t>FDA has a great presentation available on their website</a:t>
            </a:r>
            <a:endParaRPr lang="en-US" b="0" i="0" dirty="0">
              <a:solidFill>
                <a:srgbClr val="374151"/>
              </a:solidFill>
              <a:effectLst/>
              <a:latin typeface="Söhne"/>
            </a:endParaRPr>
          </a:p>
          <a:p>
            <a:pPr marL="0" marR="0" lvl="0" indent="0" algn="l" defTabSz="457200" eaLnBrk="1" fontAlgn="auto" latinLnBrk="0" hangingPunct="1">
              <a:lnSpc>
                <a:spcPct val="125000"/>
              </a:lnSpc>
              <a:spcBef>
                <a:spcPts val="0"/>
              </a:spcBef>
              <a:spcAft>
                <a:spcPts val="0"/>
              </a:spcAft>
              <a:buClrTx/>
              <a:buSzTx/>
              <a:buFont typeface="Arial" panose="020B0604020202020204" pitchFamily="34" charset="0"/>
              <a:buChar char="•"/>
              <a:tabLst/>
              <a:defRPr/>
            </a:pPr>
            <a:endParaRPr lang="en-US" b="0" i="0" dirty="0">
              <a:solidFill>
                <a:srgbClr val="374151"/>
              </a:solidFill>
              <a:effectLst/>
              <a:latin typeface="Söhne"/>
            </a:endParaRPr>
          </a:p>
          <a:p>
            <a:pPr marL="0" marR="0" lvl="0" indent="0" algn="l" defTabSz="457200" eaLnBrk="1" fontAlgn="auto" latinLnBrk="0" hangingPunct="1">
              <a:lnSpc>
                <a:spcPct val="125000"/>
              </a:lnSpc>
              <a:spcBef>
                <a:spcPts val="0"/>
              </a:spcBef>
              <a:spcAft>
                <a:spcPts val="0"/>
              </a:spcAft>
              <a:buClrTx/>
              <a:buSzTx/>
              <a:buFont typeface="Arial" panose="020B0604020202020204" pitchFamily="34" charset="0"/>
              <a:buChar char="•"/>
              <a:tabLst/>
              <a:defRPr/>
            </a:pPr>
            <a:r>
              <a:rPr lang="en-US" b="0" i="0" dirty="0">
                <a:solidFill>
                  <a:srgbClr val="374151"/>
                </a:solidFill>
                <a:effectLst/>
                <a:latin typeface="Söhne"/>
              </a:rPr>
              <a:t>A medical device, according to the FDA, is a tool or apparatus intended for diagnosing, treating, or preventing disease, not primarily functioning through chemical action in the body.</a:t>
            </a:r>
          </a:p>
          <a:p>
            <a:pPr marL="0" marR="0" lvl="0" indent="0" algn="l" defTabSz="457200" eaLnBrk="1" fontAlgn="auto" latinLnBrk="0" hangingPunct="1">
              <a:lnSpc>
                <a:spcPct val="125000"/>
              </a:lnSpc>
              <a:spcBef>
                <a:spcPts val="0"/>
              </a:spcBef>
              <a:spcAft>
                <a:spcPts val="0"/>
              </a:spcAft>
              <a:buClrTx/>
              <a:buSzTx/>
              <a:buFont typeface="Arial" panose="020B0604020202020204" pitchFamily="34" charset="0"/>
              <a:buChar char="•"/>
              <a:tabLst/>
              <a:defRPr/>
            </a:pPr>
            <a:endParaRPr lang="en-US" b="0" i="0" dirty="0">
              <a:solidFill>
                <a:srgbClr val="374151"/>
              </a:solidFill>
              <a:effectLst/>
              <a:latin typeface="Söhne"/>
            </a:endParaRPr>
          </a:p>
          <a:p>
            <a:pPr marL="0" marR="0" lvl="0" indent="0" algn="l" defTabSz="457200" eaLnBrk="1" fontAlgn="auto" latinLnBrk="0" hangingPunct="1">
              <a:lnSpc>
                <a:spcPct val="125000"/>
              </a:lnSpc>
              <a:spcBef>
                <a:spcPts val="0"/>
              </a:spcBef>
              <a:spcAft>
                <a:spcPts val="0"/>
              </a:spcAft>
              <a:buClrTx/>
              <a:buSzTx/>
              <a:buFont typeface="Arial" panose="020B0604020202020204" pitchFamily="34" charset="0"/>
              <a:buChar char="•"/>
              <a:tabLst/>
              <a:defRPr/>
            </a:pPr>
            <a:r>
              <a:rPr lang="en-US" b="0" i="0" dirty="0">
                <a:solidFill>
                  <a:srgbClr val="374151"/>
                </a:solidFill>
                <a:effectLst/>
                <a:latin typeface="Söhne"/>
              </a:rPr>
              <a:t>Defining medical devices can be tricky, FDA has a great presentation on this that we can review together quickly.</a:t>
            </a:r>
          </a:p>
          <a:p>
            <a:pPr algn="l">
              <a:buFont typeface="Arial" panose="020B0604020202020204" pitchFamily="34" charset="0"/>
              <a:buChar char="•"/>
            </a:pPr>
            <a:endParaRPr lang="en-US" b="0" i="0" dirty="0">
              <a:solidFill>
                <a:srgbClr val="374151"/>
              </a:solidFill>
              <a:effectLst/>
              <a:latin typeface="Söhne"/>
            </a:endParaRPr>
          </a:p>
          <a:p>
            <a:endParaRPr lang="en-US" dirty="0"/>
          </a:p>
        </p:txBody>
      </p:sp>
    </p:spTree>
    <p:extLst>
      <p:ext uri="{BB962C8B-B14F-4D97-AF65-F5344CB8AC3E}">
        <p14:creationId xmlns:p14="http://schemas.microsoft.com/office/powerpoint/2010/main" val="1248192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Slide Image Placeholder 1">
            <a:extLst>
              <a:ext uri="{FF2B5EF4-FFF2-40B4-BE49-F238E27FC236}">
                <a16:creationId xmlns:a16="http://schemas.microsoft.com/office/drawing/2014/main" id="{36CC7B90-ECF7-C2A8-57A4-7E2C967D3EF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8595" name="Notes Placeholder 2">
            <a:extLst>
              <a:ext uri="{FF2B5EF4-FFF2-40B4-BE49-F238E27FC236}">
                <a16:creationId xmlns:a16="http://schemas.microsoft.com/office/drawing/2014/main" id="{396F1E85-569F-5996-8223-ACEB4149BD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rPr>
              <a:t>Eric</a:t>
            </a:r>
          </a:p>
          <a:p>
            <a:endParaRPr lang="en-US" altLang="en-US" dirty="0">
              <a:latin typeface="Arial" panose="020B0604020202020204" pitchFamily="34" charset="0"/>
            </a:endParaRPr>
          </a:p>
          <a:p>
            <a:r>
              <a:rPr lang="en-US" altLang="en-US" dirty="0">
                <a:latin typeface="Arial" panose="020B0604020202020204" pitchFamily="34" charset="0"/>
              </a:rPr>
              <a:t>Can also use this slide as a bridge to the next one about guidance and standards</a:t>
            </a:r>
          </a:p>
        </p:txBody>
      </p:sp>
      <p:sp>
        <p:nvSpPr>
          <p:cNvPr id="238596" name="Slide Number Placeholder 3">
            <a:extLst>
              <a:ext uri="{FF2B5EF4-FFF2-40B4-BE49-F238E27FC236}">
                <a16:creationId xmlns:a16="http://schemas.microsoft.com/office/drawing/2014/main" id="{5EDC936C-A428-4887-F842-2A96C6FBEDA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MS PGothic" panose="020B0600070205080204" pitchFamily="34" charset="-128"/>
              </a:defRPr>
            </a:lvl1pPr>
            <a:lvl2pPr marL="742950" indent="-285750" eaLnBrk="0" hangingPunct="0">
              <a:defRPr>
                <a:solidFill>
                  <a:schemeClr val="tx1"/>
                </a:solidFill>
                <a:latin typeface="Arial" panose="020B0604020202020204" pitchFamily="34" charset="0"/>
                <a:ea typeface="MS PGothic" panose="020B0600070205080204" pitchFamily="34" charset="-128"/>
              </a:defRPr>
            </a:lvl2pPr>
            <a:lvl3pPr marL="1143000" indent="-228600" eaLnBrk="0" hangingPunct="0">
              <a:defRPr>
                <a:solidFill>
                  <a:schemeClr val="tx1"/>
                </a:solidFill>
                <a:latin typeface="Arial" panose="020B0604020202020204" pitchFamily="34" charset="0"/>
                <a:ea typeface="MS PGothic" panose="020B0600070205080204" pitchFamily="34" charset="-128"/>
              </a:defRPr>
            </a:lvl3pPr>
            <a:lvl4pPr marL="1600200" indent="-228600" eaLnBrk="0" hangingPunct="0">
              <a:defRPr>
                <a:solidFill>
                  <a:schemeClr val="tx1"/>
                </a:solidFill>
                <a:latin typeface="Arial" panose="020B0604020202020204" pitchFamily="34" charset="0"/>
                <a:ea typeface="MS PGothic" panose="020B0600070205080204" pitchFamily="34" charset="-128"/>
              </a:defRPr>
            </a:lvl4pPr>
            <a:lvl5pPr marL="2057400" indent="-228600" eaLnBrk="0" hangingPunct="0">
              <a:defRPr>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fld id="{19940D78-8122-364C-A110-5809C0007094}" type="slidenum">
              <a:rPr lang="en-US" altLang="en-US"/>
              <a:pPr eaLnBrk="1" hangingPunct="1"/>
              <a:t>4</a:t>
            </a:fld>
            <a:endParaRPr lang="en-US" altLang="en-US"/>
          </a:p>
        </p:txBody>
      </p:sp>
    </p:spTree>
    <p:extLst>
      <p:ext uri="{BB962C8B-B14F-4D97-AF65-F5344CB8AC3E}">
        <p14:creationId xmlns:p14="http://schemas.microsoft.com/office/powerpoint/2010/main" val="1554537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descending order. </a:t>
            </a:r>
          </a:p>
          <a:p>
            <a:endParaRPr lang="en-US" dirty="0"/>
          </a:p>
          <a:p>
            <a:r>
              <a:rPr lang="en-US" dirty="0"/>
              <a:t>Key concept: we do not blame the user for making errors. Use errors are a function of the device design</a:t>
            </a:r>
          </a:p>
        </p:txBody>
      </p:sp>
    </p:spTree>
    <p:extLst>
      <p:ext uri="{BB962C8B-B14F-4D97-AF65-F5344CB8AC3E}">
        <p14:creationId xmlns:p14="http://schemas.microsoft.com/office/powerpoint/2010/main" val="3731675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"Humans are flawed in that we have limitations, imperfections, or tendencies in human behavior, cognition, and decision-making that can lead to errors, mistakes, or suboptimal outcomes. These flaws are a natural part of being human.</a:t>
            </a:r>
          </a:p>
          <a:p>
            <a:endParaRPr lang="en-US" dirty="0"/>
          </a:p>
        </p:txBody>
      </p:sp>
    </p:spTree>
    <p:extLst>
      <p:ext uri="{BB962C8B-B14F-4D97-AF65-F5344CB8AC3E}">
        <p14:creationId xmlns:p14="http://schemas.microsoft.com/office/powerpoint/2010/main" val="1843859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Slide Image Placeholder 1">
            <a:extLst>
              <a:ext uri="{FF2B5EF4-FFF2-40B4-BE49-F238E27FC236}">
                <a16:creationId xmlns:a16="http://schemas.microsoft.com/office/drawing/2014/main" id="{4F853DA4-3BE9-8D44-87D7-0E9246197FF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4259" name="Notes Placeholder 2">
            <a:extLst>
              <a:ext uri="{FF2B5EF4-FFF2-40B4-BE49-F238E27FC236}">
                <a16:creationId xmlns:a16="http://schemas.microsoft.com/office/drawing/2014/main" id="{7C5F974B-31EE-F849-2ADE-0907529927C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dirty="0">
                <a:latin typeface="Arial" panose="020B0604020202020204" pitchFamily="34" charset="0"/>
              </a:rPr>
              <a:t>Sami: What are the bodies and standards that govern how we assess use related risk in medical device design. </a:t>
            </a:r>
          </a:p>
          <a:p>
            <a:endParaRPr lang="en-US" altLang="en-US" dirty="0">
              <a:latin typeface="Arial" panose="020B0604020202020204" pitchFamily="34" charset="0"/>
            </a:endParaRPr>
          </a:p>
          <a:p>
            <a:r>
              <a:rPr lang="en-US" altLang="en-US" dirty="0">
                <a:latin typeface="Arial" panose="020B0604020202020204" pitchFamily="34" charset="0"/>
              </a:rPr>
              <a:t>Covered extensively in other classes – insert class name.</a:t>
            </a:r>
          </a:p>
          <a:p>
            <a:endParaRPr lang="en-US" altLang="en-US" dirty="0">
              <a:latin typeface="Arial" panose="020B0604020202020204" pitchFamily="34" charset="0"/>
            </a:endParaRPr>
          </a:p>
          <a:p>
            <a:r>
              <a:rPr lang="en-US" altLang="en-US" dirty="0">
                <a:latin typeface="Arial" panose="020B0604020202020204" pitchFamily="34" charset="0"/>
              </a:rPr>
              <a:t>So why is this important? Essentially, medical device development is a risk based approach. What the FDA and most other regulators want to see is that your device is “safe and effective”. What does that mean? It means that people can use it to deliver the therapeutic value, and they can use it safely. </a:t>
            </a:r>
          </a:p>
          <a:p>
            <a:endParaRPr lang="en-US" altLang="en-US" dirty="0">
              <a:latin typeface="Arial" panose="020B0604020202020204" pitchFamily="34" charset="0"/>
            </a:endParaRPr>
          </a:p>
        </p:txBody>
      </p:sp>
      <p:sp>
        <p:nvSpPr>
          <p:cNvPr id="224260" name="Slide Number Placeholder 3">
            <a:extLst>
              <a:ext uri="{FF2B5EF4-FFF2-40B4-BE49-F238E27FC236}">
                <a16:creationId xmlns:a16="http://schemas.microsoft.com/office/drawing/2014/main" id="{4B142231-A614-90F8-2495-9782B6143F2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MS PGothic" panose="020B0600070205080204" pitchFamily="34" charset="-128"/>
              </a:defRPr>
            </a:lvl1pPr>
            <a:lvl2pPr marL="742950" indent="-285750" eaLnBrk="0" hangingPunct="0">
              <a:defRPr>
                <a:solidFill>
                  <a:schemeClr val="tx1"/>
                </a:solidFill>
                <a:latin typeface="Arial" panose="020B0604020202020204" pitchFamily="34" charset="0"/>
                <a:ea typeface="MS PGothic" panose="020B0600070205080204" pitchFamily="34" charset="-128"/>
              </a:defRPr>
            </a:lvl2pPr>
            <a:lvl3pPr marL="1143000" indent="-228600" eaLnBrk="0" hangingPunct="0">
              <a:defRPr>
                <a:solidFill>
                  <a:schemeClr val="tx1"/>
                </a:solidFill>
                <a:latin typeface="Arial" panose="020B0604020202020204" pitchFamily="34" charset="0"/>
                <a:ea typeface="MS PGothic" panose="020B0600070205080204" pitchFamily="34" charset="-128"/>
              </a:defRPr>
            </a:lvl3pPr>
            <a:lvl4pPr marL="1600200" indent="-228600" eaLnBrk="0" hangingPunct="0">
              <a:defRPr>
                <a:solidFill>
                  <a:schemeClr val="tx1"/>
                </a:solidFill>
                <a:latin typeface="Arial" panose="020B0604020202020204" pitchFamily="34" charset="0"/>
                <a:ea typeface="MS PGothic" panose="020B0600070205080204" pitchFamily="34" charset="-128"/>
              </a:defRPr>
            </a:lvl4pPr>
            <a:lvl5pPr marL="2057400" indent="-228600" eaLnBrk="0" hangingPunct="0">
              <a:defRPr>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fld id="{840E5311-8991-0449-80F9-D3275E05A6C0}" type="slidenum">
              <a:rPr lang="en-US" altLang="en-US"/>
              <a:pPr eaLnBrk="1" hangingPunct="1"/>
              <a:t>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Slide Image Placeholder 1">
            <a:extLst>
              <a:ext uri="{FF2B5EF4-FFF2-40B4-BE49-F238E27FC236}">
                <a16:creationId xmlns:a16="http://schemas.microsoft.com/office/drawing/2014/main" id="{36CC7B90-ECF7-C2A8-57A4-7E2C967D3EF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8595" name="Notes Placeholder 2">
            <a:extLst>
              <a:ext uri="{FF2B5EF4-FFF2-40B4-BE49-F238E27FC236}">
                <a16:creationId xmlns:a16="http://schemas.microsoft.com/office/drawing/2014/main" id="{396F1E85-569F-5996-8223-ACEB4149BD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238596" name="Slide Number Placeholder 3">
            <a:extLst>
              <a:ext uri="{FF2B5EF4-FFF2-40B4-BE49-F238E27FC236}">
                <a16:creationId xmlns:a16="http://schemas.microsoft.com/office/drawing/2014/main" id="{5EDC936C-A428-4887-F842-2A96C6FBEDA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MS PGothic" panose="020B0600070205080204" pitchFamily="34" charset="-128"/>
              </a:defRPr>
            </a:lvl1pPr>
            <a:lvl2pPr marL="742950" indent="-285750" eaLnBrk="0" hangingPunct="0">
              <a:defRPr>
                <a:solidFill>
                  <a:schemeClr val="tx1"/>
                </a:solidFill>
                <a:latin typeface="Arial" panose="020B0604020202020204" pitchFamily="34" charset="0"/>
                <a:ea typeface="MS PGothic" panose="020B0600070205080204" pitchFamily="34" charset="-128"/>
              </a:defRPr>
            </a:lvl2pPr>
            <a:lvl3pPr marL="1143000" indent="-228600" eaLnBrk="0" hangingPunct="0">
              <a:defRPr>
                <a:solidFill>
                  <a:schemeClr val="tx1"/>
                </a:solidFill>
                <a:latin typeface="Arial" panose="020B0604020202020204" pitchFamily="34" charset="0"/>
                <a:ea typeface="MS PGothic" panose="020B0600070205080204" pitchFamily="34" charset="-128"/>
              </a:defRPr>
            </a:lvl3pPr>
            <a:lvl4pPr marL="1600200" indent="-228600" eaLnBrk="0" hangingPunct="0">
              <a:defRPr>
                <a:solidFill>
                  <a:schemeClr val="tx1"/>
                </a:solidFill>
                <a:latin typeface="Arial" panose="020B0604020202020204" pitchFamily="34" charset="0"/>
                <a:ea typeface="MS PGothic" panose="020B0600070205080204" pitchFamily="34" charset="-128"/>
              </a:defRPr>
            </a:lvl4pPr>
            <a:lvl5pPr marL="2057400" indent="-228600" eaLnBrk="0" hangingPunct="0">
              <a:defRPr>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fld id="{19940D78-8122-364C-A110-5809C0007094}" type="slidenum">
              <a:rPr lang="en-US" altLang="en-US"/>
              <a:pPr eaLnBrk="1" hangingPunct="1"/>
              <a:t>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a:extLst>
              <a:ext uri="{FF2B5EF4-FFF2-40B4-BE49-F238E27FC236}">
                <a16:creationId xmlns:a16="http://schemas.microsoft.com/office/drawing/2014/main" id="{CD0D0046-454C-3D4B-9F6F-F26E8C63E1E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4739" name="Rectangle 3">
            <a:extLst>
              <a:ext uri="{FF2B5EF4-FFF2-40B4-BE49-F238E27FC236}">
                <a16:creationId xmlns:a16="http://schemas.microsoft.com/office/drawing/2014/main" id="{8DDD45E3-F29B-0DB8-071C-EF48C4D0CB94}"/>
              </a:ext>
            </a:extLst>
          </p:cNvPr>
          <p:cNvSpPr>
            <a:spLocks noGrp="1" noChangeArrowheads="1"/>
          </p:cNvSpPr>
          <p:nvPr>
            <p:ph type="body" idx="1"/>
          </p:nvPr>
        </p:nvSpPr>
        <p:spPr bwMode="auto">
          <a:xfrm>
            <a:off x="914400" y="4343400"/>
            <a:ext cx="5029200" cy="41148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p>
            <a:r>
              <a:rPr lang="en-US" altLang="en-US" dirty="0">
                <a:latin typeface="Arial" panose="020B0604020202020204" pitchFamily="34" charset="0"/>
              </a:rPr>
              <a:t>Again, as mentioned in the previous slide there are different ways to implement steps in this process – they may have slightly different names or formats, but fundamentally will have to address to process steps defined in the diagram above.   </a:t>
            </a:r>
          </a:p>
          <a:p>
            <a:endParaRPr lang="en-US" altLang="en-US" dirty="0">
              <a:latin typeface="Arial" panose="020B0604020202020204" pitchFamily="34" charset="0"/>
            </a:endParaRPr>
          </a:p>
          <a:p>
            <a:r>
              <a:rPr lang="en-US" altLang="en-US" dirty="0">
                <a:latin typeface="Arial" panose="020B0604020202020204" pitchFamily="34" charset="0"/>
              </a:rPr>
              <a:t>(e.g., </a:t>
            </a:r>
            <a:r>
              <a:rPr lang="en-US" altLang="en-US" dirty="0" err="1">
                <a:latin typeface="Arial" panose="020B0604020202020204" pitchFamily="34" charset="0"/>
              </a:rPr>
              <a:t>uFMEA</a:t>
            </a:r>
            <a:r>
              <a:rPr lang="en-US" altLang="en-US" dirty="0">
                <a:latin typeface="Arial" panose="020B0604020202020204" pitchFamily="34" charset="0"/>
              </a:rPr>
              <a:t>, Task Analysis, FTA, etc0</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perhaps one of the most confusing aspects of human factors in risk analysis.</a:t>
            </a:r>
          </a:p>
          <a:p>
            <a:endParaRPr lang="en-US" dirty="0"/>
          </a:p>
          <a:p>
            <a:pPr marL="0" marR="0" lvl="0" indent="0" defTabSz="457200" eaLnBrk="1" fontAlgn="auto" latinLnBrk="0" hangingPunct="1">
              <a:lnSpc>
                <a:spcPct val="125000"/>
              </a:lnSpc>
              <a:spcBef>
                <a:spcPts val="0"/>
              </a:spcBef>
              <a:spcAft>
                <a:spcPts val="0"/>
              </a:spcAft>
              <a:buClrTx/>
              <a:buSzTx/>
              <a:buFontTx/>
              <a:buNone/>
              <a:tabLst/>
              <a:defRPr/>
            </a:pPr>
            <a:r>
              <a:rPr lang="en-US" altLang="en-US" dirty="0">
                <a:latin typeface="Arial" panose="020B0604020202020204" pitchFamily="34" charset="0"/>
              </a:rPr>
              <a:t>Important to note that URRA is a “term of art” – there are many approaches and formats to creating a URRA. </a:t>
            </a:r>
          </a:p>
          <a:p>
            <a:pPr marL="0" marR="0" lvl="0" indent="0" defTabSz="457200" eaLnBrk="1" fontAlgn="auto" latinLnBrk="0" hangingPunct="1">
              <a:lnSpc>
                <a:spcPct val="125000"/>
              </a:lnSpc>
              <a:spcBef>
                <a:spcPts val="0"/>
              </a:spcBef>
              <a:spcAft>
                <a:spcPts val="0"/>
              </a:spcAft>
              <a:buClrTx/>
              <a:buSzTx/>
              <a:buFontTx/>
              <a:buNone/>
              <a:tabLst/>
              <a:defRPr/>
            </a:pPr>
            <a:endParaRPr lang="en-US" altLang="en-US" dirty="0">
              <a:latin typeface="Arial" panose="020B0604020202020204" pitchFamily="34" charset="0"/>
            </a:endParaRPr>
          </a:p>
          <a:p>
            <a:pPr marL="0" marR="0" lvl="0" indent="0" defTabSz="457200" eaLnBrk="1" fontAlgn="auto" latinLnBrk="0" hangingPunct="1">
              <a:lnSpc>
                <a:spcPct val="125000"/>
              </a:lnSpc>
              <a:spcBef>
                <a:spcPts val="0"/>
              </a:spcBef>
              <a:spcAft>
                <a:spcPts val="0"/>
              </a:spcAft>
              <a:buClrTx/>
              <a:buSzTx/>
              <a:buFontTx/>
              <a:buNone/>
              <a:tabLst/>
              <a:defRPr/>
            </a:pPr>
            <a:r>
              <a:rPr lang="en-US" altLang="en-US" dirty="0">
                <a:latin typeface="Arial" panose="020B0604020202020204" pitchFamily="34" charset="0"/>
              </a:rPr>
              <a:t>In fact, many companies don’t even have a document with the name “URRA”, but they have a document (and associated process) that serves this purpose (use related risk analysis).</a:t>
            </a:r>
          </a:p>
          <a:p>
            <a:endParaRPr lang="en-US" dirty="0"/>
          </a:p>
          <a:p>
            <a:endParaRPr lang="en-US" dirty="0"/>
          </a:p>
          <a:p>
            <a:endParaRPr lang="en-US" dirty="0"/>
          </a:p>
        </p:txBody>
      </p:sp>
    </p:spTree>
    <p:extLst>
      <p:ext uri="{BB962C8B-B14F-4D97-AF65-F5344CB8AC3E}">
        <p14:creationId xmlns:p14="http://schemas.microsoft.com/office/powerpoint/2010/main" val="38217723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briefly and mention that we will speak to URRA in more detail in slides ahead</a:t>
            </a:r>
          </a:p>
          <a:p>
            <a:pPr marL="342900" indent="-342900">
              <a:buFont typeface="Arial" panose="020B0604020202020204" pitchFamily="34" charset="0"/>
              <a:buChar char="•"/>
            </a:pPr>
            <a:r>
              <a:rPr lang="en-US" dirty="0"/>
              <a:t>Task vs use step or sub-task vs scenario </a:t>
            </a:r>
          </a:p>
          <a:p>
            <a:pPr marL="342900" indent="-342900">
              <a:buFont typeface="Arial" panose="020B0604020202020204" pitchFamily="34" charset="0"/>
              <a:buChar char="•"/>
            </a:pPr>
            <a:r>
              <a:rPr lang="en-US" dirty="0"/>
              <a:t>Probabilities are not included</a:t>
            </a:r>
          </a:p>
          <a:p>
            <a:pPr marL="342900" indent="-342900">
              <a:buFont typeface="Arial" panose="020B0604020202020204" pitchFamily="34" charset="0"/>
              <a:buChar char="•"/>
            </a:pPr>
            <a:r>
              <a:rPr lang="en-US" dirty="0"/>
              <a:t>What is a critical task?</a:t>
            </a:r>
          </a:p>
          <a:p>
            <a:pPr marL="342900" indent="-342900">
              <a:buFont typeface="Arial" panose="020B0604020202020204" pitchFamily="34" charset="0"/>
              <a:buChar char="•"/>
            </a:pPr>
            <a:r>
              <a:rPr lang="en-US" dirty="0"/>
              <a:t>What are risk mitigations (also referred to as risk controls by some)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Let’s discuss this in detail: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928887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28462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briefly and mention that we will speak to in more detail</a:t>
            </a:r>
          </a:p>
          <a:p>
            <a:pPr marL="342900" indent="-342900">
              <a:buFont typeface="Arial" panose="020B0604020202020204" pitchFamily="34" charset="0"/>
              <a:buChar char="•"/>
            </a:pPr>
            <a:r>
              <a:rPr lang="en-US" dirty="0"/>
              <a:t>Task vs use step or sub-task vs scenario </a:t>
            </a:r>
          </a:p>
          <a:p>
            <a:pPr marL="342900" indent="-342900">
              <a:buFont typeface="Arial" panose="020B0604020202020204" pitchFamily="34" charset="0"/>
              <a:buChar char="•"/>
            </a:pPr>
            <a:r>
              <a:rPr lang="en-US" dirty="0"/>
              <a:t>Probabilities are not included</a:t>
            </a:r>
          </a:p>
          <a:p>
            <a:pPr marL="342900" indent="-342900">
              <a:buFont typeface="Arial" panose="020B0604020202020204" pitchFamily="34" charset="0"/>
              <a:buChar char="•"/>
            </a:pPr>
            <a:r>
              <a:rPr lang="en-US" dirty="0"/>
              <a:t>What is a critical task?</a:t>
            </a:r>
          </a:p>
          <a:p>
            <a:pPr marL="342900" indent="-342900">
              <a:buFont typeface="Arial" panose="020B0604020202020204" pitchFamily="34" charset="0"/>
              <a:buChar char="•"/>
            </a:pPr>
            <a:r>
              <a:rPr lang="en-US" dirty="0"/>
              <a:t>What are risk mitigations (also referred to as risk controls by some)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Lets discuss this in detail: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7402228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632279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common to identify additional tasks during the human factors engineering process, or to realize that a task could be decomposed into several tasks. For this reason, the reference numbers must evolve/scale over time.</a:t>
            </a:r>
          </a:p>
          <a:p>
            <a:endParaRPr lang="en-US" sz="2400" dirty="0"/>
          </a:p>
          <a:p>
            <a:r>
              <a:rPr lang="en-US" dirty="0"/>
              <a:t>Let’s consider one way to reference tasks instead of an integer sequence…</a:t>
            </a:r>
            <a:endParaRPr lang="en-US" sz="2400" dirty="0"/>
          </a:p>
          <a:p>
            <a:endParaRPr lang="en-US" dirty="0"/>
          </a:p>
        </p:txBody>
      </p:sp>
    </p:spTree>
    <p:extLst>
      <p:ext uri="{BB962C8B-B14F-4D97-AF65-F5344CB8AC3E}">
        <p14:creationId xmlns:p14="http://schemas.microsoft.com/office/powerpoint/2010/main" val="523378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briefly and mention that we will speak to in more detail</a:t>
            </a:r>
          </a:p>
          <a:p>
            <a:pPr marL="342900" indent="-342900">
              <a:buFont typeface="Arial" panose="020B0604020202020204" pitchFamily="34" charset="0"/>
              <a:buChar char="•"/>
            </a:pPr>
            <a:r>
              <a:rPr lang="en-US" dirty="0"/>
              <a:t>Task vs use step or sub-task vs scenario </a:t>
            </a:r>
          </a:p>
          <a:p>
            <a:pPr marL="342900" indent="-342900">
              <a:buFont typeface="Arial" panose="020B0604020202020204" pitchFamily="34" charset="0"/>
              <a:buChar char="•"/>
            </a:pPr>
            <a:r>
              <a:rPr lang="en-US" dirty="0"/>
              <a:t>Probabilities are not included</a:t>
            </a:r>
          </a:p>
          <a:p>
            <a:pPr marL="342900" indent="-342900">
              <a:buFont typeface="Arial" panose="020B0604020202020204" pitchFamily="34" charset="0"/>
              <a:buChar char="•"/>
            </a:pPr>
            <a:r>
              <a:rPr lang="en-US" dirty="0"/>
              <a:t>What is a critical task?</a:t>
            </a:r>
          </a:p>
          <a:p>
            <a:pPr marL="342900" indent="-342900">
              <a:buFont typeface="Arial" panose="020B0604020202020204" pitchFamily="34" charset="0"/>
              <a:buChar char="•"/>
            </a:pPr>
            <a:r>
              <a:rPr lang="en-US" dirty="0"/>
              <a:t>What are risk mitigations (also referred to as risk controls by some)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Lets discuss this in detail: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796190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2670341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7277271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6606992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briefly and mention that we will speak to in more detail</a:t>
            </a:r>
          </a:p>
          <a:p>
            <a:pPr marL="342900" indent="-342900">
              <a:buFont typeface="Arial" panose="020B0604020202020204" pitchFamily="34" charset="0"/>
              <a:buChar char="•"/>
            </a:pPr>
            <a:r>
              <a:rPr lang="en-US" dirty="0"/>
              <a:t>Task vs use step or sub-task vs scenario </a:t>
            </a:r>
          </a:p>
          <a:p>
            <a:pPr marL="342900" indent="-342900">
              <a:buFont typeface="Arial" panose="020B0604020202020204" pitchFamily="34" charset="0"/>
              <a:buChar char="•"/>
            </a:pPr>
            <a:r>
              <a:rPr lang="en-US" dirty="0"/>
              <a:t>Probabilities are not included</a:t>
            </a:r>
          </a:p>
          <a:p>
            <a:pPr marL="342900" indent="-342900">
              <a:buFont typeface="Arial" panose="020B0604020202020204" pitchFamily="34" charset="0"/>
              <a:buChar char="•"/>
            </a:pPr>
            <a:r>
              <a:rPr lang="en-US" dirty="0"/>
              <a:t>What is a critical task?</a:t>
            </a:r>
          </a:p>
          <a:p>
            <a:pPr marL="342900" indent="-342900">
              <a:buFont typeface="Arial" panose="020B0604020202020204" pitchFamily="34" charset="0"/>
              <a:buChar char="•"/>
            </a:pPr>
            <a:r>
              <a:rPr lang="en-US" dirty="0"/>
              <a:t>What are risk mitigations (also referred to as risk controls by some)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Lets discuss this in detail: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42368817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8179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write this up in an actual excel, you might call this sub task, instead of calling them step</a:t>
            </a:r>
          </a:p>
        </p:txBody>
      </p:sp>
    </p:spTree>
    <p:extLst>
      <p:ext uri="{BB962C8B-B14F-4D97-AF65-F5344CB8AC3E}">
        <p14:creationId xmlns:p14="http://schemas.microsoft.com/office/powerpoint/2010/main" val="808997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write this up in an actual excel, you might call this sub task, instead of calling them step</a:t>
            </a:r>
          </a:p>
        </p:txBody>
      </p:sp>
    </p:spTree>
    <p:extLst>
      <p:ext uri="{BB962C8B-B14F-4D97-AF65-F5344CB8AC3E}">
        <p14:creationId xmlns:p14="http://schemas.microsoft.com/office/powerpoint/2010/main" val="431084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briefly and mention that we will speak to in more detail</a:t>
            </a:r>
          </a:p>
          <a:p>
            <a:pPr marL="342900" indent="-342900">
              <a:buFont typeface="Arial" panose="020B0604020202020204" pitchFamily="34" charset="0"/>
              <a:buChar char="•"/>
            </a:pPr>
            <a:r>
              <a:rPr lang="en-US" dirty="0"/>
              <a:t>Task vs use step or sub-task vs scenario </a:t>
            </a:r>
          </a:p>
          <a:p>
            <a:pPr marL="342900" indent="-342900">
              <a:buFont typeface="Arial" panose="020B0604020202020204" pitchFamily="34" charset="0"/>
              <a:buChar char="•"/>
            </a:pPr>
            <a:r>
              <a:rPr lang="en-US" dirty="0"/>
              <a:t>Probabilities are not included</a:t>
            </a:r>
          </a:p>
          <a:p>
            <a:pPr marL="342900" indent="-342900">
              <a:buFont typeface="Arial" panose="020B0604020202020204" pitchFamily="34" charset="0"/>
              <a:buChar char="•"/>
            </a:pPr>
            <a:r>
              <a:rPr lang="en-US" dirty="0"/>
              <a:t>What is a critical task?</a:t>
            </a:r>
          </a:p>
          <a:p>
            <a:pPr marL="342900" indent="-342900">
              <a:buFont typeface="Arial" panose="020B0604020202020204" pitchFamily="34" charset="0"/>
              <a:buChar char="•"/>
            </a:pPr>
            <a:r>
              <a:rPr lang="en-US" dirty="0"/>
              <a:t>What are risk mitigations (also referred to as risk controls by some)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Lets discuss this in detail: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4614090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501826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briefly and mention that we will speak to in more detail</a:t>
            </a:r>
          </a:p>
          <a:p>
            <a:pPr marL="342900" indent="-342900">
              <a:buFont typeface="Arial" panose="020B0604020202020204" pitchFamily="34" charset="0"/>
              <a:buChar char="•"/>
            </a:pPr>
            <a:r>
              <a:rPr lang="en-US" dirty="0"/>
              <a:t>Task vs use step or sub-task vs scenario </a:t>
            </a:r>
          </a:p>
          <a:p>
            <a:pPr marL="342900" indent="-342900">
              <a:buFont typeface="Arial" panose="020B0604020202020204" pitchFamily="34" charset="0"/>
              <a:buChar char="•"/>
            </a:pPr>
            <a:r>
              <a:rPr lang="en-US" dirty="0"/>
              <a:t>Probabilities are not included</a:t>
            </a:r>
          </a:p>
          <a:p>
            <a:pPr marL="342900" indent="-342900">
              <a:buFont typeface="Arial" panose="020B0604020202020204" pitchFamily="34" charset="0"/>
              <a:buChar char="•"/>
            </a:pPr>
            <a:r>
              <a:rPr lang="en-US" dirty="0"/>
              <a:t>What is a critical task?</a:t>
            </a:r>
          </a:p>
          <a:p>
            <a:pPr marL="342900" indent="-342900">
              <a:buFont typeface="Arial" panose="020B0604020202020204" pitchFamily="34" charset="0"/>
              <a:buChar char="•"/>
            </a:pPr>
            <a:r>
              <a:rPr lang="en-US" dirty="0"/>
              <a:t>What are risk mitigations (also referred to as risk controls by some)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Lets discuss this in detail: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9931432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Requires medical profession to assess.</a:t>
            </a:r>
          </a:p>
          <a:p>
            <a:endParaRPr lang="en-US" dirty="0"/>
          </a:p>
          <a:p>
            <a:r>
              <a:rPr lang="en-US" dirty="0"/>
              <a:t>Speak to cross-functional nature of URRA.</a:t>
            </a:r>
          </a:p>
        </p:txBody>
      </p:sp>
    </p:spTree>
    <p:extLst>
      <p:ext uri="{BB962C8B-B14F-4D97-AF65-F5344CB8AC3E}">
        <p14:creationId xmlns:p14="http://schemas.microsoft.com/office/powerpoint/2010/main" val="513165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briefly and mention that we will speak to in more detail</a:t>
            </a:r>
          </a:p>
          <a:p>
            <a:pPr marL="342900" indent="-342900">
              <a:buFont typeface="Arial" panose="020B0604020202020204" pitchFamily="34" charset="0"/>
              <a:buChar char="•"/>
            </a:pPr>
            <a:r>
              <a:rPr lang="en-US" dirty="0"/>
              <a:t>Task vs use step or sub-task vs scenario </a:t>
            </a:r>
          </a:p>
          <a:p>
            <a:pPr marL="342900" indent="-342900">
              <a:buFont typeface="Arial" panose="020B0604020202020204" pitchFamily="34" charset="0"/>
              <a:buChar char="•"/>
            </a:pPr>
            <a:r>
              <a:rPr lang="en-US" dirty="0"/>
              <a:t>Probabilities are not included</a:t>
            </a:r>
          </a:p>
          <a:p>
            <a:pPr marL="342900" indent="-342900">
              <a:buFont typeface="Arial" panose="020B0604020202020204" pitchFamily="34" charset="0"/>
              <a:buChar char="•"/>
            </a:pPr>
            <a:r>
              <a:rPr lang="en-US" dirty="0"/>
              <a:t>What is a critical task?</a:t>
            </a:r>
          </a:p>
          <a:p>
            <a:pPr marL="342900" indent="-342900">
              <a:buFont typeface="Arial" panose="020B0604020202020204" pitchFamily="34" charset="0"/>
              <a:buChar char="•"/>
            </a:pPr>
            <a:r>
              <a:rPr lang="en-US" dirty="0"/>
              <a:t>What are risk mitigations (also referred to as risk controls by some)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Lets discuss this in detail: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5677144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tasks are especially significant because they directly impact the safety and effectiveness of a medical device. </a:t>
            </a:r>
          </a:p>
          <a:p>
            <a:r>
              <a:rPr lang="en-US" dirty="0"/>
              <a:t>Identifying and thoroughly evaluating critical tasks during the device design and testing process ensures that potential use-related hazards are addressed.</a:t>
            </a:r>
          </a:p>
          <a:p>
            <a:endParaRPr lang="en-US" dirty="0"/>
          </a:p>
        </p:txBody>
      </p:sp>
    </p:spTree>
    <p:extLst>
      <p:ext uri="{BB962C8B-B14F-4D97-AF65-F5344CB8AC3E}">
        <p14:creationId xmlns:p14="http://schemas.microsoft.com/office/powerpoint/2010/main" val="24942788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briefly and mention that we will speak to in more detail</a:t>
            </a:r>
          </a:p>
          <a:p>
            <a:pPr marL="342900" indent="-342900">
              <a:buFont typeface="Arial" panose="020B0604020202020204" pitchFamily="34" charset="0"/>
              <a:buChar char="•"/>
            </a:pPr>
            <a:r>
              <a:rPr lang="en-US" dirty="0"/>
              <a:t>Task vs use step or sub-task vs scenario </a:t>
            </a:r>
          </a:p>
          <a:p>
            <a:pPr marL="342900" indent="-342900">
              <a:buFont typeface="Arial" panose="020B0604020202020204" pitchFamily="34" charset="0"/>
              <a:buChar char="•"/>
            </a:pPr>
            <a:r>
              <a:rPr lang="en-US" dirty="0"/>
              <a:t>Probabilities are not included</a:t>
            </a:r>
          </a:p>
          <a:p>
            <a:pPr marL="342900" indent="-342900">
              <a:buFont typeface="Arial" panose="020B0604020202020204" pitchFamily="34" charset="0"/>
              <a:buChar char="•"/>
            </a:pPr>
            <a:r>
              <a:rPr lang="en-US" dirty="0"/>
              <a:t>What is a critical task?</a:t>
            </a:r>
          </a:p>
          <a:p>
            <a:pPr marL="342900" indent="-342900">
              <a:buFont typeface="Arial" panose="020B0604020202020204" pitchFamily="34" charset="0"/>
              <a:buChar char="•"/>
            </a:pPr>
            <a:r>
              <a:rPr lang="en-US" dirty="0"/>
              <a:t>What are risk mitigations (also referred to as risk controls by some)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Lets discuss this in detail: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7567819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384495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briefly and mention that we will speak to in more detail</a:t>
            </a:r>
          </a:p>
          <a:p>
            <a:pPr marL="342900" indent="-342900">
              <a:buFont typeface="Arial" panose="020B0604020202020204" pitchFamily="34" charset="0"/>
              <a:buChar char="•"/>
            </a:pPr>
            <a:r>
              <a:rPr lang="en-US" dirty="0"/>
              <a:t>Task vs use step or sub-task vs scenario </a:t>
            </a:r>
          </a:p>
          <a:p>
            <a:pPr marL="342900" indent="-342900">
              <a:buFont typeface="Arial" panose="020B0604020202020204" pitchFamily="34" charset="0"/>
              <a:buChar char="•"/>
            </a:pPr>
            <a:r>
              <a:rPr lang="en-US" dirty="0"/>
              <a:t>Probabilities are not included</a:t>
            </a:r>
          </a:p>
          <a:p>
            <a:pPr marL="342900" indent="-342900">
              <a:buFont typeface="Arial" panose="020B0604020202020204" pitchFamily="34" charset="0"/>
              <a:buChar char="•"/>
            </a:pPr>
            <a:r>
              <a:rPr lang="en-US" dirty="0"/>
              <a:t>What is a critical task?</a:t>
            </a:r>
          </a:p>
          <a:p>
            <a:pPr marL="342900" indent="-342900">
              <a:buFont typeface="Arial" panose="020B0604020202020204" pitchFamily="34" charset="0"/>
              <a:buChar char="•"/>
            </a:pPr>
            <a:r>
              <a:rPr lang="en-US" dirty="0"/>
              <a:t>What are risk mitigations (also referred to as risk controls by some)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Lets discuss this in detail: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9503267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875346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briefly and mention that we will speak to in more detail</a:t>
            </a:r>
          </a:p>
          <a:p>
            <a:pPr marL="342900" indent="-342900">
              <a:buFont typeface="Arial" panose="020B0604020202020204" pitchFamily="34" charset="0"/>
              <a:buChar char="•"/>
            </a:pPr>
            <a:r>
              <a:rPr lang="en-US" dirty="0"/>
              <a:t>Task vs use step or sub-task vs scenario </a:t>
            </a:r>
          </a:p>
          <a:p>
            <a:pPr marL="342900" indent="-342900">
              <a:buFont typeface="Arial" panose="020B0604020202020204" pitchFamily="34" charset="0"/>
              <a:buChar char="•"/>
            </a:pPr>
            <a:r>
              <a:rPr lang="en-US" dirty="0"/>
              <a:t>Probabilities are not included</a:t>
            </a:r>
          </a:p>
          <a:p>
            <a:pPr marL="342900" indent="-342900">
              <a:buFont typeface="Arial" panose="020B0604020202020204" pitchFamily="34" charset="0"/>
              <a:buChar char="•"/>
            </a:pPr>
            <a:r>
              <a:rPr lang="en-US" dirty="0"/>
              <a:t>What is a critical task?</a:t>
            </a:r>
          </a:p>
          <a:p>
            <a:pPr marL="342900" indent="-342900">
              <a:buFont typeface="Arial" panose="020B0604020202020204" pitchFamily="34" charset="0"/>
              <a:buChar char="•"/>
            </a:pPr>
            <a:r>
              <a:rPr lang="en-US" dirty="0"/>
              <a:t>What are risk mitigations (also referred to as risk controls by some)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Lets discuss this in detail: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8675975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1242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78907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5" name="Shape 15"/>
          <p:cNvSpPr>
            <a:spLocks noGrp="1"/>
          </p:cNvSpPr>
          <p:nvPr>
            <p:ph type="sldNum" sz="quarter" idx="2"/>
          </p:nvPr>
        </p:nvSpPr>
        <p:spPr>
          <a:xfrm>
            <a:off x="8153400" y="6632675"/>
            <a:ext cx="762000" cy="153888"/>
          </a:xfrm>
          <a:prstGeom prst="rect">
            <a:avLst/>
          </a:prstGeom>
        </p:spPr>
        <p:txBody>
          <a:bodyPr/>
          <a:lstStyle>
            <a:lvl1pPr>
              <a:defRPr sz="1000"/>
            </a:lvl1pPr>
          </a:lstStyle>
          <a:p>
            <a:fld id="{86CB4B4D-7CA3-9044-876B-883B54F8677D}" type="slidenum">
              <a:rPr lang="en-US" smtClean="0"/>
              <a:pPr/>
              <a:t>‹#›</a:t>
            </a:fld>
            <a:endParaRPr lang="en-US"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Default 0">
    <p:spTree>
      <p:nvGrpSpPr>
        <p:cNvPr id="1" name=""/>
        <p:cNvGrpSpPr/>
        <p:nvPr/>
      </p:nvGrpSpPr>
      <p:grpSpPr>
        <a:xfrm>
          <a:off x="0" y="0"/>
          <a:ext cx="0" cy="0"/>
          <a:chOff x="0" y="0"/>
          <a:chExt cx="0" cy="0"/>
        </a:xfrm>
      </p:grpSpPr>
      <p:sp>
        <p:nvSpPr>
          <p:cNvPr id="19" name="Shape 19"/>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lass 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8153400" y="6629400"/>
            <a:ext cx="762000" cy="184666"/>
          </a:xfrm>
        </p:spPr>
        <p:txBody>
          <a:bodyPr/>
          <a:lstStyle/>
          <a:p>
            <a:fld id="{86CB4B4D-7CA3-9044-876B-883B54F8677D}" type="slidenum">
              <a:rPr lang="en-US" smtClean="0"/>
              <a:pPr/>
              <a:t>‹#›</a:t>
            </a:fld>
            <a:endParaRPr lang="en-US" dirty="0"/>
          </a:p>
        </p:txBody>
      </p:sp>
      <p:sp>
        <p:nvSpPr>
          <p:cNvPr id="7" name="Content Placeholder 6"/>
          <p:cNvSpPr>
            <a:spLocks noGrp="1"/>
          </p:cNvSpPr>
          <p:nvPr>
            <p:ph sz="quarter" idx="11"/>
          </p:nvPr>
        </p:nvSpPr>
        <p:spPr>
          <a:xfrm>
            <a:off x="453080" y="1143000"/>
            <a:ext cx="7886700" cy="5486400"/>
          </a:xfrm>
        </p:spPr>
        <p:txBody>
          <a:bodyPr/>
          <a:lstStyle>
            <a:lvl1pPr marL="344488" indent="-227013">
              <a:buFont typeface="Wingdings" charset="2"/>
              <a:buChar char="§"/>
              <a:tabLst/>
              <a:defRPr sz="2800">
                <a:latin typeface="+mn-ea"/>
                <a:ea typeface="+mn-ea"/>
              </a:defRPr>
            </a:lvl1pPr>
            <a:lvl2pPr marL="688975" indent="-239713">
              <a:buFont typeface="Wingdings" charset="2"/>
              <a:buChar char="§"/>
              <a:tabLst/>
              <a:defRPr sz="2400">
                <a:latin typeface="+mn-ea"/>
                <a:ea typeface="+mn-ea"/>
              </a:defRPr>
            </a:lvl2pPr>
            <a:lvl3pPr marL="979488" indent="-230188">
              <a:buFont typeface="Wingdings" charset="2"/>
              <a:buChar char="§"/>
              <a:tabLst/>
              <a:defRPr sz="2400">
                <a:latin typeface="+mn-ea"/>
                <a:ea typeface="+mn-ea"/>
              </a:defRPr>
            </a:lvl3pPr>
            <a:lvl4pPr marL="1397793" indent="-354806">
              <a:buFont typeface="Wingdings" charset="2"/>
              <a:buChar char="§"/>
              <a:defRPr sz="2800">
                <a:latin typeface="+mn-ea"/>
                <a:ea typeface="+mn-ea"/>
              </a:defRPr>
            </a:lvl4pPr>
            <a:lvl5pPr marL="1610783" indent="-304270">
              <a:buFont typeface="Wingdings" charset="2"/>
              <a:buChar char="§"/>
              <a:defRPr sz="2800">
                <a:latin typeface="+mn-ea"/>
                <a:ea typeface="+mn-ea"/>
              </a:defRPr>
            </a:lvl5pPr>
          </a:lstStyle>
          <a:p>
            <a:pPr lvl="0"/>
            <a:r>
              <a:rPr lang="en-US" dirty="0"/>
              <a:t>Click to edit Master text styles</a:t>
            </a:r>
          </a:p>
          <a:p>
            <a:pPr lvl="1"/>
            <a:r>
              <a:rPr lang="en-US" dirty="0"/>
              <a:t>Second level</a:t>
            </a:r>
          </a:p>
          <a:p>
            <a:pPr lvl="2"/>
            <a:r>
              <a:rPr lang="en-US" dirty="0"/>
              <a:t>Third level</a:t>
            </a:r>
          </a:p>
        </p:txBody>
      </p:sp>
      <p:sp>
        <p:nvSpPr>
          <p:cNvPr id="16" name="Title 15"/>
          <p:cNvSpPr>
            <a:spLocks noGrp="1"/>
          </p:cNvSpPr>
          <p:nvPr>
            <p:ph type="title"/>
          </p:nvPr>
        </p:nvSpPr>
        <p:spPr>
          <a:xfrm>
            <a:off x="453080" y="381000"/>
            <a:ext cx="7886700" cy="533400"/>
          </a:xfrm>
        </p:spPr>
        <p:txBody>
          <a:bodyPr/>
          <a:lstStyle/>
          <a:p>
            <a:r>
              <a:rPr lang="en-US" dirty="0"/>
              <a:t>Click to edit Master title style</a:t>
            </a:r>
          </a:p>
        </p:txBody>
      </p:sp>
    </p:spTree>
    <p:extLst>
      <p:ext uri="{BB962C8B-B14F-4D97-AF65-F5344CB8AC3E}">
        <p14:creationId xmlns:p14="http://schemas.microsoft.com/office/powerpoint/2010/main" val="1268405620"/>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25438"/>
            <a:ext cx="8382000" cy="665162"/>
          </a:xfrm>
        </p:spPr>
        <p:txBody>
          <a:bodyPr/>
          <a:lstStyle/>
          <a:p>
            <a:r>
              <a:rPr lang="en-US"/>
              <a:t>Click to edit Master title style</a:t>
            </a:r>
          </a:p>
        </p:txBody>
      </p:sp>
      <p:sp>
        <p:nvSpPr>
          <p:cNvPr id="3" name="Content Placeholder 2"/>
          <p:cNvSpPr>
            <a:spLocks noGrp="1"/>
          </p:cNvSpPr>
          <p:nvPr>
            <p:ph idx="1"/>
          </p:nvPr>
        </p:nvSpPr>
        <p:spPr>
          <a:xfrm>
            <a:off x="381000" y="1412875"/>
            <a:ext cx="8382000" cy="1708160"/>
          </a:xfrm>
        </p:spPr>
        <p:txBody>
          <a:bodyPr/>
          <a:lstStyle>
            <a:lvl1pPr>
              <a:defRPr sz="2800" baseline="0"/>
            </a:lvl1pPr>
            <a:lvl2pPr>
              <a:defRPr sz="2400" baseline="0"/>
            </a:lvl2pPr>
            <a:lvl3pPr>
              <a:defRPr sz="2000" baseline="0"/>
            </a:lvl3pPr>
            <a:lvl4pPr>
              <a:defRPr sz="1800" baseline="0"/>
            </a:lvl4pPr>
            <a:lvl5pPr>
              <a:defRPr sz="1600"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62"/>
          <p:cNvSpPr>
            <a:spLocks noGrp="1" noChangeArrowheads="1"/>
          </p:cNvSpPr>
          <p:nvPr>
            <p:ph type="ftr" sz="quarter" idx="11"/>
          </p:nvPr>
        </p:nvSpPr>
        <p:spPr>
          <a:xfrm>
            <a:off x="228600" y="6553200"/>
            <a:ext cx="7924800" cy="228600"/>
          </a:xfrm>
          <a:prstGeom prst="rect">
            <a:avLst/>
          </a:prstGeom>
        </p:spPr>
        <p:txBody>
          <a:bodyPr/>
          <a:lstStyle>
            <a:lvl1pPr>
              <a:defRPr sz="1200">
                <a:solidFill>
                  <a:schemeClr val="bg1"/>
                </a:solidFill>
                <a:latin typeface="+mn-lt"/>
              </a:defRPr>
            </a:lvl1pPr>
          </a:lstStyle>
          <a:p>
            <a:pPr>
              <a:defRPr/>
            </a:pPr>
            <a:r>
              <a:rPr lang="en-US" dirty="0"/>
              <a:t>Copyright 2012 by Eric Bergman &amp; Merrick Kossack.  Do not duplicate or use without author permission.    </a:t>
            </a:r>
          </a:p>
        </p:txBody>
      </p:sp>
      <p:sp>
        <p:nvSpPr>
          <p:cNvPr id="6" name="Rectangle 63"/>
          <p:cNvSpPr>
            <a:spLocks noGrp="1" noChangeArrowheads="1"/>
          </p:cNvSpPr>
          <p:nvPr>
            <p:ph type="sldNum" sz="quarter" idx="12"/>
          </p:nvPr>
        </p:nvSpPr>
        <p:spPr>
          <a:xfrm>
            <a:off x="8305800" y="6553200"/>
            <a:ext cx="609600" cy="228600"/>
          </a:xfrm>
          <a:prstGeom prst="rect">
            <a:avLst/>
          </a:prstGeom>
        </p:spPr>
        <p:txBody>
          <a:bodyPr/>
          <a:lstStyle>
            <a:lvl1pPr>
              <a:defRPr sz="1200">
                <a:solidFill>
                  <a:schemeClr val="bg1"/>
                </a:solidFill>
                <a:latin typeface="+mn-lt"/>
              </a:defRPr>
            </a:lvl1pPr>
          </a:lstStyle>
          <a:p>
            <a:pPr>
              <a:defRPr/>
            </a:pPr>
            <a:fld id="{F7679E69-3C58-48FC-98EB-DE833BEFD9C4}" type="slidenum">
              <a:rPr lang="en-US" smtClean="0"/>
              <a:pPr>
                <a:defRPr/>
              </a:pPr>
              <a:t>‹#›</a:t>
            </a:fld>
            <a:endParaRPr lang="en-US" dirty="0"/>
          </a:p>
        </p:txBody>
      </p:sp>
    </p:spTree>
    <p:extLst>
      <p:ext uri="{BB962C8B-B14F-4D97-AF65-F5344CB8AC3E}">
        <p14:creationId xmlns:p14="http://schemas.microsoft.com/office/powerpoint/2010/main" val="131171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11"/>
          </p:nvPr>
        </p:nvSpPr>
        <p:spPr/>
        <p:txBody>
          <a:bodyPr/>
          <a:lstStyle/>
          <a:p>
            <a:r>
              <a:rPr lang="en-GB" dirty="0"/>
              <a:t>www.id-book.com</a:t>
            </a:r>
          </a:p>
        </p:txBody>
      </p:sp>
    </p:spTree>
    <p:extLst>
      <p:ext uri="{BB962C8B-B14F-4D97-AF65-F5344CB8AC3E}">
        <p14:creationId xmlns:p14="http://schemas.microsoft.com/office/powerpoint/2010/main" val="2771590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GB" dirty="0"/>
          </a:p>
        </p:txBody>
      </p:sp>
      <p:sp>
        <p:nvSpPr>
          <p:cNvPr id="4" name="Footer Placeholder 3"/>
          <p:cNvSpPr>
            <a:spLocks noGrp="1"/>
          </p:cNvSpPr>
          <p:nvPr>
            <p:ph type="ftr" sz="quarter" idx="11"/>
          </p:nvPr>
        </p:nvSpPr>
        <p:spPr/>
        <p:txBody>
          <a:bodyPr/>
          <a:lstStyle/>
          <a:p>
            <a:r>
              <a:rPr lang="en-GB" dirty="0"/>
              <a:t>www.id-book.com</a:t>
            </a:r>
          </a:p>
        </p:txBody>
      </p:sp>
    </p:spTree>
    <p:extLst>
      <p:ext uri="{BB962C8B-B14F-4D97-AF65-F5344CB8AC3E}">
        <p14:creationId xmlns:p14="http://schemas.microsoft.com/office/powerpoint/2010/main" val="1573909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GB" dirty="0"/>
              <a:t>www.id-book.com</a:t>
            </a:r>
          </a:p>
        </p:txBody>
      </p:sp>
    </p:spTree>
    <p:extLst>
      <p:ext uri="{BB962C8B-B14F-4D97-AF65-F5344CB8AC3E}">
        <p14:creationId xmlns:p14="http://schemas.microsoft.com/office/powerpoint/2010/main" val="836535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1"/>
        <p:cNvGrpSpPr/>
        <p:nvPr/>
      </p:nvGrpSpPr>
      <p:grpSpPr>
        <a:xfrm>
          <a:off x="0" y="0"/>
          <a:ext cx="0" cy="0"/>
          <a:chOff x="0" y="0"/>
          <a:chExt cx="0" cy="0"/>
        </a:xfrm>
      </p:grpSpPr>
      <p:cxnSp>
        <p:nvCxnSpPr>
          <p:cNvPr id="22" name="Shape 22"/>
          <p:cNvCxnSpPr/>
          <p:nvPr/>
        </p:nvCxnSpPr>
        <p:spPr>
          <a:xfrm>
            <a:off x="2477724" y="554200"/>
            <a:ext cx="6244200" cy="0"/>
          </a:xfrm>
          <a:prstGeom prst="straightConnector1">
            <a:avLst/>
          </a:prstGeom>
          <a:noFill/>
          <a:ln w="38100" cap="flat" cmpd="sng">
            <a:solidFill>
              <a:schemeClr val="dk2"/>
            </a:solidFill>
            <a:prstDash val="solid"/>
            <a:round/>
            <a:headEnd type="none" w="med" len="med"/>
            <a:tailEnd type="none" w="med" len="med"/>
          </a:ln>
        </p:spPr>
      </p:cxnSp>
      <p:cxnSp>
        <p:nvCxnSpPr>
          <p:cNvPr id="23" name="Shape 23"/>
          <p:cNvCxnSpPr/>
          <p:nvPr/>
        </p:nvCxnSpPr>
        <p:spPr>
          <a:xfrm>
            <a:off x="2477724" y="6320000"/>
            <a:ext cx="6244200" cy="0"/>
          </a:xfrm>
          <a:prstGeom prst="straightConnector1">
            <a:avLst/>
          </a:prstGeom>
          <a:noFill/>
          <a:ln w="19050" cap="flat" cmpd="sng">
            <a:solidFill>
              <a:schemeClr val="dk2"/>
            </a:solidFill>
            <a:prstDash val="solid"/>
            <a:round/>
            <a:headEnd type="none" w="med" len="med"/>
            <a:tailEnd type="none" w="med" len="med"/>
          </a:ln>
        </p:spPr>
      </p:cxnSp>
      <p:cxnSp>
        <p:nvCxnSpPr>
          <p:cNvPr id="24" name="Shape 24"/>
          <p:cNvCxnSpPr/>
          <p:nvPr/>
        </p:nvCxnSpPr>
        <p:spPr>
          <a:xfrm>
            <a:off x="425198" y="554200"/>
            <a:ext cx="183300" cy="0"/>
          </a:xfrm>
          <a:prstGeom prst="straightConnector1">
            <a:avLst/>
          </a:prstGeom>
          <a:noFill/>
          <a:ln w="19050" cap="flat" cmpd="sng">
            <a:solidFill>
              <a:schemeClr val="dk2"/>
            </a:solidFill>
            <a:prstDash val="solid"/>
            <a:round/>
            <a:headEnd type="none" w="med" len="med"/>
            <a:tailEnd type="none" w="med" len="med"/>
          </a:ln>
        </p:spPr>
      </p:cxnSp>
      <p:sp>
        <p:nvSpPr>
          <p:cNvPr id="25" name="Shape 25"/>
          <p:cNvSpPr txBox="1">
            <a:spLocks noGrp="1"/>
          </p:cNvSpPr>
          <p:nvPr>
            <p:ph type="title"/>
          </p:nvPr>
        </p:nvSpPr>
        <p:spPr>
          <a:xfrm>
            <a:off x="2400250" y="767933"/>
            <a:ext cx="6321600" cy="847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6" name="Shape 26"/>
          <p:cNvSpPr txBox="1">
            <a:spLocks noGrp="1"/>
          </p:cNvSpPr>
          <p:nvPr>
            <p:ph type="body" idx="1"/>
          </p:nvPr>
        </p:nvSpPr>
        <p:spPr>
          <a:xfrm>
            <a:off x="2400250" y="1683455"/>
            <a:ext cx="6321600" cy="4003200"/>
          </a:xfrm>
          <a:prstGeom prst="rect">
            <a:avLst/>
          </a:prstGeom>
        </p:spPr>
        <p:txBody>
          <a:bodyPr lIns="91425" tIns="91425" rIns="91425" bIns="91425" anchor="t" anchorCtr="0"/>
          <a:lstStyle>
            <a:lvl1pPr lvl="0">
              <a:spcBef>
                <a:spcPts val="0"/>
              </a:spcBef>
              <a:spcAft>
                <a:spcPts val="1200"/>
              </a:spcAft>
              <a:buChar char="●"/>
              <a:defRPr/>
            </a:lvl1pPr>
            <a:lvl2pPr lvl="1">
              <a:spcBef>
                <a:spcPts val="0"/>
              </a:spcBef>
              <a:buChar char="○"/>
              <a:defRPr/>
            </a:lvl2pPr>
            <a:lvl3pPr lvl="2">
              <a:spcBef>
                <a:spcPts val="0"/>
              </a:spcBef>
              <a:spcAft>
                <a:spcPts val="1200"/>
              </a:spcAft>
              <a:buChar char="■"/>
              <a:defRPr/>
            </a:lvl3pPr>
            <a:lvl4pPr lvl="3">
              <a:spcBef>
                <a:spcPts val="0"/>
              </a:spcBef>
              <a:spcAft>
                <a:spcPts val="1200"/>
              </a:spcAft>
              <a:buChar char="●"/>
              <a:defRPr/>
            </a:lvl4pPr>
            <a:lvl5pPr lvl="4">
              <a:spcBef>
                <a:spcPts val="0"/>
              </a:spcBef>
              <a:spcAft>
                <a:spcPts val="1200"/>
              </a:spcAft>
              <a:buChar char="○"/>
              <a:defRPr/>
            </a:lvl5pPr>
            <a:lvl6pPr lvl="5">
              <a:spcBef>
                <a:spcPts val="0"/>
              </a:spcBef>
              <a:spcAft>
                <a:spcPts val="1200"/>
              </a:spcAft>
              <a:buChar char="■"/>
              <a:defRPr/>
            </a:lvl6pPr>
            <a:lvl7pPr lvl="6">
              <a:spcBef>
                <a:spcPts val="0"/>
              </a:spcBef>
              <a:spcAft>
                <a:spcPts val="1200"/>
              </a:spcAft>
              <a:buChar char="●"/>
              <a:defRPr/>
            </a:lvl7pPr>
            <a:lvl8pPr lvl="7">
              <a:spcBef>
                <a:spcPts val="0"/>
              </a:spcBef>
              <a:spcAft>
                <a:spcPts val="1200"/>
              </a:spcAft>
              <a:buChar char="○"/>
              <a:defRPr/>
            </a:lvl8pPr>
            <a:lvl9pPr lvl="8">
              <a:spcBef>
                <a:spcPts val="0"/>
              </a:spcBef>
              <a:buChar char="■"/>
              <a:defRPr/>
            </a:lvl9pPr>
          </a:lstStyle>
          <a:p>
            <a:endParaRPr/>
          </a:p>
        </p:txBody>
      </p:sp>
      <p:sp>
        <p:nvSpPr>
          <p:cNvPr id="27" name="Shape 27"/>
          <p:cNvSpPr txBox="1">
            <a:spLocks noGrp="1"/>
          </p:cNvSpPr>
          <p:nvPr>
            <p:ph type="sldNum" idx="12"/>
          </p:nvPr>
        </p:nvSpPr>
        <p:spPr>
          <a:xfrm>
            <a:off x="8497999" y="6251678"/>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extLst>
      <p:ext uri="{BB962C8B-B14F-4D97-AF65-F5344CB8AC3E}">
        <p14:creationId xmlns:p14="http://schemas.microsoft.com/office/powerpoint/2010/main" val="80131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8"/>
        <p:cNvGrpSpPr/>
        <p:nvPr/>
      </p:nvGrpSpPr>
      <p:grpSpPr>
        <a:xfrm>
          <a:off x="0" y="0"/>
          <a:ext cx="0" cy="0"/>
          <a:chOff x="0" y="0"/>
          <a:chExt cx="0" cy="0"/>
        </a:xfrm>
      </p:grpSpPr>
      <p:cxnSp>
        <p:nvCxnSpPr>
          <p:cNvPr id="29" name="Shape 29"/>
          <p:cNvCxnSpPr/>
          <p:nvPr/>
        </p:nvCxnSpPr>
        <p:spPr>
          <a:xfrm>
            <a:off x="2477724" y="554200"/>
            <a:ext cx="6244200" cy="0"/>
          </a:xfrm>
          <a:prstGeom prst="straightConnector1">
            <a:avLst/>
          </a:prstGeom>
          <a:noFill/>
          <a:ln w="38100" cap="flat" cmpd="sng">
            <a:solidFill>
              <a:schemeClr val="dk2"/>
            </a:solidFill>
            <a:prstDash val="solid"/>
            <a:round/>
            <a:headEnd type="none" w="med" len="med"/>
            <a:tailEnd type="none" w="med" len="med"/>
          </a:ln>
        </p:spPr>
      </p:cxnSp>
      <p:cxnSp>
        <p:nvCxnSpPr>
          <p:cNvPr id="30" name="Shape 30"/>
          <p:cNvCxnSpPr/>
          <p:nvPr/>
        </p:nvCxnSpPr>
        <p:spPr>
          <a:xfrm>
            <a:off x="2477724" y="6320000"/>
            <a:ext cx="6244200" cy="0"/>
          </a:xfrm>
          <a:prstGeom prst="straightConnector1">
            <a:avLst/>
          </a:prstGeom>
          <a:noFill/>
          <a:ln w="19050" cap="flat" cmpd="sng">
            <a:solidFill>
              <a:schemeClr val="dk2"/>
            </a:solidFill>
            <a:prstDash val="solid"/>
            <a:round/>
            <a:headEnd type="none" w="med" len="med"/>
            <a:tailEnd type="none" w="med" len="med"/>
          </a:ln>
        </p:spPr>
      </p:cxnSp>
      <p:cxnSp>
        <p:nvCxnSpPr>
          <p:cNvPr id="31" name="Shape 31"/>
          <p:cNvCxnSpPr/>
          <p:nvPr/>
        </p:nvCxnSpPr>
        <p:spPr>
          <a:xfrm>
            <a:off x="425198" y="554200"/>
            <a:ext cx="183300" cy="0"/>
          </a:xfrm>
          <a:prstGeom prst="straightConnector1">
            <a:avLst/>
          </a:prstGeom>
          <a:noFill/>
          <a:ln w="19050" cap="flat" cmpd="sng">
            <a:solidFill>
              <a:schemeClr val="dk2"/>
            </a:solidFill>
            <a:prstDash val="solid"/>
            <a:round/>
            <a:headEnd type="none" w="med" len="med"/>
            <a:tailEnd type="none" w="med" len="med"/>
          </a:ln>
        </p:spPr>
      </p:cxnSp>
      <p:sp>
        <p:nvSpPr>
          <p:cNvPr id="32" name="Shape 32"/>
          <p:cNvSpPr txBox="1">
            <a:spLocks noGrp="1"/>
          </p:cNvSpPr>
          <p:nvPr>
            <p:ph type="title"/>
          </p:nvPr>
        </p:nvSpPr>
        <p:spPr>
          <a:xfrm>
            <a:off x="2400250" y="767933"/>
            <a:ext cx="6321600" cy="847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3" name="Shape 33"/>
          <p:cNvSpPr txBox="1">
            <a:spLocks noGrp="1"/>
          </p:cNvSpPr>
          <p:nvPr>
            <p:ph type="body" idx="1"/>
          </p:nvPr>
        </p:nvSpPr>
        <p:spPr>
          <a:xfrm>
            <a:off x="2386533" y="1683455"/>
            <a:ext cx="3071400" cy="4003200"/>
          </a:xfrm>
          <a:prstGeom prst="rect">
            <a:avLst/>
          </a:prstGeom>
        </p:spPr>
        <p:txBody>
          <a:bodyPr lIns="91425" tIns="91425" rIns="91425" bIns="91425" anchor="t" anchorCtr="0"/>
          <a:lstStyle>
            <a:lvl1pPr lvl="0">
              <a:spcBef>
                <a:spcPts val="0"/>
              </a:spcBef>
              <a:spcAft>
                <a:spcPts val="1200"/>
              </a:spcAft>
              <a:buSzPct val="100000"/>
              <a:defRPr sz="1400"/>
            </a:lvl1pPr>
            <a:lvl2pPr lvl="1">
              <a:spcBef>
                <a:spcPts val="0"/>
              </a:spcBef>
              <a:spcAft>
                <a:spcPts val="1200"/>
              </a:spcAft>
              <a:buSzPct val="100000"/>
              <a:defRPr sz="1200"/>
            </a:lvl2pPr>
            <a:lvl3pPr lvl="2">
              <a:spcBef>
                <a:spcPts val="0"/>
              </a:spcBef>
              <a:spcAft>
                <a:spcPts val="1200"/>
              </a:spcAft>
              <a:buSzPct val="100000"/>
              <a:defRPr sz="1200"/>
            </a:lvl3pPr>
            <a:lvl4pPr lvl="3">
              <a:spcBef>
                <a:spcPts val="0"/>
              </a:spcBef>
              <a:spcAft>
                <a:spcPts val="1200"/>
              </a:spcAft>
              <a:buSzPct val="100000"/>
              <a:defRPr sz="1200"/>
            </a:lvl4pPr>
            <a:lvl5pPr lvl="4">
              <a:spcBef>
                <a:spcPts val="0"/>
              </a:spcBef>
              <a:spcAft>
                <a:spcPts val="1200"/>
              </a:spcAft>
              <a:buSzPct val="100000"/>
              <a:defRPr sz="1200"/>
            </a:lvl5pPr>
            <a:lvl6pPr lvl="5">
              <a:spcBef>
                <a:spcPts val="0"/>
              </a:spcBef>
              <a:spcAft>
                <a:spcPts val="1200"/>
              </a:spcAft>
              <a:buSzPct val="100000"/>
              <a:defRPr sz="1200"/>
            </a:lvl6pPr>
            <a:lvl7pPr lvl="6">
              <a:spcBef>
                <a:spcPts val="0"/>
              </a:spcBef>
              <a:spcAft>
                <a:spcPts val="1200"/>
              </a:spcAft>
              <a:buSzPct val="100000"/>
              <a:defRPr sz="1200"/>
            </a:lvl7pPr>
            <a:lvl8pPr lvl="7">
              <a:spcBef>
                <a:spcPts val="0"/>
              </a:spcBef>
              <a:spcAft>
                <a:spcPts val="1200"/>
              </a:spcAft>
              <a:buSzPct val="100000"/>
              <a:defRPr sz="1200"/>
            </a:lvl8pPr>
            <a:lvl9pPr lvl="8">
              <a:spcBef>
                <a:spcPts val="0"/>
              </a:spcBef>
              <a:spcAft>
                <a:spcPts val="1200"/>
              </a:spcAft>
              <a:buSzPct val="100000"/>
              <a:defRPr sz="1200"/>
            </a:lvl9pPr>
          </a:lstStyle>
          <a:p>
            <a:endParaRPr/>
          </a:p>
        </p:txBody>
      </p:sp>
      <p:sp>
        <p:nvSpPr>
          <p:cNvPr id="34" name="Shape 34"/>
          <p:cNvSpPr txBox="1">
            <a:spLocks noGrp="1"/>
          </p:cNvSpPr>
          <p:nvPr>
            <p:ph type="body" idx="2"/>
          </p:nvPr>
        </p:nvSpPr>
        <p:spPr>
          <a:xfrm>
            <a:off x="5636802" y="1683455"/>
            <a:ext cx="3071400" cy="4003200"/>
          </a:xfrm>
          <a:prstGeom prst="rect">
            <a:avLst/>
          </a:prstGeom>
        </p:spPr>
        <p:txBody>
          <a:bodyPr lIns="91425" tIns="91425" rIns="91425" bIns="91425" anchor="t" anchorCtr="0"/>
          <a:lstStyle>
            <a:lvl1pPr lvl="0">
              <a:spcBef>
                <a:spcPts val="0"/>
              </a:spcBef>
              <a:spcAft>
                <a:spcPts val="1200"/>
              </a:spcAft>
              <a:buSzPct val="100000"/>
              <a:defRPr sz="1400"/>
            </a:lvl1pPr>
            <a:lvl2pPr lvl="1">
              <a:spcBef>
                <a:spcPts val="0"/>
              </a:spcBef>
              <a:spcAft>
                <a:spcPts val="1200"/>
              </a:spcAft>
              <a:buSzPct val="100000"/>
              <a:defRPr sz="1200"/>
            </a:lvl2pPr>
            <a:lvl3pPr lvl="2">
              <a:spcBef>
                <a:spcPts val="0"/>
              </a:spcBef>
              <a:spcAft>
                <a:spcPts val="1200"/>
              </a:spcAft>
              <a:buSzPct val="100000"/>
              <a:defRPr sz="1200"/>
            </a:lvl3pPr>
            <a:lvl4pPr lvl="3">
              <a:spcBef>
                <a:spcPts val="0"/>
              </a:spcBef>
              <a:spcAft>
                <a:spcPts val="1200"/>
              </a:spcAft>
              <a:buSzPct val="100000"/>
              <a:defRPr sz="1200"/>
            </a:lvl4pPr>
            <a:lvl5pPr lvl="4">
              <a:spcBef>
                <a:spcPts val="0"/>
              </a:spcBef>
              <a:spcAft>
                <a:spcPts val="1200"/>
              </a:spcAft>
              <a:buSzPct val="100000"/>
              <a:defRPr sz="1200"/>
            </a:lvl5pPr>
            <a:lvl6pPr lvl="5">
              <a:spcBef>
                <a:spcPts val="0"/>
              </a:spcBef>
              <a:spcAft>
                <a:spcPts val="1200"/>
              </a:spcAft>
              <a:buSzPct val="100000"/>
              <a:defRPr sz="1200"/>
            </a:lvl6pPr>
            <a:lvl7pPr lvl="6">
              <a:spcBef>
                <a:spcPts val="0"/>
              </a:spcBef>
              <a:spcAft>
                <a:spcPts val="1200"/>
              </a:spcAft>
              <a:buSzPct val="100000"/>
              <a:defRPr sz="1200"/>
            </a:lvl7pPr>
            <a:lvl8pPr lvl="7">
              <a:spcBef>
                <a:spcPts val="0"/>
              </a:spcBef>
              <a:spcAft>
                <a:spcPts val="1200"/>
              </a:spcAft>
              <a:buSzPct val="100000"/>
              <a:defRPr sz="1200"/>
            </a:lvl8pPr>
            <a:lvl9pPr lvl="8">
              <a:spcBef>
                <a:spcPts val="0"/>
              </a:spcBef>
              <a:spcAft>
                <a:spcPts val="1200"/>
              </a:spcAft>
              <a:buSzPct val="100000"/>
              <a:defRPr sz="1200"/>
            </a:lvl9pPr>
          </a:lstStyle>
          <a:p>
            <a:endParaRPr/>
          </a:p>
        </p:txBody>
      </p:sp>
      <p:sp>
        <p:nvSpPr>
          <p:cNvPr id="35" name="Shape 35"/>
          <p:cNvSpPr txBox="1">
            <a:spLocks noGrp="1"/>
          </p:cNvSpPr>
          <p:nvPr>
            <p:ph type="sldNum" idx="12"/>
          </p:nvPr>
        </p:nvSpPr>
        <p:spPr>
          <a:xfrm>
            <a:off x="8497999" y="6251678"/>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extLst>
      <p:ext uri="{BB962C8B-B14F-4D97-AF65-F5344CB8AC3E}">
        <p14:creationId xmlns:p14="http://schemas.microsoft.com/office/powerpoint/2010/main" val="1920080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 4"/>
          <p:cNvSpPr/>
          <p:nvPr/>
        </p:nvSpPr>
        <p:spPr>
          <a:xfrm>
            <a:off x="457199" y="989014"/>
            <a:ext cx="7882581" cy="1586"/>
          </a:xfrm>
          <a:prstGeom prst="line">
            <a:avLst/>
          </a:prstGeom>
          <a:ln>
            <a:solidFill>
              <a:srgbClr val="6A9DAE"/>
            </a:solidFill>
            <a:round/>
          </a:ln>
        </p:spPr>
        <p:txBody>
          <a:bodyPr lIns="0" tIns="0" rIns="0" bIns="0"/>
          <a:lstStyle/>
          <a:p>
            <a:pPr lvl="0" defTabSz="457200">
              <a:defRPr sz="1200">
                <a:latin typeface="+mj-lt"/>
                <a:ea typeface="+mj-ea"/>
                <a:cs typeface="+mj-cs"/>
                <a:sym typeface="Helvetica"/>
              </a:defRPr>
            </a:pPr>
            <a:endParaRPr/>
          </a:p>
        </p:txBody>
      </p:sp>
      <p:sp>
        <p:nvSpPr>
          <p:cNvPr id="6" name="Shape 6"/>
          <p:cNvSpPr>
            <a:spLocks noGrp="1"/>
          </p:cNvSpPr>
          <p:nvPr>
            <p:ph type="body" idx="1"/>
          </p:nvPr>
        </p:nvSpPr>
        <p:spPr>
          <a:xfrm>
            <a:off x="457200" y="1246703"/>
            <a:ext cx="7882580" cy="5611297"/>
          </a:xfrm>
          <a:prstGeom prst="rect">
            <a:avLst/>
          </a:prstGeom>
          <a:ln w="12700">
            <a:miter lim="400000"/>
          </a:ln>
          <a:extLst>
            <a:ext uri="{C572A759-6A51-4108-AA02-DFA0A04FC94B}">
              <ma14:wrappingTextBoxFlag xmlns="" xmlns:ma14="http://schemas.microsoft.com/office/mac/drawingml/2011/main" val="1"/>
            </a:ext>
          </a:extLst>
        </p:spPr>
        <p:txBody>
          <a:bodyPr lIns="45719" rIns="45719"/>
          <a:lstStyle/>
          <a:p>
            <a:pPr marL="419100" lvl="0" indent="-382587">
              <a:spcBef>
                <a:spcPts val="700"/>
              </a:spcBef>
              <a:buClr>
                <a:srgbClr val="6EA0B0"/>
              </a:buClr>
              <a:buSzPct val="80000"/>
              <a:buFont typeface="Wingdings" panose="05000000000000000000" pitchFamily="2" charset="2"/>
              <a:buChar char="§"/>
              <a:defRPr sz="1800"/>
            </a:pPr>
            <a:r>
              <a:rPr sz="3000" dirty="0"/>
              <a:t>Body Level One</a:t>
            </a:r>
          </a:p>
          <a:p>
            <a:pPr lvl="1">
              <a:defRPr sz="1800"/>
            </a:pPr>
            <a:r>
              <a:rPr sz="3000" dirty="0"/>
              <a:t>Body Level Two</a:t>
            </a:r>
          </a:p>
          <a:p>
            <a:pPr lvl="2">
              <a:defRPr sz="1800"/>
            </a:pPr>
            <a:r>
              <a:rPr sz="3000" dirty="0"/>
              <a:t>Body Level Three</a:t>
            </a:r>
          </a:p>
          <a:p>
            <a:pPr lvl="3">
              <a:defRPr sz="1800"/>
            </a:pPr>
            <a:r>
              <a:rPr sz="3000" dirty="0"/>
              <a:t>Body Level Four</a:t>
            </a:r>
          </a:p>
          <a:p>
            <a:pPr lvl="4">
              <a:defRPr sz="1800"/>
            </a:pPr>
            <a:r>
              <a:rPr sz="3000" dirty="0"/>
              <a:t>Body Level Five</a:t>
            </a:r>
          </a:p>
        </p:txBody>
      </p:sp>
      <p:sp>
        <p:nvSpPr>
          <p:cNvPr id="7" name="Shape 7"/>
          <p:cNvSpPr>
            <a:spLocks noGrp="1"/>
          </p:cNvSpPr>
          <p:nvPr>
            <p:ph type="sldNum" sz="quarter" idx="2"/>
          </p:nvPr>
        </p:nvSpPr>
        <p:spPr>
          <a:xfrm>
            <a:off x="8153400" y="6601897"/>
            <a:ext cx="762000" cy="184666"/>
          </a:xfrm>
          <a:prstGeom prst="rect">
            <a:avLst/>
          </a:prstGeom>
          <a:ln w="12700">
            <a:miter lim="400000"/>
          </a:ln>
        </p:spPr>
        <p:txBody>
          <a:bodyPr lIns="0" tIns="0" rIns="0" bIns="0" anchor="b">
            <a:spAutoFit/>
          </a:bodyPr>
          <a:lstStyle>
            <a:lvl1pPr algn="r">
              <a:defRPr sz="1200"/>
            </a:lvl1pPr>
          </a:lstStyle>
          <a:p>
            <a:fld id="{86CB4B4D-7CA3-9044-876B-883B54F8677D}" type="slidenum">
              <a:rPr lang="en-US" smtClean="0"/>
              <a:pPr/>
              <a:t>‹#›</a:t>
            </a:fld>
            <a:endParaRPr lang="en-US" dirty="0"/>
          </a:p>
        </p:txBody>
      </p:sp>
      <p:sp>
        <p:nvSpPr>
          <p:cNvPr id="10" name="Title Placeholder 9"/>
          <p:cNvSpPr>
            <a:spLocks noGrp="1"/>
          </p:cNvSpPr>
          <p:nvPr>
            <p:ph type="title"/>
          </p:nvPr>
        </p:nvSpPr>
        <p:spPr>
          <a:xfrm>
            <a:off x="453080" y="152400"/>
            <a:ext cx="7886700" cy="563563"/>
          </a:xfrm>
          <a:prstGeom prst="rect">
            <a:avLst/>
          </a:prstGeom>
        </p:spPr>
        <p:txBody>
          <a:bodyPr vert="horz" lIns="91440" tIns="45720" rIns="91440" bIns="45720" rtlCol="0" anchor="ctr">
            <a:normAutofit/>
          </a:bodyPr>
          <a:lstStyle/>
          <a:p>
            <a:r>
              <a:rPr lang="en-US" dirty="0"/>
              <a:t>Click to edit Master title style</a:t>
            </a:r>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transition spd="med"/>
  <p:hf hdr="0" ftr="0" dt="0"/>
  <p:txStyles>
    <p:titleStyle>
      <a:lvl1pPr>
        <a:defRPr sz="3200">
          <a:latin typeface="+mn-lt"/>
          <a:ea typeface="Franklin Gothic Book"/>
          <a:cs typeface="Franklin Gothic Book"/>
          <a:sym typeface="Franklin Gothic Book"/>
        </a:defRPr>
      </a:lvl1pPr>
      <a:lvl2pPr>
        <a:defRPr sz="4600">
          <a:latin typeface="Franklin Gothic Book"/>
          <a:ea typeface="Franklin Gothic Book"/>
          <a:cs typeface="Franklin Gothic Book"/>
          <a:sym typeface="Franklin Gothic Book"/>
        </a:defRPr>
      </a:lvl2pPr>
      <a:lvl3pPr>
        <a:defRPr sz="4600">
          <a:latin typeface="Franklin Gothic Book"/>
          <a:ea typeface="Franklin Gothic Book"/>
          <a:cs typeface="Franklin Gothic Book"/>
          <a:sym typeface="Franklin Gothic Book"/>
        </a:defRPr>
      </a:lvl3pPr>
      <a:lvl4pPr>
        <a:defRPr sz="4600">
          <a:latin typeface="Franklin Gothic Book"/>
          <a:ea typeface="Franklin Gothic Book"/>
          <a:cs typeface="Franklin Gothic Book"/>
          <a:sym typeface="Franklin Gothic Book"/>
        </a:defRPr>
      </a:lvl4pPr>
      <a:lvl5pPr>
        <a:defRPr sz="4600">
          <a:latin typeface="Franklin Gothic Book"/>
          <a:ea typeface="Franklin Gothic Book"/>
          <a:cs typeface="Franklin Gothic Book"/>
          <a:sym typeface="Franklin Gothic Book"/>
        </a:defRPr>
      </a:lvl5pPr>
      <a:lvl6pPr indent="457200">
        <a:defRPr sz="4600">
          <a:latin typeface="Franklin Gothic Book"/>
          <a:ea typeface="Franklin Gothic Book"/>
          <a:cs typeface="Franklin Gothic Book"/>
          <a:sym typeface="Franklin Gothic Book"/>
        </a:defRPr>
      </a:lvl6pPr>
      <a:lvl7pPr indent="914400">
        <a:defRPr sz="4600">
          <a:latin typeface="Franklin Gothic Book"/>
          <a:ea typeface="Franklin Gothic Book"/>
          <a:cs typeface="Franklin Gothic Book"/>
          <a:sym typeface="Franklin Gothic Book"/>
        </a:defRPr>
      </a:lvl7pPr>
      <a:lvl8pPr indent="1371600">
        <a:defRPr sz="4600">
          <a:latin typeface="Franklin Gothic Book"/>
          <a:ea typeface="Franklin Gothic Book"/>
          <a:cs typeface="Franklin Gothic Book"/>
          <a:sym typeface="Franklin Gothic Book"/>
        </a:defRPr>
      </a:lvl8pPr>
      <a:lvl9pPr indent="1828800">
        <a:defRPr sz="4600">
          <a:latin typeface="Franklin Gothic Book"/>
          <a:ea typeface="Franklin Gothic Book"/>
          <a:cs typeface="Franklin Gothic Book"/>
          <a:sym typeface="Franklin Gothic Book"/>
        </a:defRPr>
      </a:lvl9pPr>
    </p:titleStyle>
    <p:bodyStyle>
      <a:lvl1pPr marL="550863" indent="-514350">
        <a:spcBef>
          <a:spcPts val="700"/>
        </a:spcBef>
        <a:buClr>
          <a:srgbClr val="6EA0B0"/>
        </a:buClr>
        <a:buSzPct val="80000"/>
        <a:buFont typeface="Arial" panose="020B0604020202020204" pitchFamily="34" charset="0"/>
        <a:buChar char="•"/>
        <a:defRPr sz="3000" dirty="0">
          <a:latin typeface="+mn-lt"/>
          <a:ea typeface="Arial"/>
          <a:cs typeface="Arial"/>
          <a:sym typeface="Arial"/>
        </a:defRPr>
      </a:lvl1pPr>
      <a:lvl2pPr marL="764320" indent="-315057">
        <a:spcBef>
          <a:spcPts val="700"/>
        </a:spcBef>
        <a:buClr>
          <a:srgbClr val="6EA0B0"/>
        </a:buClr>
        <a:buSzPct val="90000"/>
        <a:buFont typeface="Arial" panose="020B0604020202020204" pitchFamily="34" charset="0"/>
        <a:buChar char="•"/>
        <a:defRPr sz="3000">
          <a:latin typeface="+mn-lt"/>
          <a:ea typeface="Arial"/>
          <a:cs typeface="Arial"/>
          <a:sym typeface="Arial"/>
        </a:defRPr>
      </a:lvl2pPr>
      <a:lvl3pPr marL="1068784" indent="-319484">
        <a:spcBef>
          <a:spcPts val="700"/>
        </a:spcBef>
        <a:buClr>
          <a:srgbClr val="6EA0B0"/>
        </a:buClr>
        <a:buSzPct val="85000"/>
        <a:buFont typeface="Arial" panose="020B0604020202020204" pitchFamily="34" charset="0"/>
        <a:buChar char="•"/>
        <a:defRPr sz="3000">
          <a:latin typeface="+mn-lt"/>
          <a:ea typeface="Arial"/>
          <a:cs typeface="Arial"/>
          <a:sym typeface="Arial"/>
        </a:defRPr>
      </a:lvl3pPr>
      <a:lvl4pPr marL="1397793" indent="-354806">
        <a:spcBef>
          <a:spcPts val="700"/>
        </a:spcBef>
        <a:buClr>
          <a:srgbClr val="6EA0B0"/>
        </a:buClr>
        <a:buSzPct val="90000"/>
        <a:buFont typeface="Arial" panose="020B0604020202020204" pitchFamily="34" charset="0"/>
        <a:buChar char="•"/>
        <a:defRPr sz="3000">
          <a:latin typeface="+mn-lt"/>
          <a:ea typeface="Arial"/>
          <a:cs typeface="Arial"/>
          <a:sym typeface="Arial"/>
        </a:defRPr>
      </a:lvl4pPr>
      <a:lvl5pPr marL="1610783" indent="-304270">
        <a:spcBef>
          <a:spcPts val="700"/>
        </a:spcBef>
        <a:buClr>
          <a:srgbClr val="6EA0B0"/>
        </a:buClr>
        <a:buSzPct val="100000"/>
        <a:buFont typeface="Arial" panose="020B0604020202020204" pitchFamily="34" charset="0"/>
        <a:buChar char="•"/>
        <a:defRPr sz="3000">
          <a:latin typeface="+mn-lt"/>
          <a:ea typeface="Arial"/>
          <a:cs typeface="Arial"/>
          <a:sym typeface="Arial"/>
        </a:defRPr>
      </a:lvl5pPr>
      <a:lvl6pPr marL="2067983" indent="-304270">
        <a:spcBef>
          <a:spcPts val="700"/>
        </a:spcBef>
        <a:buClr>
          <a:srgbClr val="6EA0B0"/>
        </a:buClr>
        <a:buSzPct val="100000"/>
        <a:buFont typeface="Wingdings 2"/>
        <a:buChar char="•"/>
        <a:defRPr sz="3000">
          <a:latin typeface="Arial"/>
          <a:ea typeface="Arial"/>
          <a:cs typeface="Arial"/>
          <a:sym typeface="Arial"/>
        </a:defRPr>
      </a:lvl6pPr>
      <a:lvl7pPr marL="2525183" indent="-304270">
        <a:spcBef>
          <a:spcPts val="700"/>
        </a:spcBef>
        <a:buClr>
          <a:srgbClr val="6EA0B0"/>
        </a:buClr>
        <a:buSzPct val="100000"/>
        <a:buFont typeface="Wingdings 2"/>
        <a:buChar char="•"/>
        <a:defRPr sz="3000">
          <a:latin typeface="Arial"/>
          <a:ea typeface="Arial"/>
          <a:cs typeface="Arial"/>
          <a:sym typeface="Arial"/>
        </a:defRPr>
      </a:lvl7pPr>
      <a:lvl8pPr marL="2982383" indent="-304270">
        <a:spcBef>
          <a:spcPts val="700"/>
        </a:spcBef>
        <a:buClr>
          <a:srgbClr val="6EA0B0"/>
        </a:buClr>
        <a:buSzPct val="100000"/>
        <a:buFont typeface="Wingdings 2"/>
        <a:buChar char="•"/>
        <a:defRPr sz="3000">
          <a:latin typeface="Arial"/>
          <a:ea typeface="Arial"/>
          <a:cs typeface="Arial"/>
          <a:sym typeface="Arial"/>
        </a:defRPr>
      </a:lvl8pPr>
      <a:lvl9pPr marL="3439583" indent="-304270">
        <a:spcBef>
          <a:spcPts val="700"/>
        </a:spcBef>
        <a:buClr>
          <a:srgbClr val="6EA0B0"/>
        </a:buClr>
        <a:buSzPct val="100000"/>
        <a:buFont typeface="Wingdings 2"/>
        <a:buChar char="•"/>
        <a:defRPr sz="3000">
          <a:latin typeface="Arial"/>
          <a:ea typeface="Arial"/>
          <a:cs typeface="Arial"/>
          <a:sym typeface="Arial"/>
        </a:defRPr>
      </a:lvl9pPr>
    </p:bodyStyle>
    <p:otherStyle>
      <a:lvl1pPr>
        <a:defRPr>
          <a:solidFill>
            <a:schemeClr val="tx1"/>
          </a:solidFill>
          <a:latin typeface="+mn-lt"/>
          <a:ea typeface="+mn-ea"/>
          <a:cs typeface="+mn-cs"/>
          <a:sym typeface="Arial"/>
        </a:defRPr>
      </a:lvl1pPr>
      <a:lvl2pPr indent="457200">
        <a:defRPr>
          <a:solidFill>
            <a:schemeClr val="tx1"/>
          </a:solidFill>
          <a:latin typeface="+mn-lt"/>
          <a:ea typeface="+mn-ea"/>
          <a:cs typeface="+mn-cs"/>
          <a:sym typeface="Arial"/>
        </a:defRPr>
      </a:lvl2pPr>
      <a:lvl3pPr indent="914400">
        <a:defRPr>
          <a:solidFill>
            <a:schemeClr val="tx1"/>
          </a:solidFill>
          <a:latin typeface="+mn-lt"/>
          <a:ea typeface="+mn-ea"/>
          <a:cs typeface="+mn-cs"/>
          <a:sym typeface="Arial"/>
        </a:defRPr>
      </a:lvl3pPr>
      <a:lvl4pPr indent="1371600">
        <a:defRPr>
          <a:solidFill>
            <a:schemeClr val="tx1"/>
          </a:solidFill>
          <a:latin typeface="+mn-lt"/>
          <a:ea typeface="+mn-ea"/>
          <a:cs typeface="+mn-cs"/>
          <a:sym typeface="Arial"/>
        </a:defRPr>
      </a:lvl4pPr>
      <a:lvl5pPr indent="1828800">
        <a:defRPr>
          <a:solidFill>
            <a:schemeClr val="tx1"/>
          </a:solidFill>
          <a:latin typeface="+mn-lt"/>
          <a:ea typeface="+mn-ea"/>
          <a:cs typeface="+mn-cs"/>
          <a:sym typeface="Arial"/>
        </a:defRPr>
      </a:lvl5pPr>
      <a:lvl6pPr>
        <a:defRPr>
          <a:solidFill>
            <a:schemeClr val="tx1"/>
          </a:solidFill>
          <a:latin typeface="+mn-lt"/>
          <a:ea typeface="+mn-ea"/>
          <a:cs typeface="+mn-cs"/>
          <a:sym typeface="Arial"/>
        </a:defRPr>
      </a:lvl6pPr>
      <a:lvl7pPr>
        <a:defRPr>
          <a:solidFill>
            <a:schemeClr val="tx1"/>
          </a:solidFill>
          <a:latin typeface="+mn-lt"/>
          <a:ea typeface="+mn-ea"/>
          <a:cs typeface="+mn-cs"/>
          <a:sym typeface="Arial"/>
        </a:defRPr>
      </a:lvl7pPr>
      <a:lvl8pPr>
        <a:defRPr>
          <a:solidFill>
            <a:schemeClr val="tx1"/>
          </a:solidFill>
          <a:latin typeface="+mn-lt"/>
          <a:ea typeface="+mn-ea"/>
          <a:cs typeface="+mn-cs"/>
          <a:sym typeface="Arial"/>
        </a:defRPr>
      </a:lvl8pPr>
      <a:lvl9pPr>
        <a:defRPr>
          <a:solidFill>
            <a:schemeClr val="tx1"/>
          </a:solidFill>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hyperlink" Target="https://www.fda.gov/media/131268/download"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 name="Shape 62"/>
          <p:cNvSpPr/>
          <p:nvPr/>
        </p:nvSpPr>
        <p:spPr>
          <a:xfrm>
            <a:off x="556910" y="3352800"/>
            <a:ext cx="7520290" cy="0"/>
          </a:xfrm>
          <a:prstGeom prst="line">
            <a:avLst/>
          </a:prstGeom>
          <a:ln>
            <a:solidFill>
              <a:srgbClr val="6A9DAE"/>
            </a:solidFill>
            <a:round/>
          </a:ln>
        </p:spPr>
        <p:txBody>
          <a:bodyPr lIns="0" tIns="0" rIns="0" bIns="0"/>
          <a:lstStyle/>
          <a:p>
            <a:pPr lvl="0" defTabSz="457200">
              <a:defRPr sz="1200">
                <a:latin typeface="+mj-lt"/>
                <a:ea typeface="+mj-ea"/>
                <a:cs typeface="+mj-cs"/>
                <a:sym typeface="Helvetica"/>
              </a:defRPr>
            </a:pPr>
            <a:endParaRPr/>
          </a:p>
        </p:txBody>
      </p:sp>
      <p:sp>
        <p:nvSpPr>
          <p:cNvPr id="64" name="Shape 64"/>
          <p:cNvSpPr/>
          <p:nvPr/>
        </p:nvSpPr>
        <p:spPr>
          <a:xfrm>
            <a:off x="1597023" y="6266021"/>
            <a:ext cx="6480177" cy="215444"/>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b">
            <a:spAutoFit/>
          </a:bodyPr>
          <a:lstStyle>
            <a:lvl1pPr algn="r">
              <a:spcBef>
                <a:spcPts val="200"/>
              </a:spcBef>
              <a:defRPr sz="1200"/>
            </a:lvl1pPr>
          </a:lstStyle>
          <a:p>
            <a:pPr lvl="0">
              <a:defRPr sz="1800"/>
            </a:pPr>
            <a:r>
              <a:rPr lang="en-US" sz="1400" dirty="0">
                <a:latin typeface="+mj-lt"/>
              </a:rPr>
              <a:t>Sami Durrani PhD and Eric Bergman PhD</a:t>
            </a:r>
            <a:endParaRPr sz="1400" dirty="0">
              <a:latin typeface="+mj-lt"/>
            </a:endParaRPr>
          </a:p>
        </p:txBody>
      </p:sp>
      <p:pic>
        <p:nvPicPr>
          <p:cNvPr id="65" name="Tufts_univ_seal_blue.jpg"/>
          <p:cNvPicPr/>
          <p:nvPr/>
        </p:nvPicPr>
        <p:blipFill>
          <a:blip r:embed="rId3">
            <a:extLst>
              <a:ext uri="{28A0092B-C50C-407E-A947-70E740481C1C}">
                <a14:useLocalDpi xmlns:a14="http://schemas.microsoft.com/office/drawing/2010/main" val="0"/>
              </a:ext>
            </a:extLst>
          </a:blip>
          <a:srcRect/>
          <a:stretch/>
        </p:blipFill>
        <p:spPr>
          <a:xfrm>
            <a:off x="29936" y="2133600"/>
            <a:ext cx="2774496" cy="1635583"/>
          </a:xfrm>
          <a:prstGeom prst="rect">
            <a:avLst/>
          </a:prstGeom>
          <a:ln w="12700">
            <a:miter lim="400000"/>
          </a:ln>
        </p:spPr>
      </p:pic>
      <p:sp>
        <p:nvSpPr>
          <p:cNvPr id="4" name="TextBox 3">
            <a:extLst>
              <a:ext uri="{FF2B5EF4-FFF2-40B4-BE49-F238E27FC236}">
                <a16:creationId xmlns:a16="http://schemas.microsoft.com/office/drawing/2014/main" id="{FD5F1C20-1729-502B-6468-FFD00C5A83A8}"/>
              </a:ext>
            </a:extLst>
          </p:cNvPr>
          <p:cNvSpPr txBox="1"/>
          <p:nvPr/>
        </p:nvSpPr>
        <p:spPr>
          <a:xfrm>
            <a:off x="532256" y="3407628"/>
            <a:ext cx="7621143" cy="46166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algn="r"/>
            <a:r>
              <a:rPr lang="en-US" sz="2400" dirty="0"/>
              <a:t>Use Related Risk in Medical Devices</a:t>
            </a:r>
            <a:endParaRPr lang="en-US" sz="2400" i="1"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FA45B8-8B82-4919-D0E6-46DE13CA4534}"/>
              </a:ext>
            </a:extLst>
          </p:cNvPr>
          <p:cNvSpPr>
            <a:spLocks noGrp="1"/>
          </p:cNvSpPr>
          <p:nvPr>
            <p:ph type="sldNum" sz="quarter" idx="10"/>
          </p:nvPr>
        </p:nvSpPr>
        <p:spPr/>
        <p:txBody>
          <a:bodyPr/>
          <a:lstStyle/>
          <a:p>
            <a:fld id="{86CB4B4D-7CA3-9044-876B-883B54F8677D}" type="slidenum">
              <a:rPr lang="en-US" smtClean="0"/>
              <a:pPr/>
              <a:t>2</a:t>
            </a:fld>
            <a:endParaRPr lang="en-US" dirty="0"/>
          </a:p>
        </p:txBody>
      </p:sp>
      <p:sp>
        <p:nvSpPr>
          <p:cNvPr id="4" name="Title 3">
            <a:extLst>
              <a:ext uri="{FF2B5EF4-FFF2-40B4-BE49-F238E27FC236}">
                <a16:creationId xmlns:a16="http://schemas.microsoft.com/office/drawing/2014/main" id="{A7EDB153-A7A5-F38B-440B-A1959B500799}"/>
              </a:ext>
            </a:extLst>
          </p:cNvPr>
          <p:cNvSpPr>
            <a:spLocks noGrp="1"/>
          </p:cNvSpPr>
          <p:nvPr>
            <p:ph type="title"/>
          </p:nvPr>
        </p:nvSpPr>
        <p:spPr/>
        <p:txBody>
          <a:bodyPr>
            <a:normAutofit fontScale="90000"/>
          </a:bodyPr>
          <a:lstStyle/>
          <a:p>
            <a:r>
              <a:rPr lang="en-US" dirty="0"/>
              <a:t>Examples of medical devices</a:t>
            </a:r>
          </a:p>
        </p:txBody>
      </p:sp>
      <p:pic>
        <p:nvPicPr>
          <p:cNvPr id="9218" name="Picture 2" descr="Lilly's Insulin Lispro Injection (100 units/mL) | Lower List-Priced Insulin">
            <a:extLst>
              <a:ext uri="{FF2B5EF4-FFF2-40B4-BE49-F238E27FC236}">
                <a16:creationId xmlns:a16="http://schemas.microsoft.com/office/drawing/2014/main" id="{2B785ADE-EF1F-AEF5-06D5-AC224E95FC9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1084262"/>
            <a:ext cx="3011106" cy="1468437"/>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Nobody Acrylic Print featuring the photograph Inhaler by Science Photo Library">
            <a:extLst>
              <a:ext uri="{FF2B5EF4-FFF2-40B4-BE49-F238E27FC236}">
                <a16:creationId xmlns:a16="http://schemas.microsoft.com/office/drawing/2014/main" id="{E4A0A578-6A92-3238-DDE3-69A126471E09}"/>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883" t="9228" r="20839" b="16328"/>
          <a:stretch/>
        </p:blipFill>
        <p:spPr bwMode="auto">
          <a:xfrm>
            <a:off x="4113635" y="1232445"/>
            <a:ext cx="1210585" cy="133056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About the daVinci Surgical System | UC Health">
            <a:extLst>
              <a:ext uri="{FF2B5EF4-FFF2-40B4-BE49-F238E27FC236}">
                <a16:creationId xmlns:a16="http://schemas.microsoft.com/office/drawing/2014/main" id="{64DC8D66-509F-C21F-E550-399570D05D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3381" y="2881058"/>
            <a:ext cx="2731095" cy="3595942"/>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Home Dialysis Products">
            <a:extLst>
              <a:ext uri="{FF2B5EF4-FFF2-40B4-BE49-F238E27FC236}">
                <a16:creationId xmlns:a16="http://schemas.microsoft.com/office/drawing/2014/main" id="{778420D4-0B7F-736A-3AE8-DD889D79873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14117" y="3429000"/>
            <a:ext cx="2709882" cy="280601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Mindray DC-6 Expert Ultrasound Machine | AME Ultrasounds">
            <a:extLst>
              <a:ext uri="{FF2B5EF4-FFF2-40B4-BE49-F238E27FC236}">
                <a16:creationId xmlns:a16="http://schemas.microsoft.com/office/drawing/2014/main" id="{6BDD45F0-DAE0-A1D7-6D68-21B10F4D5E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62057" y="3092251"/>
            <a:ext cx="2615867" cy="337935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bile App | Healthcare Management Administrators | Healthcare Benefits  Third Party Administrator in Bellevue, WA">
            <a:extLst>
              <a:ext uri="{FF2B5EF4-FFF2-40B4-BE49-F238E27FC236}">
                <a16:creationId xmlns:a16="http://schemas.microsoft.com/office/drawing/2014/main" id="{5179E227-4BF2-EAD7-04B7-49137DE975F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025050" y="969983"/>
            <a:ext cx="1089882" cy="1807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48717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087CC4-9978-E8FA-35EA-F92CCDF323F8}"/>
              </a:ext>
            </a:extLst>
          </p:cNvPr>
          <p:cNvSpPr>
            <a:spLocks noGrp="1"/>
          </p:cNvSpPr>
          <p:nvPr>
            <p:ph type="sldNum" sz="quarter" idx="10"/>
          </p:nvPr>
        </p:nvSpPr>
        <p:spPr/>
        <p:txBody>
          <a:bodyPr/>
          <a:lstStyle/>
          <a:p>
            <a:pPr lvl="0"/>
            <a:fld id="{86CB4B4D-7CA3-9044-876B-883B54F8677D}" type="slidenum">
              <a:rPr lang="en-US" smtClean="0"/>
              <a:t>3</a:t>
            </a:fld>
            <a:endParaRPr lang="en-US"/>
          </a:p>
        </p:txBody>
      </p:sp>
      <p:sp>
        <p:nvSpPr>
          <p:cNvPr id="4" name="Content Placeholder 3">
            <a:extLst>
              <a:ext uri="{FF2B5EF4-FFF2-40B4-BE49-F238E27FC236}">
                <a16:creationId xmlns:a16="http://schemas.microsoft.com/office/drawing/2014/main" id="{BB9A66A8-A4FE-A5FF-ECBD-1B2CAC8FEAF8}"/>
              </a:ext>
            </a:extLst>
          </p:cNvPr>
          <p:cNvSpPr>
            <a:spLocks noGrp="1"/>
          </p:cNvSpPr>
          <p:nvPr>
            <p:ph sz="quarter" idx="11"/>
          </p:nvPr>
        </p:nvSpPr>
        <p:spPr/>
        <p:txBody>
          <a:bodyPr/>
          <a:lstStyle/>
          <a:p>
            <a:pPr marL="117475" indent="0">
              <a:buNone/>
            </a:pPr>
            <a:r>
              <a:rPr lang="en-US" dirty="0"/>
              <a:t>Assigned reading:</a:t>
            </a:r>
            <a:endParaRPr lang="en-US" dirty="0">
              <a:hlinkClick r:id="rId3"/>
            </a:endParaRPr>
          </a:p>
          <a:p>
            <a:pPr marL="117475" indent="0">
              <a:buNone/>
            </a:pPr>
            <a:endParaRPr lang="en-US" dirty="0"/>
          </a:p>
          <a:p>
            <a:pPr marL="117475" indent="0">
              <a:buNone/>
            </a:pPr>
            <a:endParaRPr lang="en-US" dirty="0"/>
          </a:p>
          <a:p>
            <a:pPr marL="117475" indent="0">
              <a:buNone/>
            </a:pPr>
            <a:endParaRPr lang="en-US" dirty="0"/>
          </a:p>
        </p:txBody>
      </p:sp>
      <p:sp>
        <p:nvSpPr>
          <p:cNvPr id="3" name="Title 2">
            <a:extLst>
              <a:ext uri="{FF2B5EF4-FFF2-40B4-BE49-F238E27FC236}">
                <a16:creationId xmlns:a16="http://schemas.microsoft.com/office/drawing/2014/main" id="{142A3892-BC58-37A7-4ADB-90AF85859318}"/>
              </a:ext>
            </a:extLst>
          </p:cNvPr>
          <p:cNvSpPr>
            <a:spLocks noGrp="1"/>
          </p:cNvSpPr>
          <p:nvPr>
            <p:ph type="title"/>
          </p:nvPr>
        </p:nvSpPr>
        <p:spPr/>
        <p:txBody>
          <a:bodyPr>
            <a:normAutofit fontScale="90000"/>
          </a:bodyPr>
          <a:lstStyle/>
          <a:p>
            <a:r>
              <a:rPr lang="en-US" dirty="0"/>
              <a:t>Medical device definition</a:t>
            </a:r>
          </a:p>
        </p:txBody>
      </p:sp>
      <p:pic>
        <p:nvPicPr>
          <p:cNvPr id="6" name="Picture 5" descr="A close-up of a document&#10;&#10;Description automatically generated">
            <a:extLst>
              <a:ext uri="{FF2B5EF4-FFF2-40B4-BE49-F238E27FC236}">
                <a16:creationId xmlns:a16="http://schemas.microsoft.com/office/drawing/2014/main" id="{A61E397B-FA85-1FEE-C171-780BF4FAE7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600" y="1974359"/>
            <a:ext cx="6206180" cy="3490976"/>
          </a:xfrm>
          <a:prstGeom prst="rect">
            <a:avLst/>
          </a:prstGeom>
        </p:spPr>
      </p:pic>
      <p:sp>
        <p:nvSpPr>
          <p:cNvPr id="8" name="TextBox 7">
            <a:extLst>
              <a:ext uri="{FF2B5EF4-FFF2-40B4-BE49-F238E27FC236}">
                <a16:creationId xmlns:a16="http://schemas.microsoft.com/office/drawing/2014/main" id="{2237B048-B4B2-FF2C-6B65-45F74C5CCE4F}"/>
              </a:ext>
            </a:extLst>
          </p:cNvPr>
          <p:cNvSpPr txBox="1"/>
          <p:nvPr/>
        </p:nvSpPr>
        <p:spPr>
          <a:xfrm>
            <a:off x="1947220" y="5678035"/>
            <a:ext cx="6206180" cy="36933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marL="117475" indent="0">
              <a:buNone/>
            </a:pPr>
            <a:r>
              <a:rPr lang="en-US" dirty="0">
                <a:hlinkClick r:id="rId3"/>
              </a:rPr>
              <a:t>https://www.fda.gov/media/131268/download</a:t>
            </a:r>
            <a:endParaRPr lang="en-US" dirty="0"/>
          </a:p>
        </p:txBody>
      </p:sp>
    </p:spTree>
    <p:extLst>
      <p:ext uri="{BB962C8B-B14F-4D97-AF65-F5344CB8AC3E}">
        <p14:creationId xmlns:p14="http://schemas.microsoft.com/office/powerpoint/2010/main" val="245924222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Slide Number Placeholder 5">
            <a:extLst>
              <a:ext uri="{FF2B5EF4-FFF2-40B4-BE49-F238E27FC236}">
                <a16:creationId xmlns:a16="http://schemas.microsoft.com/office/drawing/2014/main" id="{7401F771-0C33-2E5E-9C42-D80CA2A5A9DA}"/>
              </a:ext>
            </a:extLst>
          </p:cNvPr>
          <p:cNvSpPr>
            <a:spLocks noGrp="1"/>
          </p:cNvSpPr>
          <p:nvPr>
            <p:ph type="sldNum" sz="quarter" idx="10"/>
          </p:nvPr>
        </p:nvSpPr>
        <p:spPr bwMode="auto">
          <a:xfrm>
            <a:off x="8153400" y="6629400"/>
            <a:ext cx="762000" cy="18466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anchor="b" anchorCtr="0" compatLnSpc="1">
            <a:prstTxWarp prst="textNoShape">
              <a:avLst/>
            </a:prstTxWarp>
            <a:normAutofit/>
          </a:bodyPr>
          <a:lstStyle>
            <a:defPPr>
              <a:defRPr lang="en-US"/>
            </a:defPPr>
            <a:lvl1pPr algn="r" defTabSz="457200" rtl="0" fontAlgn="base">
              <a:spcBef>
                <a:spcPct val="0"/>
              </a:spcBef>
              <a:spcAft>
                <a:spcPct val="0"/>
              </a:spcAft>
              <a:defRPr sz="1000" kern="1200">
                <a:solidFill>
                  <a:schemeClr val="tx1"/>
                </a:solidFill>
                <a:latin typeface="Arial" panose="020B060402020202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pPr>
              <a:lnSpc>
                <a:spcPct val="90000"/>
              </a:lnSpc>
              <a:spcAft>
                <a:spcPts val="600"/>
              </a:spcAft>
            </a:pPr>
            <a:fld id="{98E7C3E8-FAA4-3045-9D7D-21BA1630DC7C}" type="slidenum">
              <a:rPr lang="en-US" altLang="en-US" sz="600" smtClean="0"/>
              <a:pPr>
                <a:lnSpc>
                  <a:spcPct val="90000"/>
                </a:lnSpc>
                <a:spcAft>
                  <a:spcPts val="600"/>
                </a:spcAft>
              </a:pPr>
              <a:t>4</a:t>
            </a:fld>
            <a:endParaRPr lang="en-US" altLang="en-US" sz="600"/>
          </a:p>
        </p:txBody>
      </p:sp>
      <p:sp>
        <p:nvSpPr>
          <p:cNvPr id="81922" name="Title 2">
            <a:extLst>
              <a:ext uri="{FF2B5EF4-FFF2-40B4-BE49-F238E27FC236}">
                <a16:creationId xmlns:a16="http://schemas.microsoft.com/office/drawing/2014/main" id="{A567C12A-0FA7-8007-7E5A-6C8955200A31}"/>
              </a:ext>
            </a:extLst>
          </p:cNvPr>
          <p:cNvSpPr>
            <a:spLocks noGrp="1"/>
          </p:cNvSpPr>
          <p:nvPr>
            <p:ph type="title"/>
          </p:nvPr>
        </p:nvSpPr>
        <p:spPr>
          <a:xfrm>
            <a:off x="453080" y="381000"/>
            <a:ext cx="7886700" cy="533400"/>
          </a:xfrm>
        </p:spPr>
        <p:txBody>
          <a:bodyPr anchor="ctr">
            <a:normAutofit fontScale="90000"/>
          </a:bodyPr>
          <a:lstStyle/>
          <a:p>
            <a:pPr>
              <a:lnSpc>
                <a:spcPct val="90000"/>
              </a:lnSpc>
            </a:pPr>
            <a:r>
              <a:rPr lang="en-US" altLang="en-US" dirty="0"/>
              <a:t>Medical device “user interface” includes…</a:t>
            </a:r>
          </a:p>
        </p:txBody>
      </p:sp>
      <p:pic>
        <p:nvPicPr>
          <p:cNvPr id="7" name="Graphic 6" descr="Storytelling outline">
            <a:extLst>
              <a:ext uri="{FF2B5EF4-FFF2-40B4-BE49-F238E27FC236}">
                <a16:creationId xmlns:a16="http://schemas.microsoft.com/office/drawing/2014/main" id="{0F17A393-3F9B-884E-A914-B54CE951F2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600" y="1485900"/>
            <a:ext cx="914400" cy="914400"/>
          </a:xfrm>
          <a:prstGeom prst="rect">
            <a:avLst/>
          </a:prstGeom>
        </p:spPr>
      </p:pic>
      <p:pic>
        <p:nvPicPr>
          <p:cNvPr id="8" name="Content Placeholder 7" descr="Teacher outline">
            <a:extLst>
              <a:ext uri="{FF2B5EF4-FFF2-40B4-BE49-F238E27FC236}">
                <a16:creationId xmlns:a16="http://schemas.microsoft.com/office/drawing/2014/main" id="{00EB389F-714C-8B4B-9597-15A4E0A5993B}"/>
              </a:ext>
            </a:extLst>
          </p:cNvPr>
          <p:cNvPicPr>
            <a:picLocks noGrp="1" noChangeAspect="1"/>
          </p:cNvPicPr>
          <p:nvPr>
            <p:ph sz="quarter" idx="11"/>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 y="3924300"/>
            <a:ext cx="914400" cy="914400"/>
          </a:xfrm>
          <a:prstGeom prst="rect">
            <a:avLst/>
          </a:prstGeom>
        </p:spPr>
      </p:pic>
      <p:pic>
        <p:nvPicPr>
          <p:cNvPr id="9" name="Graphic 8" descr="Packing Box Open outline">
            <a:extLst>
              <a:ext uri="{FF2B5EF4-FFF2-40B4-BE49-F238E27FC236}">
                <a16:creationId xmlns:a16="http://schemas.microsoft.com/office/drawing/2014/main" id="{CE7EE86D-E64B-F946-B996-46ACB29CB18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9600" y="2705100"/>
            <a:ext cx="914400" cy="914400"/>
          </a:xfrm>
          <a:prstGeom prst="rect">
            <a:avLst/>
          </a:prstGeom>
        </p:spPr>
      </p:pic>
      <p:pic>
        <p:nvPicPr>
          <p:cNvPr id="10" name="Graphic 9" descr="Network diagram outline">
            <a:extLst>
              <a:ext uri="{FF2B5EF4-FFF2-40B4-BE49-F238E27FC236}">
                <a16:creationId xmlns:a16="http://schemas.microsoft.com/office/drawing/2014/main" id="{825EFC15-5343-3E46-9570-D87CD78FC48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9600" y="5143500"/>
            <a:ext cx="914400" cy="914400"/>
          </a:xfrm>
          <a:prstGeom prst="rect">
            <a:avLst/>
          </a:prstGeom>
        </p:spPr>
      </p:pic>
      <p:sp>
        <p:nvSpPr>
          <p:cNvPr id="14" name="TextBox 13">
            <a:extLst>
              <a:ext uri="{FF2B5EF4-FFF2-40B4-BE49-F238E27FC236}">
                <a16:creationId xmlns:a16="http://schemas.microsoft.com/office/drawing/2014/main" id="{48C77F42-ABD8-2442-953F-6321CADF3730}"/>
              </a:ext>
            </a:extLst>
          </p:cNvPr>
          <p:cNvSpPr txBox="1"/>
          <p:nvPr/>
        </p:nvSpPr>
        <p:spPr>
          <a:xfrm>
            <a:off x="1902175" y="1663094"/>
            <a:ext cx="7013225" cy="75625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0037" tIns="80037" rIns="80037" bIns="80037" numCol="1" spcCol="1270" anchor="ctr" anchorCtr="0">
            <a:noAutofit/>
          </a:bodyPr>
          <a:lstStyle/>
          <a:p>
            <a:pPr marL="0" lvl="0" indent="0" algn="l" defTabSz="844550">
              <a:lnSpc>
                <a:spcPct val="100000"/>
              </a:lnSpc>
              <a:spcBef>
                <a:spcPct val="0"/>
              </a:spcBef>
              <a:spcAft>
                <a:spcPct val="35000"/>
              </a:spcAft>
              <a:buNone/>
            </a:pPr>
            <a:r>
              <a:rPr lang="en-US" sz="1900" kern="1200" dirty="0"/>
              <a:t>The IFU (instructions for use)</a:t>
            </a:r>
          </a:p>
        </p:txBody>
      </p:sp>
      <p:sp>
        <p:nvSpPr>
          <p:cNvPr id="15" name="TextBox 14">
            <a:extLst>
              <a:ext uri="{FF2B5EF4-FFF2-40B4-BE49-F238E27FC236}">
                <a16:creationId xmlns:a16="http://schemas.microsoft.com/office/drawing/2014/main" id="{E4DAE2CC-30DE-584F-865C-4BF6C29D3CD7}"/>
              </a:ext>
            </a:extLst>
          </p:cNvPr>
          <p:cNvSpPr txBox="1"/>
          <p:nvPr/>
        </p:nvSpPr>
        <p:spPr>
          <a:xfrm>
            <a:off x="1902175" y="2784172"/>
            <a:ext cx="7013225" cy="75625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0037" tIns="80037" rIns="80037" bIns="80037" numCol="1" spcCol="1270" anchor="ctr" anchorCtr="0">
            <a:noAutofit/>
          </a:bodyPr>
          <a:lstStyle/>
          <a:p>
            <a:pPr marL="0" lvl="0" indent="0" algn="l" defTabSz="844550">
              <a:lnSpc>
                <a:spcPct val="100000"/>
              </a:lnSpc>
              <a:spcBef>
                <a:spcPct val="0"/>
              </a:spcBef>
              <a:spcAft>
                <a:spcPct val="35000"/>
              </a:spcAft>
              <a:buNone/>
            </a:pPr>
            <a:r>
              <a:rPr lang="en-US" sz="1900" kern="1200" dirty="0"/>
              <a:t>Packaging &amp; Labeling </a:t>
            </a:r>
          </a:p>
        </p:txBody>
      </p:sp>
      <p:sp>
        <p:nvSpPr>
          <p:cNvPr id="16" name="TextBox 15">
            <a:extLst>
              <a:ext uri="{FF2B5EF4-FFF2-40B4-BE49-F238E27FC236}">
                <a16:creationId xmlns:a16="http://schemas.microsoft.com/office/drawing/2014/main" id="{96C88241-DBAF-3A4E-89BA-904E68012B96}"/>
              </a:ext>
            </a:extLst>
          </p:cNvPr>
          <p:cNvSpPr txBox="1"/>
          <p:nvPr/>
        </p:nvSpPr>
        <p:spPr>
          <a:xfrm>
            <a:off x="1902174" y="4003372"/>
            <a:ext cx="7013225" cy="75625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0037" tIns="80037" rIns="80037" bIns="80037" numCol="1" spcCol="1270" anchor="ctr" anchorCtr="0">
            <a:noAutofit/>
          </a:bodyPr>
          <a:lstStyle/>
          <a:p>
            <a:pPr marL="0" lvl="0" indent="0" algn="l" defTabSz="844550">
              <a:lnSpc>
                <a:spcPct val="100000"/>
              </a:lnSpc>
              <a:spcBef>
                <a:spcPct val="0"/>
              </a:spcBef>
              <a:spcAft>
                <a:spcPct val="35000"/>
              </a:spcAft>
              <a:buNone/>
            </a:pPr>
            <a:r>
              <a:rPr lang="en-US" sz="1900" kern="1200" dirty="0"/>
              <a:t>Training</a:t>
            </a:r>
          </a:p>
        </p:txBody>
      </p:sp>
      <p:sp>
        <p:nvSpPr>
          <p:cNvPr id="17" name="TextBox 16">
            <a:extLst>
              <a:ext uri="{FF2B5EF4-FFF2-40B4-BE49-F238E27FC236}">
                <a16:creationId xmlns:a16="http://schemas.microsoft.com/office/drawing/2014/main" id="{AF8C1FB5-434A-B44E-A561-1768E912CB29}"/>
              </a:ext>
            </a:extLst>
          </p:cNvPr>
          <p:cNvSpPr txBox="1"/>
          <p:nvPr/>
        </p:nvSpPr>
        <p:spPr>
          <a:xfrm>
            <a:off x="1902174" y="5222572"/>
            <a:ext cx="7013225" cy="75625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0037" tIns="80037" rIns="80037" bIns="80037" numCol="1" spcCol="1270" anchor="ctr" anchorCtr="0">
            <a:noAutofit/>
          </a:bodyPr>
          <a:lstStyle/>
          <a:p>
            <a:pPr marL="0" lvl="0" indent="0" algn="l" defTabSz="844550">
              <a:lnSpc>
                <a:spcPct val="100000"/>
              </a:lnSpc>
              <a:spcBef>
                <a:spcPct val="0"/>
              </a:spcBef>
              <a:spcAft>
                <a:spcPct val="35000"/>
              </a:spcAft>
              <a:buNone/>
            </a:pPr>
            <a:r>
              <a:rPr lang="en-US" sz="1900" kern="1200" dirty="0"/>
              <a:t>In the end, all the elements of the system with which the user interacts to learn and operate the device</a:t>
            </a:r>
          </a:p>
        </p:txBody>
      </p:sp>
    </p:spTree>
    <p:extLst>
      <p:ext uri="{BB962C8B-B14F-4D97-AF65-F5344CB8AC3E}">
        <p14:creationId xmlns:p14="http://schemas.microsoft.com/office/powerpoint/2010/main" val="146904776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2F70D5B-CFFE-2ED8-0A88-7DBA23B66CCF}"/>
              </a:ext>
            </a:extLst>
          </p:cNvPr>
          <p:cNvSpPr/>
          <p:nvPr/>
        </p:nvSpPr>
        <p:spPr>
          <a:xfrm>
            <a:off x="804220" y="3003679"/>
            <a:ext cx="6739580" cy="958721"/>
          </a:xfrm>
          <a:prstGeom prst="rect">
            <a:avLst/>
          </a:prstGeom>
          <a:solidFill>
            <a:srgbClr val="008AEF"/>
          </a:solidFill>
          <a:ln w="25400" cap="flat">
            <a:no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r" defTabSz="9144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chemeClr val="bg1"/>
                </a:solidFill>
                <a:effectLst/>
                <a:uFillTx/>
                <a:latin typeface="Arial"/>
                <a:ea typeface="Arial"/>
                <a:cs typeface="Arial"/>
                <a:sym typeface="Arial"/>
              </a:rPr>
              <a:t>Business goal</a:t>
            </a:r>
          </a:p>
        </p:txBody>
      </p:sp>
      <p:sp>
        <p:nvSpPr>
          <p:cNvPr id="5" name="Rectangle 4">
            <a:extLst>
              <a:ext uri="{FF2B5EF4-FFF2-40B4-BE49-F238E27FC236}">
                <a16:creationId xmlns:a16="http://schemas.microsoft.com/office/drawing/2014/main" id="{DFE374C6-21C3-6E1B-EF96-9708E25661FD}"/>
              </a:ext>
            </a:extLst>
          </p:cNvPr>
          <p:cNvSpPr/>
          <p:nvPr/>
        </p:nvSpPr>
        <p:spPr>
          <a:xfrm>
            <a:off x="804220" y="2045740"/>
            <a:ext cx="6739580" cy="958721"/>
          </a:xfrm>
          <a:prstGeom prst="rect">
            <a:avLst/>
          </a:prstGeom>
          <a:solidFill>
            <a:srgbClr val="FFFF00"/>
          </a:solidFill>
          <a:ln w="25400" cap="flat">
            <a:no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r" defTabSz="9144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Arial"/>
                <a:ea typeface="Arial"/>
                <a:cs typeface="Arial"/>
                <a:sym typeface="Arial"/>
              </a:rPr>
              <a:t>Regulatory Requirement</a:t>
            </a:r>
          </a:p>
        </p:txBody>
      </p:sp>
      <p:sp>
        <p:nvSpPr>
          <p:cNvPr id="2" name="Slide Number Placeholder 1">
            <a:extLst>
              <a:ext uri="{FF2B5EF4-FFF2-40B4-BE49-F238E27FC236}">
                <a16:creationId xmlns:a16="http://schemas.microsoft.com/office/drawing/2014/main" id="{0C403847-3726-74D1-B752-2200177B3735}"/>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5</a:t>
            </a:fld>
            <a:endParaRPr lang="en-US" dirty="0"/>
          </a:p>
        </p:txBody>
      </p:sp>
      <p:sp>
        <p:nvSpPr>
          <p:cNvPr id="3" name="Content Placeholder 2">
            <a:extLst>
              <a:ext uri="{FF2B5EF4-FFF2-40B4-BE49-F238E27FC236}">
                <a16:creationId xmlns:a16="http://schemas.microsoft.com/office/drawing/2014/main" id="{4AA10965-C174-EE32-04CD-937E505CE21C}"/>
              </a:ext>
            </a:extLst>
          </p:cNvPr>
          <p:cNvSpPr>
            <a:spLocks noGrp="1"/>
          </p:cNvSpPr>
          <p:nvPr>
            <p:ph sz="quarter" idx="11"/>
          </p:nvPr>
        </p:nvSpPr>
        <p:spPr>
          <a:xfrm>
            <a:off x="453080" y="1143000"/>
            <a:ext cx="7886700" cy="5486400"/>
          </a:xfrm>
        </p:spPr>
        <p:txBody>
          <a:bodyPr/>
          <a:lstStyle/>
          <a:p>
            <a:r>
              <a:rPr lang="en-US" dirty="0"/>
              <a:t>Goal of medical device development is to make products:</a:t>
            </a:r>
          </a:p>
          <a:p>
            <a:pPr lvl="1">
              <a:buClr>
                <a:schemeClr val="tx1"/>
              </a:buClr>
            </a:pPr>
            <a:r>
              <a:rPr lang="en-US" dirty="0"/>
              <a:t>Safe</a:t>
            </a:r>
          </a:p>
          <a:p>
            <a:pPr lvl="1">
              <a:buClr>
                <a:schemeClr val="tx1"/>
              </a:buClr>
            </a:pPr>
            <a:r>
              <a:rPr lang="en-US" dirty="0"/>
              <a:t>Effective				</a:t>
            </a:r>
          </a:p>
          <a:p>
            <a:pPr lvl="1">
              <a:buClr>
                <a:schemeClr val="bg1"/>
              </a:buClr>
            </a:pPr>
            <a:r>
              <a:rPr lang="en-US" dirty="0">
                <a:solidFill>
                  <a:schemeClr val="bg1"/>
                </a:solidFill>
              </a:rPr>
              <a:t>Efficient</a:t>
            </a:r>
          </a:p>
          <a:p>
            <a:pPr lvl="1">
              <a:buClr>
                <a:schemeClr val="bg1"/>
              </a:buClr>
            </a:pPr>
            <a:r>
              <a:rPr lang="en-US" dirty="0">
                <a:solidFill>
                  <a:schemeClr val="bg1"/>
                </a:solidFill>
              </a:rPr>
              <a:t>Satisfying user experience </a:t>
            </a:r>
          </a:p>
        </p:txBody>
      </p:sp>
      <p:sp>
        <p:nvSpPr>
          <p:cNvPr id="4" name="Title 3">
            <a:extLst>
              <a:ext uri="{FF2B5EF4-FFF2-40B4-BE49-F238E27FC236}">
                <a16:creationId xmlns:a16="http://schemas.microsoft.com/office/drawing/2014/main" id="{143ECA46-6AEB-A04E-5AE1-A5E57F237F35}"/>
              </a:ext>
            </a:extLst>
          </p:cNvPr>
          <p:cNvSpPr>
            <a:spLocks noGrp="1"/>
          </p:cNvSpPr>
          <p:nvPr>
            <p:ph type="title"/>
          </p:nvPr>
        </p:nvSpPr>
        <p:spPr>
          <a:xfrm>
            <a:off x="453080" y="381000"/>
            <a:ext cx="7886700" cy="533400"/>
          </a:xfrm>
        </p:spPr>
        <p:txBody>
          <a:bodyPr>
            <a:normAutofit fontScale="90000"/>
          </a:bodyPr>
          <a:lstStyle/>
          <a:p>
            <a:r>
              <a:rPr lang="en-US" dirty="0"/>
              <a:t>Use-related risk in medical device design</a:t>
            </a:r>
          </a:p>
        </p:txBody>
      </p:sp>
      <p:sp>
        <p:nvSpPr>
          <p:cNvPr id="9" name="TextBox 8">
            <a:extLst>
              <a:ext uri="{FF2B5EF4-FFF2-40B4-BE49-F238E27FC236}">
                <a16:creationId xmlns:a16="http://schemas.microsoft.com/office/drawing/2014/main" id="{836F7479-C678-B653-16BB-2BA35771A20A}"/>
              </a:ext>
            </a:extLst>
          </p:cNvPr>
          <p:cNvSpPr txBox="1"/>
          <p:nvPr/>
        </p:nvSpPr>
        <p:spPr>
          <a:xfrm>
            <a:off x="1577030" y="4692809"/>
            <a:ext cx="5638800" cy="6463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1" hangingPunct="0">
              <a:lnSpc>
                <a:spcPct val="100000"/>
              </a:lnSpc>
              <a:spcBef>
                <a:spcPts val="0"/>
              </a:spcBef>
              <a:spcAft>
                <a:spcPts val="0"/>
              </a:spcAft>
              <a:buClrTx/>
              <a:buSzTx/>
              <a:buFontTx/>
              <a:buNone/>
              <a:tabLst/>
            </a:pPr>
            <a:r>
              <a:rPr lang="en-US" dirty="0">
                <a:solidFill>
                  <a:srgbClr val="000000"/>
                </a:solidFill>
              </a:rPr>
              <a:t>User interface designs that do not mitigate use errors detract from all the above goals! </a:t>
            </a:r>
            <a:endParaRPr kumimoji="0" lang="en-US" sz="1800" b="0" i="0" u="none" strike="noStrike" cap="none" spc="0" normalizeH="0" baseline="0" dirty="0">
              <a:ln>
                <a:noFill/>
              </a:ln>
              <a:solidFill>
                <a:srgbClr val="000000"/>
              </a:solidFill>
              <a:effectLst/>
              <a:uFillTx/>
              <a:latin typeface="Arial"/>
              <a:ea typeface="Arial"/>
              <a:cs typeface="Arial"/>
              <a:sym typeface="Arial"/>
            </a:endParaRPr>
          </a:p>
        </p:txBody>
      </p:sp>
      <p:sp>
        <p:nvSpPr>
          <p:cNvPr id="11" name="TextBox 10">
            <a:extLst>
              <a:ext uri="{FF2B5EF4-FFF2-40B4-BE49-F238E27FC236}">
                <a16:creationId xmlns:a16="http://schemas.microsoft.com/office/drawing/2014/main" id="{D95D1518-50EC-5B5D-CD4A-5F879AB97895}"/>
              </a:ext>
            </a:extLst>
          </p:cNvPr>
          <p:cNvSpPr txBox="1"/>
          <p:nvPr/>
        </p:nvSpPr>
        <p:spPr>
          <a:xfrm>
            <a:off x="1196030" y="5474384"/>
            <a:ext cx="6400800"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1" hangingPunct="0">
              <a:lnSpc>
                <a:spcPct val="100000"/>
              </a:lnSpc>
              <a:spcBef>
                <a:spcPts val="0"/>
              </a:spcBef>
              <a:spcAft>
                <a:spcPts val="0"/>
              </a:spcAft>
              <a:buClrTx/>
              <a:buSzTx/>
              <a:buFontTx/>
              <a:buNone/>
              <a:tabLst/>
            </a:pPr>
            <a:r>
              <a:rPr lang="en-US" dirty="0">
                <a:solidFill>
                  <a:srgbClr val="000000"/>
                </a:solidFill>
              </a:rPr>
              <a:t>Yes – designs!</a:t>
            </a:r>
            <a:endParaRPr kumimoji="0" lang="en-US" sz="1800" b="1" i="0" u="none" strike="noStrike" cap="none" spc="0" normalizeH="0" baseline="0" dirty="0">
              <a:ln>
                <a:noFill/>
              </a:ln>
              <a:solidFill>
                <a:srgbClr val="000000"/>
              </a:solidFill>
              <a:effectLst/>
              <a:uFillTx/>
              <a:latin typeface="Arial"/>
              <a:ea typeface="Arial"/>
              <a:cs typeface="Arial"/>
              <a:sym typeface="Arial"/>
            </a:endParaRPr>
          </a:p>
        </p:txBody>
      </p:sp>
      <p:sp>
        <p:nvSpPr>
          <p:cNvPr id="12" name="TextBox 11">
            <a:extLst>
              <a:ext uri="{FF2B5EF4-FFF2-40B4-BE49-F238E27FC236}">
                <a16:creationId xmlns:a16="http://schemas.microsoft.com/office/drawing/2014/main" id="{9229C274-6BC1-5B87-78BE-B060BA6E78AF}"/>
              </a:ext>
            </a:extLst>
          </p:cNvPr>
          <p:cNvSpPr txBox="1"/>
          <p:nvPr/>
        </p:nvSpPr>
        <p:spPr>
          <a:xfrm>
            <a:off x="0" y="5749148"/>
            <a:ext cx="8915400" cy="64633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marL="0" marR="0" indent="0" algn="ctr" defTabSz="914400" rtl="0" fontAlgn="auto" latinLnBrk="1" hangingPunct="0">
              <a:lnSpc>
                <a:spcPct val="100000"/>
              </a:lnSpc>
              <a:spcBef>
                <a:spcPts val="0"/>
              </a:spcBef>
              <a:spcAft>
                <a:spcPts val="0"/>
              </a:spcAft>
              <a:buClrTx/>
              <a:buSzTx/>
              <a:buFontTx/>
              <a:buNone/>
              <a:tabLst/>
            </a:pPr>
            <a:endParaRPr kumimoji="0" lang="en-US" sz="1800" b="0" u="none" strike="noStrike" cap="none" spc="0" normalizeH="0" baseline="0" dirty="0">
              <a:ln>
                <a:noFill/>
              </a:ln>
              <a:solidFill>
                <a:srgbClr val="000000"/>
              </a:solidFill>
              <a:effectLst/>
              <a:uFillTx/>
              <a:latin typeface="Arial"/>
              <a:ea typeface="Arial"/>
              <a:cs typeface="Arial"/>
              <a:sym typeface="Arial"/>
            </a:endParaRPr>
          </a:p>
          <a:p>
            <a:pPr algn="ctr" rtl="0" latinLnBrk="1" hangingPunct="0"/>
            <a:r>
              <a:rPr lang="en-US" b="1" dirty="0">
                <a:solidFill>
                  <a:srgbClr val="000000"/>
                </a:solidFill>
              </a:rPr>
              <a:t>KEY CONCEPT: Use errors are a consequence of the device’s design</a:t>
            </a:r>
          </a:p>
        </p:txBody>
      </p:sp>
    </p:spTree>
    <p:extLst>
      <p:ext uri="{BB962C8B-B14F-4D97-AF65-F5344CB8AC3E}">
        <p14:creationId xmlns:p14="http://schemas.microsoft.com/office/powerpoint/2010/main" val="224257700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animBg="1"/>
      <p:bldP spid="9"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88A732-CAC4-4A81-6248-7EAB2EE99829}"/>
              </a:ext>
            </a:extLst>
          </p:cNvPr>
          <p:cNvSpPr>
            <a:spLocks noGrp="1"/>
          </p:cNvSpPr>
          <p:nvPr>
            <p:ph type="sldNum" sz="quarter" idx="10"/>
          </p:nvPr>
        </p:nvSpPr>
        <p:spPr/>
        <p:txBody>
          <a:bodyPr/>
          <a:lstStyle/>
          <a:p>
            <a:fld id="{86CB4B4D-7CA3-9044-876B-883B54F8677D}" type="slidenum">
              <a:rPr lang="en-US" smtClean="0"/>
              <a:pPr/>
              <a:t>6</a:t>
            </a:fld>
            <a:endParaRPr lang="en-US" dirty="0"/>
          </a:p>
        </p:txBody>
      </p:sp>
      <p:sp>
        <p:nvSpPr>
          <p:cNvPr id="4" name="Title 3">
            <a:extLst>
              <a:ext uri="{FF2B5EF4-FFF2-40B4-BE49-F238E27FC236}">
                <a16:creationId xmlns:a16="http://schemas.microsoft.com/office/drawing/2014/main" id="{731A914F-F592-90A5-BD4B-A06AD3DA288D}"/>
              </a:ext>
            </a:extLst>
          </p:cNvPr>
          <p:cNvSpPr>
            <a:spLocks noGrp="1"/>
          </p:cNvSpPr>
          <p:nvPr>
            <p:ph type="title"/>
          </p:nvPr>
        </p:nvSpPr>
        <p:spPr/>
        <p:txBody>
          <a:bodyPr>
            <a:normAutofit fontScale="90000"/>
          </a:bodyPr>
          <a:lstStyle/>
          <a:p>
            <a:r>
              <a:rPr lang="en-US" dirty="0"/>
              <a:t>Use Error, not Use</a:t>
            </a:r>
            <a:r>
              <a:rPr lang="en-US" dirty="0">
                <a:solidFill>
                  <a:srgbClr val="FF0000"/>
                </a:solidFill>
              </a:rPr>
              <a:t>r</a:t>
            </a:r>
            <a:r>
              <a:rPr lang="en-US" dirty="0"/>
              <a:t> Error</a:t>
            </a:r>
          </a:p>
        </p:txBody>
      </p:sp>
      <p:pic>
        <p:nvPicPr>
          <p:cNvPr id="1026" name="Picture 2" descr="A regular human who makes mistakes. Image 4 of 4">
            <a:extLst>
              <a:ext uri="{FF2B5EF4-FFF2-40B4-BE49-F238E27FC236}">
                <a16:creationId xmlns:a16="http://schemas.microsoft.com/office/drawing/2014/main" id="{E1DC568A-09E0-38CC-26BB-9A93DDB26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066800"/>
            <a:ext cx="4114800" cy="4114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4604333-909A-AEA1-0D2D-936ECF4BFCD2}"/>
              </a:ext>
            </a:extLst>
          </p:cNvPr>
          <p:cNvSpPr txBox="1"/>
          <p:nvPr/>
        </p:nvSpPr>
        <p:spPr>
          <a:xfrm>
            <a:off x="114300" y="5486400"/>
            <a:ext cx="8915400" cy="64633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marL="0" marR="0" indent="0" algn="ctr" defTabSz="914400" rtl="0" fontAlgn="auto" latinLnBrk="1" hangingPunct="0">
              <a:lnSpc>
                <a:spcPct val="100000"/>
              </a:lnSpc>
              <a:spcBef>
                <a:spcPts val="0"/>
              </a:spcBef>
              <a:spcAft>
                <a:spcPts val="0"/>
              </a:spcAft>
              <a:buClrTx/>
              <a:buSzTx/>
              <a:buFontTx/>
              <a:buNone/>
              <a:tabLst/>
            </a:pPr>
            <a:r>
              <a:rPr lang="en-US" b="1" dirty="0">
                <a:solidFill>
                  <a:srgbClr val="000000"/>
                </a:solidFill>
              </a:rPr>
              <a:t>KEY CONCEPT: Potential for use errors can be mitigated by good design </a:t>
            </a:r>
          </a:p>
          <a:p>
            <a:pPr marL="0" marR="0" indent="0" algn="ctr" defTabSz="914400" rtl="0" fontAlgn="auto" latinLnBrk="1" hangingPunct="0">
              <a:lnSpc>
                <a:spcPct val="100000"/>
              </a:lnSpc>
              <a:spcBef>
                <a:spcPts val="0"/>
              </a:spcBef>
              <a:spcAft>
                <a:spcPts val="0"/>
              </a:spcAft>
              <a:buClrTx/>
              <a:buSzTx/>
              <a:buFontTx/>
              <a:buNone/>
              <a:tabLst/>
            </a:pPr>
            <a:r>
              <a:rPr lang="en-US" b="1" dirty="0">
                <a:solidFill>
                  <a:srgbClr val="000000"/>
                </a:solidFill>
              </a:rPr>
              <a:t>(by applying a robust Human Factors Engineering process)</a:t>
            </a:r>
            <a:endParaRPr kumimoji="0" lang="en-US" sz="1800" b="1" u="none" strike="noStrike" cap="none" spc="0" normalizeH="0" baseline="0" dirty="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293194613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Slide Number Placeholder 5">
            <a:extLst>
              <a:ext uri="{FF2B5EF4-FFF2-40B4-BE49-F238E27FC236}">
                <a16:creationId xmlns:a16="http://schemas.microsoft.com/office/drawing/2014/main" id="{CD3632AD-B902-74F4-CCF7-3012972DCFCB}"/>
              </a:ext>
            </a:extLst>
          </p:cNvPr>
          <p:cNvSpPr>
            <a:spLocks noGrp="1"/>
          </p:cNvSpPr>
          <p:nvPr>
            <p:ph type="sldNum" sz="quarter" idx="10"/>
          </p:nvPr>
        </p:nvSpPr>
        <p:spPr bwMode="auto">
          <a:xfrm>
            <a:off x="8153400" y="6629400"/>
            <a:ext cx="762000" cy="18466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defTabSz="457200" rtl="0" fontAlgn="base">
              <a:spcBef>
                <a:spcPct val="0"/>
              </a:spcBef>
              <a:spcAft>
                <a:spcPct val="0"/>
              </a:spcAft>
              <a:defRPr sz="1000" kern="1200">
                <a:solidFill>
                  <a:schemeClr val="tx1"/>
                </a:solidFill>
                <a:latin typeface="Arial" panose="020B060402020202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fld id="{98E7C3E8-FAA4-3045-9D7D-21BA1630DC7C}" type="slidenum">
              <a:rPr lang="en-US" altLang="en-US" smtClean="0"/>
              <a:pPr/>
              <a:t>7</a:t>
            </a:fld>
            <a:endParaRPr lang="en-US" altLang="en-US"/>
          </a:p>
        </p:txBody>
      </p:sp>
      <p:sp>
        <p:nvSpPr>
          <p:cNvPr id="67586" name="Title 2">
            <a:extLst>
              <a:ext uri="{FF2B5EF4-FFF2-40B4-BE49-F238E27FC236}">
                <a16:creationId xmlns:a16="http://schemas.microsoft.com/office/drawing/2014/main" id="{E4BA1569-3938-7D35-739B-E54D1E4F1BA5}"/>
              </a:ext>
            </a:extLst>
          </p:cNvPr>
          <p:cNvSpPr>
            <a:spLocks noGrp="1"/>
          </p:cNvSpPr>
          <p:nvPr>
            <p:ph type="title"/>
          </p:nvPr>
        </p:nvSpPr>
        <p:spPr>
          <a:xfrm>
            <a:off x="453080" y="381000"/>
            <a:ext cx="7886700" cy="533400"/>
          </a:xfrm>
        </p:spPr>
        <p:txBody>
          <a:bodyPr>
            <a:normAutofit fontScale="90000"/>
          </a:bodyPr>
          <a:lstStyle/>
          <a:p>
            <a:r>
              <a:rPr lang="en-US" altLang="en-US" dirty="0"/>
              <a:t>Key Guidance &amp; Standards</a:t>
            </a:r>
          </a:p>
        </p:txBody>
      </p:sp>
      <p:pic>
        <p:nvPicPr>
          <p:cNvPr id="41988" name="Picture 3">
            <a:extLst>
              <a:ext uri="{FF2B5EF4-FFF2-40B4-BE49-F238E27FC236}">
                <a16:creationId xmlns:a16="http://schemas.microsoft.com/office/drawing/2014/main" id="{E100979E-2EA0-6FBA-6C25-4689D4275BE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662908" y="1495426"/>
            <a:ext cx="3496567" cy="4524970"/>
          </a:xfrm>
          <a:prstGeom prst="rect">
            <a:avLst/>
          </a:prstGeom>
          <a:noFill/>
          <a:ln w="9525">
            <a:solidFill>
              <a:srgbClr val="000000"/>
            </a:solidFill>
            <a:miter lim="800000"/>
            <a:headEnd/>
            <a:tailEnd/>
          </a:ln>
          <a:effectLst>
            <a:outerShdw blurRad="50800" dist="38100" dir="2700000" algn="tl" rotWithShape="0">
              <a:srgbClr val="808080">
                <a:alpha val="39998"/>
              </a:srgbClr>
            </a:outerShdw>
          </a:effectLst>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F266893A-36ED-CA67-E70D-A5008CE975F0}"/>
              </a:ext>
            </a:extLst>
          </p:cNvPr>
          <p:cNvPicPr>
            <a:picLocks noChangeAspect="1"/>
          </p:cNvPicPr>
          <p:nvPr/>
        </p:nvPicPr>
        <p:blipFill>
          <a:blip r:embed="rId4"/>
          <a:srcRect/>
          <a:stretch>
            <a:fillRect/>
          </a:stretch>
        </p:blipFill>
        <p:spPr bwMode="auto">
          <a:xfrm>
            <a:off x="4570413" y="1495425"/>
            <a:ext cx="3492500" cy="4524375"/>
          </a:xfrm>
          <a:prstGeom prst="rect">
            <a:avLst/>
          </a:prstGeom>
          <a:noFill/>
          <a:ln w="19050">
            <a:solidFill>
              <a:schemeClr val="tx1"/>
            </a:solidFill>
            <a:miter lim="800000"/>
            <a:headEnd/>
            <a:tailEnd/>
          </a:ln>
          <a:effectLst>
            <a:outerShdw blurRad="50800" dist="38100" dir="2700000" algn="tl" rotWithShape="0">
              <a:srgbClr val="808080">
                <a:alpha val="39998"/>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Slide Number Placeholder 5">
            <a:extLst>
              <a:ext uri="{FF2B5EF4-FFF2-40B4-BE49-F238E27FC236}">
                <a16:creationId xmlns:a16="http://schemas.microsoft.com/office/drawing/2014/main" id="{7401F771-0C33-2E5E-9C42-D80CA2A5A9DA}"/>
              </a:ext>
            </a:extLst>
          </p:cNvPr>
          <p:cNvSpPr>
            <a:spLocks noGrp="1"/>
          </p:cNvSpPr>
          <p:nvPr>
            <p:ph type="sldNum" sz="quarter" idx="10"/>
          </p:nvPr>
        </p:nvSpPr>
        <p:spPr bwMode="auto">
          <a:xfrm>
            <a:off x="8153400" y="6629400"/>
            <a:ext cx="762000" cy="18466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anchor="b" anchorCtr="0" compatLnSpc="1">
            <a:prstTxWarp prst="textNoShape">
              <a:avLst/>
            </a:prstTxWarp>
            <a:normAutofit/>
          </a:bodyPr>
          <a:lstStyle>
            <a:defPPr>
              <a:defRPr lang="en-US"/>
            </a:defPPr>
            <a:lvl1pPr algn="r" defTabSz="457200" rtl="0" fontAlgn="base">
              <a:spcBef>
                <a:spcPct val="0"/>
              </a:spcBef>
              <a:spcAft>
                <a:spcPct val="0"/>
              </a:spcAft>
              <a:defRPr sz="1000" kern="1200">
                <a:solidFill>
                  <a:schemeClr val="tx1"/>
                </a:solidFill>
                <a:latin typeface="Arial" panose="020B060402020202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a:lstStyle>
          <a:p>
            <a:pPr>
              <a:lnSpc>
                <a:spcPct val="90000"/>
              </a:lnSpc>
              <a:spcAft>
                <a:spcPts val="600"/>
              </a:spcAft>
            </a:pPr>
            <a:fld id="{98E7C3E8-FAA4-3045-9D7D-21BA1630DC7C}" type="slidenum">
              <a:rPr lang="en-US" altLang="en-US" sz="600" smtClean="0"/>
              <a:pPr>
                <a:lnSpc>
                  <a:spcPct val="90000"/>
                </a:lnSpc>
                <a:spcAft>
                  <a:spcPts val="600"/>
                </a:spcAft>
              </a:pPr>
              <a:t>8</a:t>
            </a:fld>
            <a:endParaRPr lang="en-US" altLang="en-US" sz="600"/>
          </a:p>
        </p:txBody>
      </p:sp>
      <p:sp>
        <p:nvSpPr>
          <p:cNvPr id="81922" name="Title 2">
            <a:extLst>
              <a:ext uri="{FF2B5EF4-FFF2-40B4-BE49-F238E27FC236}">
                <a16:creationId xmlns:a16="http://schemas.microsoft.com/office/drawing/2014/main" id="{A567C12A-0FA7-8007-7E5A-6C8955200A31}"/>
              </a:ext>
            </a:extLst>
          </p:cNvPr>
          <p:cNvSpPr>
            <a:spLocks noGrp="1"/>
          </p:cNvSpPr>
          <p:nvPr>
            <p:ph type="title"/>
          </p:nvPr>
        </p:nvSpPr>
        <p:spPr>
          <a:xfrm>
            <a:off x="453080" y="381000"/>
            <a:ext cx="7886700" cy="533400"/>
          </a:xfrm>
        </p:spPr>
        <p:txBody>
          <a:bodyPr anchor="ctr">
            <a:normAutofit fontScale="90000"/>
          </a:bodyPr>
          <a:lstStyle/>
          <a:p>
            <a:pPr>
              <a:lnSpc>
                <a:spcPct val="90000"/>
              </a:lnSpc>
            </a:pPr>
            <a:r>
              <a:rPr lang="en-US" altLang="en-US" dirty="0"/>
              <a:t>Key activities – HF med device process</a:t>
            </a:r>
          </a:p>
        </p:txBody>
      </p:sp>
      <p:graphicFrame>
        <p:nvGraphicFramePr>
          <p:cNvPr id="81926" name="Content Placeholder 3">
            <a:extLst>
              <a:ext uri="{FF2B5EF4-FFF2-40B4-BE49-F238E27FC236}">
                <a16:creationId xmlns:a16="http://schemas.microsoft.com/office/drawing/2014/main" id="{65800040-9764-AFE6-7B4E-3C45997A61E8}"/>
              </a:ext>
            </a:extLst>
          </p:cNvPr>
          <p:cNvGraphicFramePr>
            <a:graphicFrameLocks noGrp="1"/>
          </p:cNvGraphicFramePr>
          <p:nvPr>
            <p:ph sz="quarter" idx="11"/>
            <p:extLst>
              <p:ext uri="{D42A27DB-BD31-4B8C-83A1-F6EECF244321}">
                <p14:modId xmlns:p14="http://schemas.microsoft.com/office/powerpoint/2010/main" val="2393213113"/>
              </p:ext>
            </p:extLst>
          </p:nvPr>
        </p:nvGraphicFramePr>
        <p:xfrm>
          <a:off x="453080" y="1143000"/>
          <a:ext cx="78867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1926"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4">
            <a:extLst>
              <a:ext uri="{FF2B5EF4-FFF2-40B4-BE49-F238E27FC236}">
                <a16:creationId xmlns:a16="http://schemas.microsoft.com/office/drawing/2014/main" id="{06A89A15-F396-2D07-2CC2-46123380246F}"/>
              </a:ext>
            </a:extLst>
          </p:cNvPr>
          <p:cNvSpPr>
            <a:spLocks noGrp="1" noChangeArrowheads="1"/>
          </p:cNvSpPr>
          <p:nvPr>
            <p:ph type="title"/>
          </p:nvPr>
        </p:nvSpPr>
        <p:spPr>
          <a:xfrm>
            <a:off x="453080" y="381000"/>
            <a:ext cx="7886700" cy="533400"/>
          </a:xfrm>
        </p:spPr>
        <p:txBody>
          <a:bodyPr lIns="90000" tIns="46800" rIns="90000" bIns="46800" anchor="ctr">
            <a:normAutofit fontScale="90000"/>
          </a:bodyPr>
          <a:lstStyle/>
          <a:p>
            <a:r>
              <a:rPr lang="en-US" altLang="en-US" dirty="0"/>
              <a:t>Use-related risk analysis process </a:t>
            </a:r>
            <a:br>
              <a:rPr lang="en-US" altLang="en-US" dirty="0"/>
            </a:br>
            <a:r>
              <a:rPr lang="en-US" altLang="en-US" sz="1300" dirty="0"/>
              <a:t>(as defined by FDA)</a:t>
            </a:r>
            <a:endParaRPr lang="en-US" altLang="en-US" dirty="0"/>
          </a:p>
        </p:txBody>
      </p:sp>
      <p:pic>
        <p:nvPicPr>
          <p:cNvPr id="12" name="Content Placeholder 11" descr="A diagram of a process&#10;&#10;Description automatically generated">
            <a:extLst>
              <a:ext uri="{FF2B5EF4-FFF2-40B4-BE49-F238E27FC236}">
                <a16:creationId xmlns:a16="http://schemas.microsoft.com/office/drawing/2014/main" id="{A868188A-02FF-393F-89A8-431F39E065FA}"/>
              </a:ext>
            </a:extLst>
          </p:cNvPr>
          <p:cNvPicPr>
            <a:picLocks noGrp="1" noChangeAspect="1"/>
          </p:cNvPicPr>
          <p:nvPr>
            <p:ph sz="quarter" idx="11"/>
          </p:nvPr>
        </p:nvPicPr>
        <p:blipFill rotWithShape="1">
          <a:blip r:embed="rId3" cstate="print">
            <a:extLst>
              <a:ext uri="{28A0092B-C50C-407E-A947-70E740481C1C}">
                <a14:useLocalDpi xmlns:a14="http://schemas.microsoft.com/office/drawing/2010/main" val="0"/>
              </a:ext>
            </a:extLst>
          </a:blip>
          <a:srcRect l="7234"/>
          <a:stretch/>
        </p:blipFill>
        <p:spPr>
          <a:xfrm>
            <a:off x="1446408" y="990600"/>
            <a:ext cx="5898760" cy="5486400"/>
          </a:xfrm>
        </p:spPr>
      </p:pic>
      <p:sp>
        <p:nvSpPr>
          <p:cNvPr id="13" name="Rectangle 12">
            <a:extLst>
              <a:ext uri="{FF2B5EF4-FFF2-40B4-BE49-F238E27FC236}">
                <a16:creationId xmlns:a16="http://schemas.microsoft.com/office/drawing/2014/main" id="{473C9294-6B94-5227-D09E-BDABA3B1F792}"/>
              </a:ext>
            </a:extLst>
          </p:cNvPr>
          <p:cNvSpPr/>
          <p:nvPr/>
        </p:nvSpPr>
        <p:spPr>
          <a:xfrm>
            <a:off x="1676400" y="1752600"/>
            <a:ext cx="2514600" cy="609600"/>
          </a:xfrm>
          <a:prstGeom prst="rect">
            <a:avLst/>
          </a:prstGeom>
          <a:no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14" name="TextBox 13">
            <a:extLst>
              <a:ext uri="{FF2B5EF4-FFF2-40B4-BE49-F238E27FC236}">
                <a16:creationId xmlns:a16="http://schemas.microsoft.com/office/drawing/2014/main" id="{172518F3-0C26-E834-E464-81042604E17C}"/>
              </a:ext>
            </a:extLst>
          </p:cNvPr>
          <p:cNvSpPr txBox="1"/>
          <p:nvPr/>
        </p:nvSpPr>
        <p:spPr>
          <a:xfrm>
            <a:off x="4724400" y="4768335"/>
            <a:ext cx="2544568"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FF0000"/>
                </a:solidFill>
                <a:effectLst/>
                <a:uFillTx/>
                <a:latin typeface="Arial"/>
                <a:ea typeface="Arial"/>
                <a:cs typeface="Arial"/>
                <a:sym typeface="Arial"/>
              </a:rPr>
              <a:t>Residual risk analysis</a:t>
            </a:r>
          </a:p>
        </p:txBody>
      </p:sp>
      <p:cxnSp>
        <p:nvCxnSpPr>
          <p:cNvPr id="16" name="Straight Arrow Connector 15">
            <a:extLst>
              <a:ext uri="{FF2B5EF4-FFF2-40B4-BE49-F238E27FC236}">
                <a16:creationId xmlns:a16="http://schemas.microsoft.com/office/drawing/2014/main" id="{7D3913BA-E332-FEC1-815C-EC35F9D2D4D7}"/>
              </a:ext>
            </a:extLst>
          </p:cNvPr>
          <p:cNvCxnSpPr/>
          <p:nvPr/>
        </p:nvCxnSpPr>
        <p:spPr>
          <a:xfrm flipH="1">
            <a:off x="3276600" y="4953000"/>
            <a:ext cx="1447800" cy="0"/>
          </a:xfrm>
          <a:prstGeom prst="straightConnector1">
            <a:avLst/>
          </a:prstGeom>
          <a:noFill/>
          <a:ln w="25400" cap="flat">
            <a:solidFill>
              <a:srgbClr val="FF0000"/>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17" name="TextBox 16">
            <a:extLst>
              <a:ext uri="{FF2B5EF4-FFF2-40B4-BE49-F238E27FC236}">
                <a16:creationId xmlns:a16="http://schemas.microsoft.com/office/drawing/2014/main" id="{5F8E8128-58C7-5FD8-B40B-F1BE709FCFE4}"/>
              </a:ext>
            </a:extLst>
          </p:cNvPr>
          <p:cNvSpPr txBox="1"/>
          <p:nvPr/>
        </p:nvSpPr>
        <p:spPr>
          <a:xfrm>
            <a:off x="6526503" y="2406135"/>
            <a:ext cx="2544568"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lang="en-US" dirty="0">
                <a:solidFill>
                  <a:srgbClr val="FF0000"/>
                </a:solidFill>
              </a:rPr>
              <a:t>Formative</a:t>
            </a:r>
            <a:r>
              <a:rPr lang="en-US" dirty="0">
                <a:solidFill>
                  <a:srgbClr val="C00000"/>
                </a:solidFill>
              </a:rPr>
              <a:t> </a:t>
            </a:r>
            <a:r>
              <a:rPr lang="en-US" dirty="0">
                <a:solidFill>
                  <a:srgbClr val="FF0000"/>
                </a:solidFill>
              </a:rPr>
              <a:t>testing</a:t>
            </a:r>
            <a:endParaRPr kumimoji="0" lang="en-US" sz="1800" b="0" i="0" u="none" strike="noStrike" cap="none" spc="0" normalizeH="0" baseline="0" dirty="0">
              <a:ln>
                <a:noFill/>
              </a:ln>
              <a:solidFill>
                <a:srgbClr val="FF0000"/>
              </a:solidFill>
              <a:effectLst/>
              <a:uFillTx/>
              <a:latin typeface="Arial"/>
              <a:ea typeface="Arial"/>
              <a:cs typeface="Arial"/>
              <a:sym typeface="Arial"/>
            </a:endParaRPr>
          </a:p>
        </p:txBody>
      </p:sp>
      <p:cxnSp>
        <p:nvCxnSpPr>
          <p:cNvPr id="18" name="Straight Arrow Connector 17">
            <a:extLst>
              <a:ext uri="{FF2B5EF4-FFF2-40B4-BE49-F238E27FC236}">
                <a16:creationId xmlns:a16="http://schemas.microsoft.com/office/drawing/2014/main" id="{0FF36402-3CDD-E797-5085-26DD50B97EB6}"/>
              </a:ext>
            </a:extLst>
          </p:cNvPr>
          <p:cNvCxnSpPr>
            <a:cxnSpLocks/>
          </p:cNvCxnSpPr>
          <p:nvPr/>
        </p:nvCxnSpPr>
        <p:spPr>
          <a:xfrm flipH="1">
            <a:off x="3733800" y="2590800"/>
            <a:ext cx="2743200" cy="565665"/>
          </a:xfrm>
          <a:prstGeom prst="straightConnector1">
            <a:avLst/>
          </a:prstGeom>
          <a:noFill/>
          <a:ln w="25400" cap="flat">
            <a:solidFill>
              <a:srgbClr val="FF0000"/>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2" name="TextBox 1">
            <a:extLst>
              <a:ext uri="{FF2B5EF4-FFF2-40B4-BE49-F238E27FC236}">
                <a16:creationId xmlns:a16="http://schemas.microsoft.com/office/drawing/2014/main" id="{1158663F-8BD7-7461-E2EB-B17D405CB8AD}"/>
              </a:ext>
            </a:extLst>
          </p:cNvPr>
          <p:cNvSpPr txBox="1"/>
          <p:nvPr/>
        </p:nvSpPr>
        <p:spPr>
          <a:xfrm>
            <a:off x="4191000" y="6553200"/>
            <a:ext cx="6811768" cy="5078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rtl="0" latinLnBrk="1" hangingPunct="0"/>
            <a:r>
              <a:rPr lang="en-US" sz="800" dirty="0"/>
              <a:t>Image source: Applying Human Factors and Usability Engineering to Medical Devices. FDA Feb 2016</a:t>
            </a:r>
          </a:p>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latin typeface="Arial"/>
              <a:ea typeface="Arial"/>
              <a:cs typeface="Arial"/>
              <a:sym typeface="Aria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A94470-51E7-D510-A2C9-8502855D19D2}"/>
              </a:ext>
            </a:extLst>
          </p:cNvPr>
          <p:cNvSpPr>
            <a:spLocks noGrp="1"/>
          </p:cNvSpPr>
          <p:nvPr>
            <p:ph type="sldNum" sz="quarter" idx="10"/>
          </p:nvPr>
        </p:nvSpPr>
        <p:spPr/>
        <p:txBody>
          <a:bodyPr/>
          <a:lstStyle/>
          <a:p>
            <a:fld id="{86CB4B4D-7CA3-9044-876B-883B54F8677D}" type="slidenum">
              <a:rPr lang="en-US" smtClean="0"/>
              <a:pPr/>
              <a:t>10</a:t>
            </a:fld>
            <a:endParaRPr lang="en-US" dirty="0"/>
          </a:p>
        </p:txBody>
      </p:sp>
      <p:sp>
        <p:nvSpPr>
          <p:cNvPr id="3" name="Content Placeholder 2">
            <a:extLst>
              <a:ext uri="{FF2B5EF4-FFF2-40B4-BE49-F238E27FC236}">
                <a16:creationId xmlns:a16="http://schemas.microsoft.com/office/drawing/2014/main" id="{17188114-42D4-D9AD-27B3-3E2130C855C8}"/>
              </a:ext>
            </a:extLst>
          </p:cNvPr>
          <p:cNvSpPr>
            <a:spLocks noGrp="1"/>
          </p:cNvSpPr>
          <p:nvPr>
            <p:ph sz="quarter" idx="11"/>
          </p:nvPr>
        </p:nvSpPr>
        <p:spPr/>
        <p:txBody>
          <a:bodyPr/>
          <a:lstStyle/>
          <a:p>
            <a:r>
              <a:rPr lang="en-US" dirty="0"/>
              <a:t>Its both</a:t>
            </a:r>
          </a:p>
          <a:p>
            <a:pPr lvl="1"/>
            <a:r>
              <a:rPr lang="en-US" dirty="0"/>
              <a:t>The process to identify your use related risks</a:t>
            </a:r>
          </a:p>
          <a:p>
            <a:pPr lvl="1"/>
            <a:r>
              <a:rPr lang="en-US" dirty="0"/>
              <a:t>A	</a:t>
            </a:r>
            <a:r>
              <a:rPr lang="en-US" dirty="0" err="1"/>
              <a:t>nd</a:t>
            </a:r>
            <a:r>
              <a:rPr lang="en-US" dirty="0"/>
              <a:t> the document that you use to compile your use-related risks</a:t>
            </a:r>
          </a:p>
          <a:p>
            <a:pPr lvl="1"/>
            <a:endParaRPr lang="en-US" dirty="0"/>
          </a:p>
          <a:p>
            <a:r>
              <a:rPr lang="en-US" dirty="0"/>
              <a:t>Important note: Nomenclature and exact process varies by companies </a:t>
            </a:r>
          </a:p>
          <a:p>
            <a:endParaRPr lang="en-US" dirty="0"/>
          </a:p>
        </p:txBody>
      </p:sp>
      <p:sp>
        <p:nvSpPr>
          <p:cNvPr id="4" name="Title 3">
            <a:extLst>
              <a:ext uri="{FF2B5EF4-FFF2-40B4-BE49-F238E27FC236}">
                <a16:creationId xmlns:a16="http://schemas.microsoft.com/office/drawing/2014/main" id="{BB99546D-0447-9955-835F-9162E9780F16}"/>
              </a:ext>
            </a:extLst>
          </p:cNvPr>
          <p:cNvSpPr>
            <a:spLocks noGrp="1"/>
          </p:cNvSpPr>
          <p:nvPr>
            <p:ph type="title"/>
          </p:nvPr>
        </p:nvSpPr>
        <p:spPr/>
        <p:txBody>
          <a:bodyPr>
            <a:normAutofit fontScale="90000"/>
          </a:bodyPr>
          <a:lstStyle/>
          <a:p>
            <a:r>
              <a:rPr lang="en-US" dirty="0"/>
              <a:t>Wait? Is URRA a process or document?</a:t>
            </a:r>
          </a:p>
        </p:txBody>
      </p:sp>
    </p:spTree>
    <p:extLst>
      <p:ext uri="{BB962C8B-B14F-4D97-AF65-F5344CB8AC3E}">
        <p14:creationId xmlns:p14="http://schemas.microsoft.com/office/powerpoint/2010/main" val="166039468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1E214F-CF3D-41A2-BC84-1F84243C4C22}"/>
              </a:ext>
            </a:extLst>
          </p:cNvPr>
          <p:cNvSpPr>
            <a:spLocks noGrp="1"/>
          </p:cNvSpPr>
          <p:nvPr>
            <p:ph type="sldNum" sz="quarter" idx="10"/>
          </p:nvPr>
        </p:nvSpPr>
        <p:spPr/>
        <p:txBody>
          <a:bodyPr/>
          <a:lstStyle/>
          <a:p>
            <a:fld id="{86CB4B4D-7CA3-9044-876B-883B54F8677D}" type="slidenum">
              <a:rPr lang="en-US" smtClean="0"/>
              <a:pPr/>
              <a:t>11</a:t>
            </a:fld>
            <a:endParaRPr lang="en-US" dirty="0"/>
          </a:p>
        </p:txBody>
      </p:sp>
      <p:sp>
        <p:nvSpPr>
          <p:cNvPr id="3" name="Content Placeholder 2">
            <a:extLst>
              <a:ext uri="{FF2B5EF4-FFF2-40B4-BE49-F238E27FC236}">
                <a16:creationId xmlns:a16="http://schemas.microsoft.com/office/drawing/2014/main" id="{C312C2B0-3EE9-06DC-7641-78CD8A55FEBE}"/>
              </a:ext>
            </a:extLst>
          </p:cNvPr>
          <p:cNvSpPr>
            <a:spLocks noGrp="1"/>
          </p:cNvSpPr>
          <p:nvPr>
            <p:ph sz="quarter" idx="11"/>
          </p:nvPr>
        </p:nvSpPr>
        <p:spPr/>
        <p:txBody>
          <a:bodyPr/>
          <a:lstStyle/>
          <a:p>
            <a:pPr marL="117475" indent="0">
              <a:buNone/>
            </a:pPr>
            <a:r>
              <a:rPr lang="en-US" dirty="0"/>
              <a:t>A URRA needs to contain the following:</a:t>
            </a:r>
          </a:p>
          <a:p>
            <a:r>
              <a:rPr lang="en-US" dirty="0"/>
              <a:t>Reference number</a:t>
            </a:r>
          </a:p>
          <a:p>
            <a:r>
              <a:rPr lang="en-US" dirty="0"/>
              <a:t>Task description</a:t>
            </a:r>
          </a:p>
          <a:p>
            <a:r>
              <a:rPr lang="en-US" dirty="0"/>
              <a:t>Potential use errors</a:t>
            </a:r>
          </a:p>
          <a:p>
            <a:r>
              <a:rPr lang="en-US" dirty="0"/>
              <a:t>Potential hazards and harms</a:t>
            </a:r>
          </a:p>
          <a:p>
            <a:r>
              <a:rPr lang="en-US" dirty="0"/>
              <a:t>Severity of harm</a:t>
            </a:r>
          </a:p>
          <a:p>
            <a:r>
              <a:rPr lang="en-US" dirty="0"/>
              <a:t>Critical task (yes or no)</a:t>
            </a:r>
          </a:p>
          <a:p>
            <a:r>
              <a:rPr lang="en-US" dirty="0"/>
              <a:t>Risk mitigations</a:t>
            </a:r>
          </a:p>
          <a:p>
            <a:r>
              <a:rPr lang="en-US" dirty="0"/>
              <a:t>Reference to validation of risk mitigation effectiveness </a:t>
            </a:r>
          </a:p>
        </p:txBody>
      </p:sp>
      <p:sp>
        <p:nvSpPr>
          <p:cNvPr id="4" name="Title 3">
            <a:extLst>
              <a:ext uri="{FF2B5EF4-FFF2-40B4-BE49-F238E27FC236}">
                <a16:creationId xmlns:a16="http://schemas.microsoft.com/office/drawing/2014/main" id="{8BEB9570-4619-1F0D-336C-BE58C242B9F4}"/>
              </a:ext>
            </a:extLst>
          </p:cNvPr>
          <p:cNvSpPr>
            <a:spLocks noGrp="1"/>
          </p:cNvSpPr>
          <p:nvPr>
            <p:ph type="title"/>
          </p:nvPr>
        </p:nvSpPr>
        <p:spPr/>
        <p:txBody>
          <a:bodyPr>
            <a:normAutofit fontScale="90000"/>
          </a:bodyPr>
          <a:lstStyle/>
          <a:p>
            <a:r>
              <a:rPr lang="en-US" dirty="0"/>
              <a:t>URRA document decomposed </a:t>
            </a:r>
          </a:p>
        </p:txBody>
      </p:sp>
    </p:spTree>
    <p:extLst>
      <p:ext uri="{BB962C8B-B14F-4D97-AF65-F5344CB8AC3E}">
        <p14:creationId xmlns:p14="http://schemas.microsoft.com/office/powerpoint/2010/main" val="343412563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1F0E0F-FDD4-9930-30FC-EC130C00E15A}"/>
              </a:ext>
            </a:extLst>
          </p:cNvPr>
          <p:cNvSpPr>
            <a:spLocks noGrp="1"/>
          </p:cNvSpPr>
          <p:nvPr>
            <p:ph type="sldNum" sz="quarter" idx="10"/>
          </p:nvPr>
        </p:nvSpPr>
        <p:spPr/>
        <p:txBody>
          <a:bodyPr/>
          <a:lstStyle/>
          <a:p>
            <a:fld id="{86CB4B4D-7CA3-9044-876B-883B54F8677D}" type="slidenum">
              <a:rPr lang="en-US" smtClean="0"/>
              <a:pPr/>
              <a:t>12</a:t>
            </a:fld>
            <a:endParaRPr lang="en-US" dirty="0"/>
          </a:p>
        </p:txBody>
      </p:sp>
      <p:sp>
        <p:nvSpPr>
          <p:cNvPr id="4" name="Title 3">
            <a:extLst>
              <a:ext uri="{FF2B5EF4-FFF2-40B4-BE49-F238E27FC236}">
                <a16:creationId xmlns:a16="http://schemas.microsoft.com/office/drawing/2014/main" id="{BEB84036-81A9-5FF2-BBD4-527EEC2D5394}"/>
              </a:ext>
            </a:extLst>
          </p:cNvPr>
          <p:cNvSpPr>
            <a:spLocks noGrp="1"/>
          </p:cNvSpPr>
          <p:nvPr>
            <p:ph type="title"/>
          </p:nvPr>
        </p:nvSpPr>
        <p:spPr/>
        <p:txBody>
          <a:bodyPr>
            <a:normAutofit fontScale="90000"/>
          </a:bodyPr>
          <a:lstStyle/>
          <a:p>
            <a:r>
              <a:rPr lang="en-US" dirty="0"/>
              <a:t>URRA in a tabular format</a:t>
            </a:r>
          </a:p>
        </p:txBody>
      </p:sp>
      <p:graphicFrame>
        <p:nvGraphicFramePr>
          <p:cNvPr id="9" name="Content Placeholder 8">
            <a:extLst>
              <a:ext uri="{FF2B5EF4-FFF2-40B4-BE49-F238E27FC236}">
                <a16:creationId xmlns:a16="http://schemas.microsoft.com/office/drawing/2014/main" id="{A8A92D9D-42E2-E64E-A6EB-3369848A90A9}"/>
              </a:ext>
            </a:extLst>
          </p:cNvPr>
          <p:cNvGraphicFramePr>
            <a:graphicFrameLocks noGrp="1"/>
          </p:cNvGraphicFramePr>
          <p:nvPr>
            <p:ph sz="quarter" idx="11"/>
            <p:extLst>
              <p:ext uri="{D42A27DB-BD31-4B8C-83A1-F6EECF244321}">
                <p14:modId xmlns:p14="http://schemas.microsoft.com/office/powerpoint/2010/main" val="2881642112"/>
              </p:ext>
            </p:extLst>
          </p:nvPr>
        </p:nvGraphicFramePr>
        <p:xfrm>
          <a:off x="452438" y="1143000"/>
          <a:ext cx="8158163" cy="3743960"/>
        </p:xfrm>
        <a:graphic>
          <a:graphicData uri="http://schemas.openxmlformats.org/drawingml/2006/table">
            <a:tbl>
              <a:tblPr firstRow="1" bandRow="1">
                <a:tableStyleId>{5940675A-B579-460E-94D1-54222C63F5DA}</a:tableStyleId>
              </a:tblPr>
              <a:tblGrid>
                <a:gridCol w="614362">
                  <a:extLst>
                    <a:ext uri="{9D8B030D-6E8A-4147-A177-3AD203B41FA5}">
                      <a16:colId xmlns:a16="http://schemas.microsoft.com/office/drawing/2014/main" val="1605491745"/>
                    </a:ext>
                  </a:extLst>
                </a:gridCol>
                <a:gridCol w="1337943">
                  <a:extLst>
                    <a:ext uri="{9D8B030D-6E8A-4147-A177-3AD203B41FA5}">
                      <a16:colId xmlns:a16="http://schemas.microsoft.com/office/drawing/2014/main" val="2169469685"/>
                    </a:ext>
                  </a:extLst>
                </a:gridCol>
                <a:gridCol w="1024257">
                  <a:extLst>
                    <a:ext uri="{9D8B030D-6E8A-4147-A177-3AD203B41FA5}">
                      <a16:colId xmlns:a16="http://schemas.microsoft.com/office/drawing/2014/main" val="3446630148"/>
                    </a:ext>
                  </a:extLst>
                </a:gridCol>
                <a:gridCol w="1371600">
                  <a:extLst>
                    <a:ext uri="{9D8B030D-6E8A-4147-A177-3AD203B41FA5}">
                      <a16:colId xmlns:a16="http://schemas.microsoft.com/office/drawing/2014/main" val="577109703"/>
                    </a:ext>
                  </a:extLst>
                </a:gridCol>
                <a:gridCol w="914400">
                  <a:extLst>
                    <a:ext uri="{9D8B030D-6E8A-4147-A177-3AD203B41FA5}">
                      <a16:colId xmlns:a16="http://schemas.microsoft.com/office/drawing/2014/main" val="280716956"/>
                    </a:ext>
                  </a:extLst>
                </a:gridCol>
                <a:gridCol w="840139">
                  <a:extLst>
                    <a:ext uri="{9D8B030D-6E8A-4147-A177-3AD203B41FA5}">
                      <a16:colId xmlns:a16="http://schemas.microsoft.com/office/drawing/2014/main" val="2527845351"/>
                    </a:ext>
                  </a:extLst>
                </a:gridCol>
                <a:gridCol w="976152">
                  <a:extLst>
                    <a:ext uri="{9D8B030D-6E8A-4147-A177-3AD203B41FA5}">
                      <a16:colId xmlns:a16="http://schemas.microsoft.com/office/drawing/2014/main" val="846020726"/>
                    </a:ext>
                  </a:extLst>
                </a:gridCol>
                <a:gridCol w="1079310">
                  <a:extLst>
                    <a:ext uri="{9D8B030D-6E8A-4147-A177-3AD203B41FA5}">
                      <a16:colId xmlns:a16="http://schemas.microsoft.com/office/drawing/2014/main" val="998267323"/>
                    </a:ext>
                  </a:extLst>
                </a:gridCol>
              </a:tblGrid>
              <a:tr h="370840">
                <a:tc>
                  <a:txBody>
                    <a:bodyPr/>
                    <a:lstStyle/>
                    <a:p>
                      <a:r>
                        <a:rPr lang="en-US" sz="1400" b="1" dirty="0">
                          <a:solidFill>
                            <a:schemeClr val="tx1"/>
                          </a:solidFill>
                          <a:effectLst/>
                          <a:latin typeface="+mn-lt"/>
                          <a:ea typeface="+mn-ea"/>
                          <a:cs typeface="+mn-cs"/>
                          <a:sym typeface="Arial"/>
                        </a:rPr>
                        <a:t>Ref #</a:t>
                      </a:r>
                      <a:endParaRPr lang="en-US" sz="1400" b="1" dirty="0"/>
                    </a:p>
                  </a:txBody>
                  <a:tcPr/>
                </a:tc>
                <a:tc>
                  <a:txBody>
                    <a:bodyPr/>
                    <a:lstStyle/>
                    <a:p>
                      <a:r>
                        <a:rPr lang="en-US" sz="1400" b="1" dirty="0">
                          <a:solidFill>
                            <a:schemeClr val="tx1"/>
                          </a:solidFill>
                          <a:effectLst/>
                          <a:latin typeface="+mn-lt"/>
                          <a:ea typeface="+mn-ea"/>
                          <a:cs typeface="+mn-cs"/>
                          <a:sym typeface="Arial"/>
                        </a:rPr>
                        <a:t>Use Task Description </a:t>
                      </a:r>
                      <a:endParaRPr lang="en-US" sz="1400" b="1" dirty="0"/>
                    </a:p>
                  </a:txBody>
                  <a:tcPr/>
                </a:tc>
                <a:tc>
                  <a:txBody>
                    <a:bodyPr/>
                    <a:lstStyle/>
                    <a:p>
                      <a:r>
                        <a:rPr lang="en-US" sz="1400" b="1" dirty="0">
                          <a:solidFill>
                            <a:schemeClr val="tx1"/>
                          </a:solidFill>
                          <a:effectLst/>
                          <a:latin typeface="+mn-lt"/>
                          <a:ea typeface="+mn-ea"/>
                          <a:cs typeface="+mn-cs"/>
                          <a:sym typeface="Arial"/>
                        </a:rPr>
                        <a:t>Potential Use Error </a:t>
                      </a:r>
                      <a:endParaRPr lang="en-US" sz="1400" b="1" dirty="0"/>
                    </a:p>
                  </a:txBody>
                  <a:tcPr/>
                </a:tc>
                <a:tc>
                  <a:txBody>
                    <a:bodyPr/>
                    <a:lstStyle/>
                    <a:p>
                      <a:r>
                        <a:rPr lang="en-US" sz="1400" b="1" dirty="0">
                          <a:solidFill>
                            <a:schemeClr val="tx1"/>
                          </a:solidFill>
                          <a:effectLst/>
                          <a:latin typeface="+mn-lt"/>
                          <a:ea typeface="+mn-ea"/>
                          <a:cs typeface="+mn-cs"/>
                          <a:sym typeface="Arial"/>
                        </a:rPr>
                        <a:t>Potential Hazard/Clinical Harm</a:t>
                      </a:r>
                      <a:endParaRPr lang="en-US" sz="1400" b="1" dirty="0"/>
                    </a:p>
                  </a:txBody>
                  <a:tcPr/>
                </a:tc>
                <a:tc>
                  <a:txBody>
                    <a:bodyPr/>
                    <a:lstStyle/>
                    <a:p>
                      <a:r>
                        <a:rPr lang="en-US" sz="1400" b="1" dirty="0"/>
                        <a:t>Severity of Harm</a:t>
                      </a:r>
                    </a:p>
                  </a:txBody>
                  <a:tcPr/>
                </a:tc>
                <a:tc>
                  <a:txBody>
                    <a:bodyPr/>
                    <a:lstStyle/>
                    <a:p>
                      <a:r>
                        <a:rPr lang="en-US" sz="1400" b="1" dirty="0">
                          <a:solidFill>
                            <a:schemeClr val="tx1"/>
                          </a:solidFill>
                          <a:effectLst/>
                          <a:latin typeface="+mn-lt"/>
                          <a:ea typeface="+mn-ea"/>
                          <a:cs typeface="+mn-cs"/>
                          <a:sym typeface="Arial"/>
                        </a:rPr>
                        <a:t>Critical Task (Y/N) </a:t>
                      </a:r>
                      <a:endParaRPr lang="en-US" sz="1400" b="1" dirty="0"/>
                    </a:p>
                  </a:txBody>
                  <a:tcPr/>
                </a:tc>
                <a:tc>
                  <a:txBody>
                    <a:bodyPr/>
                    <a:lstStyle/>
                    <a:p>
                      <a:r>
                        <a:rPr lang="en-US" sz="1400" b="1" dirty="0"/>
                        <a:t>Risk Control (Mitigation)</a:t>
                      </a:r>
                    </a:p>
                  </a:txBody>
                  <a:tcPr/>
                </a:tc>
                <a:tc>
                  <a:txBody>
                    <a:bodyPr/>
                    <a:lstStyle/>
                    <a:p>
                      <a:r>
                        <a:rPr lang="en-US" sz="1400" b="1" dirty="0"/>
                        <a:t>Evaluation Method</a:t>
                      </a:r>
                    </a:p>
                  </a:txBody>
                  <a:tcPr/>
                </a:tc>
                <a:extLst>
                  <a:ext uri="{0D108BD9-81ED-4DB2-BD59-A6C34878D82A}">
                    <a16:rowId xmlns:a16="http://schemas.microsoft.com/office/drawing/2014/main" val="1949662709"/>
                  </a:ext>
                </a:extLst>
              </a:tr>
              <a:tr h="370840">
                <a:tc>
                  <a:txBody>
                    <a:bodyPr/>
                    <a:lstStyle/>
                    <a:p>
                      <a:r>
                        <a:rPr lang="en-US" sz="1400" dirty="0">
                          <a:latin typeface="+mn-lt"/>
                        </a:rPr>
                        <a:t>1</a:t>
                      </a:r>
                    </a:p>
                  </a:txBody>
                  <a:tcPr/>
                </a:tc>
                <a:tc>
                  <a:txBody>
                    <a:bodyPr/>
                    <a:lstStyle/>
                    <a:p>
                      <a:r>
                        <a:rPr lang="en-US" sz="1400" dirty="0">
                          <a:effectLst/>
                          <a:latin typeface="+mn-lt"/>
                          <a:ea typeface="Times New Roman" panose="02020603050405020304" pitchFamily="18" charset="0"/>
                        </a:rPr>
                        <a:t>Read blood glucose from display</a:t>
                      </a:r>
                      <a:endParaRPr lang="en-US" sz="1400" dirty="0">
                        <a:latin typeface="+mn-lt"/>
                      </a:endParaRPr>
                    </a:p>
                  </a:txBody>
                  <a:tcPr/>
                </a:tc>
                <a:tc>
                  <a:txBody>
                    <a:bodyPr/>
                    <a:lstStyle/>
                    <a:p>
                      <a:r>
                        <a:rPr lang="en-US" sz="1400" dirty="0">
                          <a:latin typeface="+mn-lt"/>
                        </a:rPr>
                        <a:t>Incorrectly identifies BG value</a:t>
                      </a:r>
                    </a:p>
                  </a:txBody>
                  <a:tcPr/>
                </a:tc>
                <a:tc>
                  <a:txBody>
                    <a:bodyPr/>
                    <a:lstStyle/>
                    <a:p>
                      <a:r>
                        <a:rPr lang="en-US" sz="1400" dirty="0">
                          <a:effectLst/>
                          <a:latin typeface="+mn-lt"/>
                          <a:ea typeface="Times New Roman" panose="02020603050405020304" pitchFamily="18" charset="0"/>
                        </a:rPr>
                        <a:t>Incorrect insulin dose leading to coma or death</a:t>
                      </a:r>
                      <a:endParaRPr lang="en-US" sz="1400" dirty="0">
                        <a:latin typeface="+mn-lt"/>
                      </a:endParaRPr>
                    </a:p>
                  </a:txBody>
                  <a:tcPr/>
                </a:tc>
                <a:tc>
                  <a:txBody>
                    <a:bodyPr/>
                    <a:lstStyle/>
                    <a:p>
                      <a:r>
                        <a:rPr lang="en-US" sz="1400" dirty="0">
                          <a:latin typeface="+mn-lt"/>
                        </a:rPr>
                        <a:t>5 </a:t>
                      </a:r>
                    </a:p>
                  </a:txBody>
                  <a:tcPr/>
                </a:tc>
                <a:tc>
                  <a:txBody>
                    <a:bodyPr/>
                    <a:lstStyle/>
                    <a:p>
                      <a:r>
                        <a:rPr lang="en-US" sz="1400" dirty="0">
                          <a:latin typeface="+mn-lt"/>
                        </a:rPr>
                        <a:t>Y</a:t>
                      </a:r>
                    </a:p>
                  </a:txBody>
                  <a:tcPr/>
                </a:tc>
                <a:tc>
                  <a:txBody>
                    <a:bodyPr/>
                    <a:lstStyle/>
                    <a:p>
                      <a:r>
                        <a:rPr lang="en-US" sz="1400" dirty="0">
                          <a:effectLst/>
                          <a:latin typeface="+mn-lt"/>
                          <a:ea typeface="Times New Roman" panose="02020603050405020304" pitchFamily="18" charset="0"/>
                        </a:rPr>
                        <a:t>Increase font size</a:t>
                      </a:r>
                    </a:p>
                    <a:p>
                      <a:endParaRPr lang="en-US" sz="1400" dirty="0">
                        <a:effectLst/>
                        <a:latin typeface="+mn-lt"/>
                        <a:ea typeface="Times New Roman" panose="02020603050405020304" pitchFamily="18" charset="0"/>
                      </a:endParaRPr>
                    </a:p>
                  </a:txBody>
                  <a:tcPr/>
                </a:tc>
                <a:tc>
                  <a:txBody>
                    <a:bodyPr/>
                    <a:lstStyle/>
                    <a:p>
                      <a:r>
                        <a:rPr lang="en-US" sz="1400" dirty="0">
                          <a:effectLst/>
                          <a:latin typeface="+mn-lt"/>
                          <a:ea typeface="Times New Roman" panose="02020603050405020304" pitchFamily="18" charset="0"/>
                        </a:rPr>
                        <a:t>usability study </a:t>
                      </a:r>
                      <a:endParaRPr lang="en-US" sz="1400" dirty="0">
                        <a:latin typeface="+mn-lt"/>
                      </a:endParaRPr>
                    </a:p>
                  </a:txBody>
                  <a:tcPr/>
                </a:tc>
                <a:extLst>
                  <a:ext uri="{0D108BD9-81ED-4DB2-BD59-A6C34878D82A}">
                    <a16:rowId xmlns:a16="http://schemas.microsoft.com/office/drawing/2014/main" val="101628365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5266015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3194743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4741858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5042124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33452599"/>
                  </a:ext>
                </a:extLst>
              </a:tr>
            </a:tbl>
          </a:graphicData>
        </a:graphic>
      </p:graphicFrame>
      <p:sp>
        <p:nvSpPr>
          <p:cNvPr id="10" name="5-Point Star 9">
            <a:extLst>
              <a:ext uri="{FF2B5EF4-FFF2-40B4-BE49-F238E27FC236}">
                <a16:creationId xmlns:a16="http://schemas.microsoft.com/office/drawing/2014/main" id="{931A0E2B-7E81-5440-AD84-7A194CE67AA5}"/>
              </a:ext>
            </a:extLst>
          </p:cNvPr>
          <p:cNvSpPr/>
          <p:nvPr/>
        </p:nvSpPr>
        <p:spPr>
          <a:xfrm>
            <a:off x="4114800" y="2656840"/>
            <a:ext cx="5029200" cy="2600960"/>
          </a:xfrm>
          <a:prstGeom prst="star5">
            <a:avLst/>
          </a:prstGeom>
          <a:solidFill>
            <a:srgbClr val="FFFFFF"/>
          </a:solidFill>
          <a:ln w="25400" cap="flat">
            <a:solidFill>
              <a:srgbClr val="6EA0B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0" marR="0" indent="0" algn="ctr" defTabSz="9144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Arial"/>
                <a:ea typeface="Arial"/>
                <a:cs typeface="Arial"/>
                <a:sym typeface="Arial"/>
              </a:rPr>
              <a:t>Is font change an adequate control?</a:t>
            </a:r>
          </a:p>
        </p:txBody>
      </p:sp>
    </p:spTree>
    <p:extLst>
      <p:ext uri="{BB962C8B-B14F-4D97-AF65-F5344CB8AC3E}">
        <p14:creationId xmlns:p14="http://schemas.microsoft.com/office/powerpoint/2010/main" val="139351650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1E214F-CF3D-41A2-BC84-1F84243C4C22}"/>
              </a:ext>
            </a:extLst>
          </p:cNvPr>
          <p:cNvSpPr>
            <a:spLocks noGrp="1"/>
          </p:cNvSpPr>
          <p:nvPr>
            <p:ph type="sldNum" sz="quarter" idx="10"/>
          </p:nvPr>
        </p:nvSpPr>
        <p:spPr/>
        <p:txBody>
          <a:bodyPr/>
          <a:lstStyle/>
          <a:p>
            <a:fld id="{86CB4B4D-7CA3-9044-876B-883B54F8677D}" type="slidenum">
              <a:rPr lang="en-US" smtClean="0"/>
              <a:pPr/>
              <a:t>13</a:t>
            </a:fld>
            <a:endParaRPr lang="en-US" dirty="0"/>
          </a:p>
        </p:txBody>
      </p:sp>
      <p:sp>
        <p:nvSpPr>
          <p:cNvPr id="3" name="Content Placeholder 2">
            <a:extLst>
              <a:ext uri="{FF2B5EF4-FFF2-40B4-BE49-F238E27FC236}">
                <a16:creationId xmlns:a16="http://schemas.microsoft.com/office/drawing/2014/main" id="{C312C2B0-3EE9-06DC-7641-78CD8A55FEBE}"/>
              </a:ext>
            </a:extLst>
          </p:cNvPr>
          <p:cNvSpPr>
            <a:spLocks noGrp="1"/>
          </p:cNvSpPr>
          <p:nvPr>
            <p:ph sz="quarter" idx="11"/>
          </p:nvPr>
        </p:nvSpPr>
        <p:spPr/>
        <p:txBody>
          <a:bodyPr/>
          <a:lstStyle/>
          <a:p>
            <a:pPr marL="117475" indent="0">
              <a:buNone/>
            </a:pPr>
            <a:r>
              <a:rPr lang="en-US" dirty="0"/>
              <a:t>A URRA needs to contain the following:</a:t>
            </a:r>
          </a:p>
          <a:p>
            <a:r>
              <a:rPr lang="en-US" dirty="0"/>
              <a:t>Reference number</a:t>
            </a:r>
          </a:p>
          <a:p>
            <a:r>
              <a:rPr lang="en-US" dirty="0"/>
              <a:t>Task description</a:t>
            </a:r>
          </a:p>
          <a:p>
            <a:r>
              <a:rPr lang="en-US" dirty="0"/>
              <a:t>Potential use errors</a:t>
            </a:r>
          </a:p>
          <a:p>
            <a:r>
              <a:rPr lang="en-US" dirty="0"/>
              <a:t>Potential hazards and harms</a:t>
            </a:r>
          </a:p>
          <a:p>
            <a:r>
              <a:rPr lang="en-US" dirty="0"/>
              <a:t>Severity of harm</a:t>
            </a:r>
          </a:p>
          <a:p>
            <a:r>
              <a:rPr lang="en-US" dirty="0"/>
              <a:t>Critical task (yes or no)</a:t>
            </a:r>
          </a:p>
          <a:p>
            <a:r>
              <a:rPr lang="en-US" dirty="0"/>
              <a:t>Risk mitigations</a:t>
            </a:r>
          </a:p>
          <a:p>
            <a:r>
              <a:rPr lang="en-US" dirty="0"/>
              <a:t>Reference to validation of risk mitigation effectiveness </a:t>
            </a:r>
          </a:p>
        </p:txBody>
      </p:sp>
      <p:sp>
        <p:nvSpPr>
          <p:cNvPr id="4" name="Title 3">
            <a:extLst>
              <a:ext uri="{FF2B5EF4-FFF2-40B4-BE49-F238E27FC236}">
                <a16:creationId xmlns:a16="http://schemas.microsoft.com/office/drawing/2014/main" id="{8BEB9570-4619-1F0D-336C-BE58C242B9F4}"/>
              </a:ext>
            </a:extLst>
          </p:cNvPr>
          <p:cNvSpPr>
            <a:spLocks noGrp="1"/>
          </p:cNvSpPr>
          <p:nvPr>
            <p:ph type="title"/>
          </p:nvPr>
        </p:nvSpPr>
        <p:spPr/>
        <p:txBody>
          <a:bodyPr>
            <a:normAutofit fontScale="90000"/>
          </a:bodyPr>
          <a:lstStyle/>
          <a:p>
            <a:r>
              <a:rPr lang="en-US" dirty="0"/>
              <a:t>URRA document decomposed </a:t>
            </a:r>
          </a:p>
        </p:txBody>
      </p:sp>
      <p:sp>
        <p:nvSpPr>
          <p:cNvPr id="5" name="Rectangle 4">
            <a:extLst>
              <a:ext uri="{FF2B5EF4-FFF2-40B4-BE49-F238E27FC236}">
                <a16:creationId xmlns:a16="http://schemas.microsoft.com/office/drawing/2014/main" id="{A3A82CC6-4225-D175-5150-67873DF67FE8}"/>
              </a:ext>
            </a:extLst>
          </p:cNvPr>
          <p:cNvSpPr/>
          <p:nvPr/>
        </p:nvSpPr>
        <p:spPr>
          <a:xfrm>
            <a:off x="458076" y="1676400"/>
            <a:ext cx="4118920" cy="457200"/>
          </a:xfrm>
          <a:prstGeom prst="rect">
            <a:avLst/>
          </a:prstGeom>
          <a:no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123454797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456E4F-278D-C150-2333-3A72278AE851}"/>
              </a:ext>
            </a:extLst>
          </p:cNvPr>
          <p:cNvSpPr>
            <a:spLocks noGrp="1"/>
          </p:cNvSpPr>
          <p:nvPr>
            <p:ph type="sldNum" sz="quarter" idx="10"/>
          </p:nvPr>
        </p:nvSpPr>
        <p:spPr/>
        <p:txBody>
          <a:bodyPr/>
          <a:lstStyle/>
          <a:p>
            <a:fld id="{86CB4B4D-7CA3-9044-876B-883B54F8677D}" type="slidenum">
              <a:rPr lang="en-US" smtClean="0"/>
              <a:pPr/>
              <a:t>14</a:t>
            </a:fld>
            <a:endParaRPr lang="en-US" dirty="0"/>
          </a:p>
        </p:txBody>
      </p:sp>
      <p:sp>
        <p:nvSpPr>
          <p:cNvPr id="3" name="Content Placeholder 2">
            <a:extLst>
              <a:ext uri="{FF2B5EF4-FFF2-40B4-BE49-F238E27FC236}">
                <a16:creationId xmlns:a16="http://schemas.microsoft.com/office/drawing/2014/main" id="{B5F50A80-8013-607A-D4F9-47C74182FA04}"/>
              </a:ext>
            </a:extLst>
          </p:cNvPr>
          <p:cNvSpPr>
            <a:spLocks noGrp="1"/>
          </p:cNvSpPr>
          <p:nvPr>
            <p:ph sz="quarter" idx="11"/>
          </p:nvPr>
        </p:nvSpPr>
        <p:spPr/>
        <p:txBody>
          <a:bodyPr/>
          <a:lstStyle/>
          <a:p>
            <a:r>
              <a:rPr lang="en-US" sz="2400" dirty="0"/>
              <a:t>Using straight sequential numbers can cause challenges in risk management documents if additional tasks, use steps, or features are added to a device</a:t>
            </a:r>
          </a:p>
          <a:p>
            <a:endParaRPr lang="en-US" sz="1050" dirty="0"/>
          </a:p>
          <a:p>
            <a:r>
              <a:rPr lang="en-US" sz="2400" dirty="0"/>
              <a:t>Companies often use various coding schema to mitigate</a:t>
            </a:r>
          </a:p>
          <a:p>
            <a:pPr lvl="1"/>
            <a:r>
              <a:rPr lang="en-US" sz="2000" dirty="0"/>
              <a:t>For example: Task </a:t>
            </a:r>
            <a:r>
              <a:rPr lang="en-US" sz="2000" i="1" dirty="0"/>
              <a:t>AB 1.0.0</a:t>
            </a:r>
          </a:p>
          <a:p>
            <a:pPr marL="449262" lvl="1" indent="0">
              <a:buNone/>
            </a:pPr>
            <a:endParaRPr lang="en-US" sz="1050" i="1" dirty="0"/>
          </a:p>
          <a:p>
            <a:r>
              <a:rPr lang="en-US" sz="2400" dirty="0"/>
              <a:t>Note: FDA refers to this as Task Number in their guidance, I recommend calling it URRA # (or some other signifier) to avoid confusion with HF validation task numbers.</a:t>
            </a:r>
          </a:p>
        </p:txBody>
      </p:sp>
      <p:sp>
        <p:nvSpPr>
          <p:cNvPr id="4" name="Title 3">
            <a:extLst>
              <a:ext uri="{FF2B5EF4-FFF2-40B4-BE49-F238E27FC236}">
                <a16:creationId xmlns:a16="http://schemas.microsoft.com/office/drawing/2014/main" id="{B08BE892-4B90-37F2-611B-BA1AB14FBE5D}"/>
              </a:ext>
            </a:extLst>
          </p:cNvPr>
          <p:cNvSpPr>
            <a:spLocks noGrp="1"/>
          </p:cNvSpPr>
          <p:nvPr>
            <p:ph type="title"/>
          </p:nvPr>
        </p:nvSpPr>
        <p:spPr/>
        <p:txBody>
          <a:bodyPr>
            <a:normAutofit fontScale="90000"/>
          </a:bodyPr>
          <a:lstStyle/>
          <a:p>
            <a:r>
              <a:rPr lang="en-US" dirty="0"/>
              <a:t>Reference number</a:t>
            </a:r>
          </a:p>
        </p:txBody>
      </p:sp>
    </p:spTree>
    <p:extLst>
      <p:ext uri="{BB962C8B-B14F-4D97-AF65-F5344CB8AC3E}">
        <p14:creationId xmlns:p14="http://schemas.microsoft.com/office/powerpoint/2010/main" val="122953577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9A9604-6130-4372-95E3-337933F09943}"/>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15</a:t>
            </a:fld>
            <a:endParaRPr lang="en-US" dirty="0"/>
          </a:p>
        </p:txBody>
      </p:sp>
      <p:sp>
        <p:nvSpPr>
          <p:cNvPr id="4" name="Title 3">
            <a:extLst>
              <a:ext uri="{FF2B5EF4-FFF2-40B4-BE49-F238E27FC236}">
                <a16:creationId xmlns:a16="http://schemas.microsoft.com/office/drawing/2014/main" id="{83A00960-8EDF-F34A-6F49-EC259C61B957}"/>
              </a:ext>
            </a:extLst>
          </p:cNvPr>
          <p:cNvSpPr>
            <a:spLocks noGrp="1"/>
          </p:cNvSpPr>
          <p:nvPr>
            <p:ph type="title"/>
          </p:nvPr>
        </p:nvSpPr>
        <p:spPr>
          <a:xfrm>
            <a:off x="453080" y="381000"/>
            <a:ext cx="7886700" cy="533400"/>
          </a:xfrm>
        </p:spPr>
        <p:txBody>
          <a:bodyPr>
            <a:normAutofit fontScale="90000"/>
          </a:bodyPr>
          <a:lstStyle/>
          <a:p>
            <a:r>
              <a:rPr lang="en-US" dirty="0"/>
              <a:t>Imagine adding another task after task #1</a:t>
            </a:r>
          </a:p>
        </p:txBody>
      </p:sp>
      <p:graphicFrame>
        <p:nvGraphicFramePr>
          <p:cNvPr id="6" name="Content Placeholder 8">
            <a:extLst>
              <a:ext uri="{FF2B5EF4-FFF2-40B4-BE49-F238E27FC236}">
                <a16:creationId xmlns:a16="http://schemas.microsoft.com/office/drawing/2014/main" id="{B139EAC0-EABB-4888-F88E-1834EE3DAA6C}"/>
              </a:ext>
            </a:extLst>
          </p:cNvPr>
          <p:cNvGraphicFramePr>
            <a:graphicFrameLocks/>
          </p:cNvGraphicFramePr>
          <p:nvPr>
            <p:extLst>
              <p:ext uri="{D42A27DB-BD31-4B8C-83A1-F6EECF244321}">
                <p14:modId xmlns:p14="http://schemas.microsoft.com/office/powerpoint/2010/main" val="3702165622"/>
              </p:ext>
            </p:extLst>
          </p:nvPr>
        </p:nvGraphicFramePr>
        <p:xfrm>
          <a:off x="228601" y="1059180"/>
          <a:ext cx="8686798" cy="2286000"/>
        </p:xfrm>
        <a:graphic>
          <a:graphicData uri="http://schemas.openxmlformats.org/drawingml/2006/table">
            <a:tbl>
              <a:tblPr firstRow="1" bandRow="1">
                <a:tableStyleId>{5940675A-B579-460E-94D1-54222C63F5DA}</a:tableStyleId>
              </a:tblPr>
              <a:tblGrid>
                <a:gridCol w="764226">
                  <a:extLst>
                    <a:ext uri="{9D8B030D-6E8A-4147-A177-3AD203B41FA5}">
                      <a16:colId xmlns:a16="http://schemas.microsoft.com/office/drawing/2014/main" val="1605491745"/>
                    </a:ext>
                  </a:extLst>
                </a:gridCol>
                <a:gridCol w="1243169">
                  <a:extLst>
                    <a:ext uri="{9D8B030D-6E8A-4147-A177-3AD203B41FA5}">
                      <a16:colId xmlns:a16="http://schemas.microsoft.com/office/drawing/2014/main" val="2169469685"/>
                    </a:ext>
                  </a:extLst>
                </a:gridCol>
                <a:gridCol w="1162043">
                  <a:extLst>
                    <a:ext uri="{9D8B030D-6E8A-4147-A177-3AD203B41FA5}">
                      <a16:colId xmlns:a16="http://schemas.microsoft.com/office/drawing/2014/main" val="3446630148"/>
                    </a:ext>
                  </a:extLst>
                </a:gridCol>
                <a:gridCol w="1460477">
                  <a:extLst>
                    <a:ext uri="{9D8B030D-6E8A-4147-A177-3AD203B41FA5}">
                      <a16:colId xmlns:a16="http://schemas.microsoft.com/office/drawing/2014/main" val="577109703"/>
                    </a:ext>
                  </a:extLst>
                </a:gridCol>
                <a:gridCol w="973653">
                  <a:extLst>
                    <a:ext uri="{9D8B030D-6E8A-4147-A177-3AD203B41FA5}">
                      <a16:colId xmlns:a16="http://schemas.microsoft.com/office/drawing/2014/main" val="280716956"/>
                    </a:ext>
                  </a:extLst>
                </a:gridCol>
                <a:gridCol w="797232">
                  <a:extLst>
                    <a:ext uri="{9D8B030D-6E8A-4147-A177-3AD203B41FA5}">
                      <a16:colId xmlns:a16="http://schemas.microsoft.com/office/drawing/2014/main" val="2527845351"/>
                    </a:ext>
                  </a:extLst>
                </a:gridCol>
                <a:gridCol w="1219200">
                  <a:extLst>
                    <a:ext uri="{9D8B030D-6E8A-4147-A177-3AD203B41FA5}">
                      <a16:colId xmlns:a16="http://schemas.microsoft.com/office/drawing/2014/main" val="846020726"/>
                    </a:ext>
                  </a:extLst>
                </a:gridCol>
                <a:gridCol w="1066798">
                  <a:extLst>
                    <a:ext uri="{9D8B030D-6E8A-4147-A177-3AD203B41FA5}">
                      <a16:colId xmlns:a16="http://schemas.microsoft.com/office/drawing/2014/main" val="998267323"/>
                    </a:ext>
                  </a:extLst>
                </a:gridCol>
              </a:tblGrid>
              <a:tr h="370840">
                <a:tc>
                  <a:txBody>
                    <a:bodyPr/>
                    <a:lstStyle/>
                    <a:p>
                      <a:r>
                        <a:rPr lang="en-US" sz="1400" b="1" dirty="0">
                          <a:solidFill>
                            <a:schemeClr val="tx1"/>
                          </a:solidFill>
                          <a:effectLst/>
                          <a:latin typeface="+mn-lt"/>
                          <a:ea typeface="+mn-ea"/>
                          <a:cs typeface="+mn-cs"/>
                          <a:sym typeface="Arial"/>
                        </a:rPr>
                        <a:t>Ref #</a:t>
                      </a:r>
                      <a:endParaRPr lang="en-US" sz="1400" b="1" dirty="0"/>
                    </a:p>
                  </a:txBody>
                  <a:tcPr/>
                </a:tc>
                <a:tc>
                  <a:txBody>
                    <a:bodyPr/>
                    <a:lstStyle/>
                    <a:p>
                      <a:r>
                        <a:rPr lang="en-US" sz="1400" b="1" dirty="0">
                          <a:solidFill>
                            <a:schemeClr val="tx1"/>
                          </a:solidFill>
                          <a:effectLst/>
                          <a:latin typeface="+mn-lt"/>
                          <a:ea typeface="+mn-ea"/>
                          <a:cs typeface="+mn-cs"/>
                          <a:sym typeface="Arial"/>
                        </a:rPr>
                        <a:t>Use Task Description </a:t>
                      </a:r>
                      <a:endParaRPr lang="en-US" sz="1400" b="1" dirty="0"/>
                    </a:p>
                  </a:txBody>
                  <a:tcPr/>
                </a:tc>
                <a:tc>
                  <a:txBody>
                    <a:bodyPr/>
                    <a:lstStyle/>
                    <a:p>
                      <a:r>
                        <a:rPr lang="en-US" sz="1400" b="1" dirty="0">
                          <a:solidFill>
                            <a:schemeClr val="tx1"/>
                          </a:solidFill>
                          <a:effectLst/>
                          <a:latin typeface="+mn-lt"/>
                          <a:ea typeface="+mn-ea"/>
                          <a:cs typeface="+mn-cs"/>
                          <a:sym typeface="Arial"/>
                        </a:rPr>
                        <a:t>Potential Use Error </a:t>
                      </a:r>
                      <a:endParaRPr lang="en-US" sz="1400" b="1" dirty="0"/>
                    </a:p>
                  </a:txBody>
                  <a:tcPr/>
                </a:tc>
                <a:tc>
                  <a:txBody>
                    <a:bodyPr/>
                    <a:lstStyle/>
                    <a:p>
                      <a:r>
                        <a:rPr lang="en-US" sz="1400" b="1" dirty="0">
                          <a:solidFill>
                            <a:schemeClr val="tx1"/>
                          </a:solidFill>
                          <a:effectLst/>
                          <a:latin typeface="+mn-lt"/>
                          <a:ea typeface="+mn-ea"/>
                          <a:cs typeface="+mn-cs"/>
                          <a:sym typeface="Arial"/>
                        </a:rPr>
                        <a:t>Potential Hazard/Clinical Harm</a:t>
                      </a:r>
                      <a:endParaRPr lang="en-US" sz="1400" b="1" dirty="0"/>
                    </a:p>
                  </a:txBody>
                  <a:tcPr/>
                </a:tc>
                <a:tc>
                  <a:txBody>
                    <a:bodyPr/>
                    <a:lstStyle/>
                    <a:p>
                      <a:r>
                        <a:rPr lang="en-US" sz="1400" b="1" dirty="0"/>
                        <a:t>Severity of Harm</a:t>
                      </a:r>
                    </a:p>
                  </a:txBody>
                  <a:tcPr/>
                </a:tc>
                <a:tc>
                  <a:txBody>
                    <a:bodyPr/>
                    <a:lstStyle/>
                    <a:p>
                      <a:r>
                        <a:rPr lang="en-US" sz="1400" b="1" dirty="0">
                          <a:solidFill>
                            <a:schemeClr val="tx1"/>
                          </a:solidFill>
                          <a:effectLst/>
                          <a:latin typeface="+mn-lt"/>
                          <a:ea typeface="+mn-ea"/>
                          <a:cs typeface="+mn-cs"/>
                          <a:sym typeface="Arial"/>
                        </a:rPr>
                        <a:t>Critical Task (Y/N) </a:t>
                      </a:r>
                      <a:endParaRPr lang="en-US" sz="1400" b="1" dirty="0"/>
                    </a:p>
                  </a:txBody>
                  <a:tcPr/>
                </a:tc>
                <a:tc>
                  <a:txBody>
                    <a:bodyPr/>
                    <a:lstStyle/>
                    <a:p>
                      <a:r>
                        <a:rPr lang="en-US" sz="1400" b="1" dirty="0"/>
                        <a:t>Risk Control (Mitigation)</a:t>
                      </a:r>
                    </a:p>
                  </a:txBody>
                  <a:tcPr/>
                </a:tc>
                <a:tc>
                  <a:txBody>
                    <a:bodyPr/>
                    <a:lstStyle/>
                    <a:p>
                      <a:r>
                        <a:rPr lang="en-US" sz="1400" b="1" dirty="0"/>
                        <a:t>Evaluation Method</a:t>
                      </a:r>
                    </a:p>
                  </a:txBody>
                  <a:tcPr/>
                </a:tc>
                <a:extLst>
                  <a:ext uri="{0D108BD9-81ED-4DB2-BD59-A6C34878D82A}">
                    <a16:rowId xmlns:a16="http://schemas.microsoft.com/office/drawing/2014/main" val="1949662709"/>
                  </a:ext>
                </a:extLst>
              </a:tr>
              <a:tr h="169353">
                <a:tc>
                  <a:txBody>
                    <a:bodyPr/>
                    <a:lstStyle/>
                    <a:p>
                      <a:r>
                        <a:rPr lang="en-US" sz="1400" dirty="0">
                          <a:latin typeface="+mn-lt"/>
                        </a:rPr>
                        <a:t>1</a:t>
                      </a:r>
                    </a:p>
                  </a:txBody>
                  <a:tcPr/>
                </a:tc>
                <a:tc>
                  <a:txBody>
                    <a:bodyPr/>
                    <a:lstStyle/>
                    <a:p>
                      <a:r>
                        <a:rPr lang="en-US" sz="1400" dirty="0">
                          <a:effectLst/>
                          <a:latin typeface="+mn-lt"/>
                          <a:ea typeface="Times New Roman" panose="02020603050405020304" pitchFamily="18" charset="0"/>
                        </a:rPr>
                        <a:t>Task</a:t>
                      </a:r>
                      <a:endParaRPr lang="en-US" sz="1400" dirty="0">
                        <a:latin typeface="+mn-lt"/>
                      </a:endParaRPr>
                    </a:p>
                  </a:txBody>
                  <a:tcPr/>
                </a:tc>
                <a:tc>
                  <a:txBody>
                    <a:bodyPr/>
                    <a:lstStyle/>
                    <a:p>
                      <a:r>
                        <a:rPr lang="en-US" sz="1400" dirty="0">
                          <a:latin typeface="+mn-lt"/>
                        </a:rPr>
                        <a:t>Error description</a:t>
                      </a:r>
                    </a:p>
                  </a:txBody>
                  <a:tcPr/>
                </a:tc>
                <a:tc>
                  <a:txBody>
                    <a:bodyPr/>
                    <a:lstStyle/>
                    <a:p>
                      <a:r>
                        <a:rPr lang="en-US" sz="1400" dirty="0">
                          <a:effectLst/>
                          <a:latin typeface="+mn-lt"/>
                          <a:ea typeface="Times New Roman" panose="02020603050405020304" pitchFamily="18" charset="0"/>
                        </a:rPr>
                        <a:t>Infection</a:t>
                      </a:r>
                      <a:endParaRPr lang="en-US" sz="1400" dirty="0">
                        <a:latin typeface="+mn-lt"/>
                      </a:endParaRPr>
                    </a:p>
                  </a:txBody>
                  <a:tcPr/>
                </a:tc>
                <a:tc>
                  <a:txBody>
                    <a:bodyPr/>
                    <a:lstStyle/>
                    <a:p>
                      <a:r>
                        <a:rPr lang="en-US" sz="1400" dirty="0">
                          <a:latin typeface="+mn-lt"/>
                        </a:rPr>
                        <a:t>4 </a:t>
                      </a:r>
                    </a:p>
                  </a:txBody>
                  <a:tcPr/>
                </a:tc>
                <a:tc>
                  <a:txBody>
                    <a:bodyPr/>
                    <a:lstStyle/>
                    <a:p>
                      <a:r>
                        <a:rPr lang="en-US" sz="1400" dirty="0">
                          <a:latin typeface="+mn-lt"/>
                        </a:rPr>
                        <a:t>Y</a:t>
                      </a:r>
                    </a:p>
                  </a:txBody>
                  <a:tcPr/>
                </a:tc>
                <a:tc>
                  <a:txBody>
                    <a:bodyPr/>
                    <a:lstStyle/>
                    <a:p>
                      <a:r>
                        <a:rPr lang="en-US" sz="1400" dirty="0">
                          <a:effectLst/>
                          <a:latin typeface="+mn-lt"/>
                          <a:ea typeface="Times New Roman" panose="02020603050405020304" pitchFamily="18" charset="0"/>
                        </a:rPr>
                        <a:t>Control description</a:t>
                      </a:r>
                    </a:p>
                  </a:txBody>
                  <a:tcPr/>
                </a:tc>
                <a:tc>
                  <a:txBody>
                    <a:bodyPr/>
                    <a:lstStyle/>
                    <a:p>
                      <a:r>
                        <a:rPr lang="en-US" sz="1400" dirty="0">
                          <a:effectLst/>
                          <a:latin typeface="+mn-lt"/>
                          <a:ea typeface="Times New Roman" panose="02020603050405020304" pitchFamily="18" charset="0"/>
                        </a:rPr>
                        <a:t>usability study </a:t>
                      </a:r>
                      <a:endParaRPr lang="en-US" sz="1400" dirty="0">
                        <a:latin typeface="+mn-lt"/>
                      </a:endParaRPr>
                    </a:p>
                  </a:txBody>
                  <a:tcPr/>
                </a:tc>
                <a:extLst>
                  <a:ext uri="{0D108BD9-81ED-4DB2-BD59-A6C34878D82A}">
                    <a16:rowId xmlns:a16="http://schemas.microsoft.com/office/drawing/2014/main" val="1016283651"/>
                  </a:ext>
                </a:extLst>
              </a:tr>
              <a:tr h="370840">
                <a:tc>
                  <a:txBody>
                    <a:bodyPr/>
                    <a:lstStyle/>
                    <a:p>
                      <a:r>
                        <a:rPr lang="en-US" sz="1400" dirty="0">
                          <a:latin typeface="+mn-lt"/>
                        </a:rPr>
                        <a:t>2</a:t>
                      </a:r>
                    </a:p>
                  </a:txBody>
                  <a:tcPr/>
                </a:tc>
                <a:tc>
                  <a:txBody>
                    <a:bodyPr/>
                    <a:lstStyle/>
                    <a:p>
                      <a:r>
                        <a:rPr lang="en-US" sz="1400" dirty="0">
                          <a:effectLst/>
                          <a:latin typeface="+mn-lt"/>
                          <a:ea typeface="Times New Roman" panose="02020603050405020304" pitchFamily="18" charset="0"/>
                        </a:rPr>
                        <a:t>Task that follows</a:t>
                      </a:r>
                      <a:endParaRPr lang="en-US" sz="1400" dirty="0">
                        <a:latin typeface="+mn-lt"/>
                      </a:endParaRPr>
                    </a:p>
                  </a:txBody>
                  <a:tcPr/>
                </a:tc>
                <a:tc>
                  <a:txBody>
                    <a:bodyPr/>
                    <a:lstStyle/>
                    <a:p>
                      <a:r>
                        <a:rPr lang="en-US" sz="1400" dirty="0">
                          <a:latin typeface="+mn-lt"/>
                        </a:rPr>
                        <a:t>Error description</a:t>
                      </a:r>
                    </a:p>
                  </a:txBody>
                  <a:tcPr/>
                </a:tc>
                <a:tc>
                  <a:txBody>
                    <a:bodyPr/>
                    <a:lstStyle/>
                    <a:p>
                      <a:r>
                        <a:rPr lang="en-US" sz="1400" dirty="0">
                          <a:effectLst/>
                          <a:latin typeface="+mn-lt"/>
                          <a:ea typeface="Times New Roman" panose="02020603050405020304" pitchFamily="18" charset="0"/>
                        </a:rPr>
                        <a:t>Death</a:t>
                      </a:r>
                      <a:endParaRPr lang="en-US" sz="1400" dirty="0">
                        <a:latin typeface="+mn-lt"/>
                      </a:endParaRPr>
                    </a:p>
                  </a:txBody>
                  <a:tcPr/>
                </a:tc>
                <a:tc>
                  <a:txBody>
                    <a:bodyPr/>
                    <a:lstStyle/>
                    <a:p>
                      <a:r>
                        <a:rPr lang="en-US" sz="1400" dirty="0">
                          <a:latin typeface="+mn-lt"/>
                        </a:rPr>
                        <a:t>5 </a:t>
                      </a:r>
                    </a:p>
                  </a:txBody>
                  <a:tcPr/>
                </a:tc>
                <a:tc>
                  <a:txBody>
                    <a:bodyPr/>
                    <a:lstStyle/>
                    <a:p>
                      <a:r>
                        <a:rPr lang="en-US" sz="1400" dirty="0">
                          <a:latin typeface="+mn-lt"/>
                        </a:rPr>
                        <a:t>Y</a:t>
                      </a:r>
                    </a:p>
                  </a:txBody>
                  <a:tcPr/>
                </a:tc>
                <a:tc>
                  <a:txBody>
                    <a:bodyPr/>
                    <a:lstStyle/>
                    <a:p>
                      <a:r>
                        <a:rPr lang="en-US" sz="1400" dirty="0">
                          <a:effectLst/>
                          <a:latin typeface="+mn-lt"/>
                          <a:ea typeface="Times New Roman" panose="02020603050405020304" pitchFamily="18" charset="0"/>
                        </a:rPr>
                        <a:t>Control description</a:t>
                      </a:r>
                    </a:p>
                  </a:txBody>
                  <a:tcPr/>
                </a:tc>
                <a:tc>
                  <a:txBody>
                    <a:bodyPr/>
                    <a:lstStyle/>
                    <a:p>
                      <a:r>
                        <a:rPr lang="en-US" sz="1400" dirty="0">
                          <a:effectLst/>
                          <a:latin typeface="+mn-lt"/>
                          <a:ea typeface="Times New Roman" panose="02020603050405020304" pitchFamily="18" charset="0"/>
                        </a:rPr>
                        <a:t>usability study </a:t>
                      </a:r>
                      <a:endParaRPr lang="en-US" sz="1400" dirty="0">
                        <a:latin typeface="+mn-lt"/>
                      </a:endParaRPr>
                    </a:p>
                  </a:txBody>
                  <a:tcPr/>
                </a:tc>
                <a:extLst>
                  <a:ext uri="{0D108BD9-81ED-4DB2-BD59-A6C34878D82A}">
                    <a16:rowId xmlns:a16="http://schemas.microsoft.com/office/drawing/2014/main" val="2652660152"/>
                  </a:ext>
                </a:extLst>
              </a:tr>
              <a:tr h="336993">
                <a:tc>
                  <a:txBody>
                    <a:bodyPr/>
                    <a:lstStyle/>
                    <a:p>
                      <a:r>
                        <a:rPr lang="en-US" sz="1400" dirty="0">
                          <a:latin typeface="+mn-lt"/>
                        </a:rPr>
                        <a:t>3</a:t>
                      </a:r>
                    </a:p>
                  </a:txBody>
                  <a:tcPr/>
                </a:tc>
                <a:tc>
                  <a:txBody>
                    <a:bodyPr/>
                    <a:lstStyle/>
                    <a:p>
                      <a:r>
                        <a:rPr lang="en-US" sz="1400" dirty="0">
                          <a:effectLst/>
                          <a:latin typeface="+mn-lt"/>
                          <a:ea typeface="Times New Roman" panose="02020603050405020304" pitchFamily="18" charset="0"/>
                        </a:rPr>
                        <a:t>Task that follows</a:t>
                      </a:r>
                      <a:endParaRPr lang="en-US" sz="1400" dirty="0">
                        <a:latin typeface="+mn-lt"/>
                      </a:endParaRPr>
                    </a:p>
                  </a:txBody>
                  <a:tcPr/>
                </a:tc>
                <a:tc>
                  <a:txBody>
                    <a:bodyPr/>
                    <a:lstStyle/>
                    <a:p>
                      <a:r>
                        <a:rPr lang="en-US" sz="1400" dirty="0">
                          <a:latin typeface="+mn-lt"/>
                        </a:rPr>
                        <a:t>Error description</a:t>
                      </a:r>
                    </a:p>
                  </a:txBody>
                  <a:tcPr/>
                </a:tc>
                <a:tc>
                  <a:txBody>
                    <a:bodyPr/>
                    <a:lstStyle/>
                    <a:p>
                      <a:r>
                        <a:rPr lang="en-US" sz="1400" dirty="0">
                          <a:effectLst/>
                          <a:latin typeface="+mn-lt"/>
                          <a:ea typeface="Times New Roman" panose="02020603050405020304" pitchFamily="18" charset="0"/>
                        </a:rPr>
                        <a:t>Delay of treatment</a:t>
                      </a:r>
                      <a:endParaRPr lang="en-US" sz="1400" dirty="0">
                        <a:latin typeface="+mn-lt"/>
                      </a:endParaRPr>
                    </a:p>
                  </a:txBody>
                  <a:tcPr/>
                </a:tc>
                <a:tc>
                  <a:txBody>
                    <a:bodyPr/>
                    <a:lstStyle/>
                    <a:p>
                      <a:r>
                        <a:rPr lang="en-US" sz="1400" dirty="0">
                          <a:latin typeface="+mn-lt"/>
                        </a:rPr>
                        <a:t>2 </a:t>
                      </a:r>
                    </a:p>
                  </a:txBody>
                  <a:tcPr/>
                </a:tc>
                <a:tc>
                  <a:txBody>
                    <a:bodyPr/>
                    <a:lstStyle/>
                    <a:p>
                      <a:r>
                        <a:rPr lang="en-US" sz="1400" dirty="0">
                          <a:latin typeface="+mn-lt"/>
                        </a:rPr>
                        <a:t>N</a:t>
                      </a:r>
                    </a:p>
                  </a:txBody>
                  <a:tcPr/>
                </a:tc>
                <a:tc>
                  <a:txBody>
                    <a:bodyPr/>
                    <a:lstStyle/>
                    <a:p>
                      <a:r>
                        <a:rPr lang="en-US" sz="1400" dirty="0">
                          <a:effectLst/>
                          <a:latin typeface="+mn-lt"/>
                          <a:ea typeface="Times New Roman" panose="02020603050405020304" pitchFamily="18" charset="0"/>
                        </a:rPr>
                        <a:t>Control description</a:t>
                      </a:r>
                    </a:p>
                  </a:txBody>
                  <a:tcPr/>
                </a:tc>
                <a:tc>
                  <a:txBody>
                    <a:bodyPr/>
                    <a:lstStyle/>
                    <a:p>
                      <a:r>
                        <a:rPr lang="en-US" sz="1400" dirty="0">
                          <a:effectLst/>
                          <a:latin typeface="+mn-lt"/>
                          <a:ea typeface="Times New Roman" panose="02020603050405020304" pitchFamily="18" charset="0"/>
                        </a:rPr>
                        <a:t>usability study </a:t>
                      </a:r>
                      <a:endParaRPr lang="en-US" sz="1400" dirty="0">
                        <a:latin typeface="+mn-lt"/>
                      </a:endParaRPr>
                    </a:p>
                  </a:txBody>
                  <a:tcPr/>
                </a:tc>
                <a:extLst>
                  <a:ext uri="{0D108BD9-81ED-4DB2-BD59-A6C34878D82A}">
                    <a16:rowId xmlns:a16="http://schemas.microsoft.com/office/drawing/2014/main" val="1831947430"/>
                  </a:ext>
                </a:extLst>
              </a:tr>
            </a:tbl>
          </a:graphicData>
        </a:graphic>
      </p:graphicFrame>
      <p:graphicFrame>
        <p:nvGraphicFramePr>
          <p:cNvPr id="8" name="Content Placeholder 8">
            <a:extLst>
              <a:ext uri="{FF2B5EF4-FFF2-40B4-BE49-F238E27FC236}">
                <a16:creationId xmlns:a16="http://schemas.microsoft.com/office/drawing/2014/main" id="{BD34D1C2-5FFF-DFB8-8F23-C24A67AAE13A}"/>
              </a:ext>
            </a:extLst>
          </p:cNvPr>
          <p:cNvGraphicFramePr>
            <a:graphicFrameLocks/>
          </p:cNvGraphicFramePr>
          <p:nvPr>
            <p:extLst>
              <p:ext uri="{D42A27DB-BD31-4B8C-83A1-F6EECF244321}">
                <p14:modId xmlns:p14="http://schemas.microsoft.com/office/powerpoint/2010/main" val="1821292523"/>
              </p:ext>
            </p:extLst>
          </p:nvPr>
        </p:nvGraphicFramePr>
        <p:xfrm>
          <a:off x="228601" y="3668486"/>
          <a:ext cx="8686798" cy="2804160"/>
        </p:xfrm>
        <a:graphic>
          <a:graphicData uri="http://schemas.openxmlformats.org/drawingml/2006/table">
            <a:tbl>
              <a:tblPr firstRow="1" bandRow="1">
                <a:tableStyleId>{5940675A-B579-460E-94D1-54222C63F5DA}</a:tableStyleId>
              </a:tblPr>
              <a:tblGrid>
                <a:gridCol w="764226">
                  <a:extLst>
                    <a:ext uri="{9D8B030D-6E8A-4147-A177-3AD203B41FA5}">
                      <a16:colId xmlns:a16="http://schemas.microsoft.com/office/drawing/2014/main" val="1605491745"/>
                    </a:ext>
                  </a:extLst>
                </a:gridCol>
                <a:gridCol w="1243169">
                  <a:extLst>
                    <a:ext uri="{9D8B030D-6E8A-4147-A177-3AD203B41FA5}">
                      <a16:colId xmlns:a16="http://schemas.microsoft.com/office/drawing/2014/main" val="2169469685"/>
                    </a:ext>
                  </a:extLst>
                </a:gridCol>
                <a:gridCol w="1162043">
                  <a:extLst>
                    <a:ext uri="{9D8B030D-6E8A-4147-A177-3AD203B41FA5}">
                      <a16:colId xmlns:a16="http://schemas.microsoft.com/office/drawing/2014/main" val="3446630148"/>
                    </a:ext>
                  </a:extLst>
                </a:gridCol>
                <a:gridCol w="1460477">
                  <a:extLst>
                    <a:ext uri="{9D8B030D-6E8A-4147-A177-3AD203B41FA5}">
                      <a16:colId xmlns:a16="http://schemas.microsoft.com/office/drawing/2014/main" val="577109703"/>
                    </a:ext>
                  </a:extLst>
                </a:gridCol>
                <a:gridCol w="973653">
                  <a:extLst>
                    <a:ext uri="{9D8B030D-6E8A-4147-A177-3AD203B41FA5}">
                      <a16:colId xmlns:a16="http://schemas.microsoft.com/office/drawing/2014/main" val="280716956"/>
                    </a:ext>
                  </a:extLst>
                </a:gridCol>
                <a:gridCol w="797232">
                  <a:extLst>
                    <a:ext uri="{9D8B030D-6E8A-4147-A177-3AD203B41FA5}">
                      <a16:colId xmlns:a16="http://schemas.microsoft.com/office/drawing/2014/main" val="2527845351"/>
                    </a:ext>
                  </a:extLst>
                </a:gridCol>
                <a:gridCol w="1219200">
                  <a:extLst>
                    <a:ext uri="{9D8B030D-6E8A-4147-A177-3AD203B41FA5}">
                      <a16:colId xmlns:a16="http://schemas.microsoft.com/office/drawing/2014/main" val="846020726"/>
                    </a:ext>
                  </a:extLst>
                </a:gridCol>
                <a:gridCol w="1066798">
                  <a:extLst>
                    <a:ext uri="{9D8B030D-6E8A-4147-A177-3AD203B41FA5}">
                      <a16:colId xmlns:a16="http://schemas.microsoft.com/office/drawing/2014/main" val="998267323"/>
                    </a:ext>
                  </a:extLst>
                </a:gridCol>
              </a:tblGrid>
              <a:tr h="370840">
                <a:tc>
                  <a:txBody>
                    <a:bodyPr/>
                    <a:lstStyle/>
                    <a:p>
                      <a:r>
                        <a:rPr lang="en-US" sz="1400" b="1" dirty="0">
                          <a:solidFill>
                            <a:schemeClr val="tx1"/>
                          </a:solidFill>
                          <a:effectLst/>
                          <a:latin typeface="+mn-lt"/>
                          <a:ea typeface="+mn-ea"/>
                          <a:cs typeface="+mn-cs"/>
                          <a:sym typeface="Arial"/>
                        </a:rPr>
                        <a:t>Ref #</a:t>
                      </a:r>
                      <a:endParaRPr lang="en-US" sz="1400" b="1" dirty="0"/>
                    </a:p>
                  </a:txBody>
                  <a:tcPr/>
                </a:tc>
                <a:tc>
                  <a:txBody>
                    <a:bodyPr/>
                    <a:lstStyle/>
                    <a:p>
                      <a:r>
                        <a:rPr lang="en-US" sz="1400" b="1" dirty="0">
                          <a:solidFill>
                            <a:schemeClr val="tx1"/>
                          </a:solidFill>
                          <a:effectLst/>
                          <a:latin typeface="+mn-lt"/>
                          <a:ea typeface="+mn-ea"/>
                          <a:cs typeface="+mn-cs"/>
                          <a:sym typeface="Arial"/>
                        </a:rPr>
                        <a:t>Use Task Description </a:t>
                      </a:r>
                      <a:endParaRPr lang="en-US" sz="1400" b="1" dirty="0"/>
                    </a:p>
                  </a:txBody>
                  <a:tcPr/>
                </a:tc>
                <a:tc>
                  <a:txBody>
                    <a:bodyPr/>
                    <a:lstStyle/>
                    <a:p>
                      <a:r>
                        <a:rPr lang="en-US" sz="1400" b="1" dirty="0">
                          <a:solidFill>
                            <a:schemeClr val="tx1"/>
                          </a:solidFill>
                          <a:effectLst/>
                          <a:latin typeface="+mn-lt"/>
                          <a:ea typeface="+mn-ea"/>
                          <a:cs typeface="+mn-cs"/>
                          <a:sym typeface="Arial"/>
                        </a:rPr>
                        <a:t>Potential Use Error </a:t>
                      </a:r>
                      <a:endParaRPr lang="en-US" sz="1400" b="1" dirty="0"/>
                    </a:p>
                  </a:txBody>
                  <a:tcPr/>
                </a:tc>
                <a:tc>
                  <a:txBody>
                    <a:bodyPr/>
                    <a:lstStyle/>
                    <a:p>
                      <a:r>
                        <a:rPr lang="en-US" sz="1400" b="1" dirty="0">
                          <a:solidFill>
                            <a:schemeClr val="tx1"/>
                          </a:solidFill>
                          <a:effectLst/>
                          <a:latin typeface="+mn-lt"/>
                          <a:ea typeface="+mn-ea"/>
                          <a:cs typeface="+mn-cs"/>
                          <a:sym typeface="Arial"/>
                        </a:rPr>
                        <a:t>Potential Hazard/Clinical Harm</a:t>
                      </a:r>
                      <a:endParaRPr lang="en-US" sz="1400" b="1" dirty="0"/>
                    </a:p>
                  </a:txBody>
                  <a:tcPr/>
                </a:tc>
                <a:tc>
                  <a:txBody>
                    <a:bodyPr/>
                    <a:lstStyle/>
                    <a:p>
                      <a:r>
                        <a:rPr lang="en-US" sz="1400" b="1" dirty="0"/>
                        <a:t>Severity of Harm</a:t>
                      </a:r>
                    </a:p>
                  </a:txBody>
                  <a:tcPr/>
                </a:tc>
                <a:tc>
                  <a:txBody>
                    <a:bodyPr/>
                    <a:lstStyle/>
                    <a:p>
                      <a:r>
                        <a:rPr lang="en-US" sz="1400" b="1" dirty="0">
                          <a:solidFill>
                            <a:schemeClr val="tx1"/>
                          </a:solidFill>
                          <a:effectLst/>
                          <a:latin typeface="+mn-lt"/>
                          <a:ea typeface="+mn-ea"/>
                          <a:cs typeface="+mn-cs"/>
                          <a:sym typeface="Arial"/>
                        </a:rPr>
                        <a:t>Critical Task (Y/N) </a:t>
                      </a:r>
                      <a:endParaRPr lang="en-US" sz="1400" b="1" dirty="0"/>
                    </a:p>
                  </a:txBody>
                  <a:tcPr/>
                </a:tc>
                <a:tc>
                  <a:txBody>
                    <a:bodyPr/>
                    <a:lstStyle/>
                    <a:p>
                      <a:r>
                        <a:rPr lang="en-US" sz="1400" b="1" dirty="0"/>
                        <a:t>Risk Control (Mitigation)</a:t>
                      </a:r>
                    </a:p>
                  </a:txBody>
                  <a:tcPr/>
                </a:tc>
                <a:tc>
                  <a:txBody>
                    <a:bodyPr/>
                    <a:lstStyle/>
                    <a:p>
                      <a:r>
                        <a:rPr lang="en-US" sz="1400" b="1" dirty="0"/>
                        <a:t>Evaluation Method</a:t>
                      </a:r>
                    </a:p>
                  </a:txBody>
                  <a:tcPr/>
                </a:tc>
                <a:extLst>
                  <a:ext uri="{0D108BD9-81ED-4DB2-BD59-A6C34878D82A}">
                    <a16:rowId xmlns:a16="http://schemas.microsoft.com/office/drawing/2014/main" val="1949662709"/>
                  </a:ext>
                </a:extLst>
              </a:tr>
              <a:tr h="169353">
                <a:tc>
                  <a:txBody>
                    <a:bodyPr/>
                    <a:lstStyle/>
                    <a:p>
                      <a:r>
                        <a:rPr lang="en-US" sz="1400" dirty="0">
                          <a:latin typeface="+mn-lt"/>
                        </a:rPr>
                        <a:t>1.0</a:t>
                      </a:r>
                    </a:p>
                  </a:txBody>
                  <a:tcPr/>
                </a:tc>
                <a:tc>
                  <a:txBody>
                    <a:bodyPr/>
                    <a:lstStyle/>
                    <a:p>
                      <a:r>
                        <a:rPr lang="en-US" sz="1400" dirty="0">
                          <a:effectLst/>
                          <a:latin typeface="+mn-lt"/>
                          <a:ea typeface="Times New Roman" panose="02020603050405020304" pitchFamily="18" charset="0"/>
                        </a:rPr>
                        <a:t>Task</a:t>
                      </a:r>
                      <a:endParaRPr lang="en-US" sz="1400" dirty="0">
                        <a:latin typeface="+mn-lt"/>
                      </a:endParaRPr>
                    </a:p>
                  </a:txBody>
                  <a:tcPr/>
                </a:tc>
                <a:tc>
                  <a:txBody>
                    <a:bodyPr/>
                    <a:lstStyle/>
                    <a:p>
                      <a:r>
                        <a:rPr lang="en-US" sz="1400" dirty="0">
                          <a:latin typeface="+mn-lt"/>
                        </a:rPr>
                        <a:t>Error description</a:t>
                      </a:r>
                    </a:p>
                  </a:txBody>
                  <a:tcPr/>
                </a:tc>
                <a:tc>
                  <a:txBody>
                    <a:bodyPr/>
                    <a:lstStyle/>
                    <a:p>
                      <a:r>
                        <a:rPr lang="en-US" sz="1400" dirty="0">
                          <a:effectLst/>
                          <a:latin typeface="+mn-lt"/>
                          <a:ea typeface="Times New Roman" panose="02020603050405020304" pitchFamily="18" charset="0"/>
                        </a:rPr>
                        <a:t>Infection</a:t>
                      </a:r>
                      <a:endParaRPr lang="en-US" sz="1400" dirty="0">
                        <a:latin typeface="+mn-lt"/>
                      </a:endParaRPr>
                    </a:p>
                  </a:txBody>
                  <a:tcPr/>
                </a:tc>
                <a:tc>
                  <a:txBody>
                    <a:bodyPr/>
                    <a:lstStyle/>
                    <a:p>
                      <a:r>
                        <a:rPr lang="en-US" sz="1400" dirty="0">
                          <a:latin typeface="+mn-lt"/>
                        </a:rPr>
                        <a:t>4 </a:t>
                      </a:r>
                    </a:p>
                  </a:txBody>
                  <a:tcPr/>
                </a:tc>
                <a:tc>
                  <a:txBody>
                    <a:bodyPr/>
                    <a:lstStyle/>
                    <a:p>
                      <a:r>
                        <a:rPr lang="en-US" sz="1400" dirty="0">
                          <a:latin typeface="+mn-lt"/>
                        </a:rPr>
                        <a:t>Y</a:t>
                      </a:r>
                    </a:p>
                  </a:txBody>
                  <a:tcPr/>
                </a:tc>
                <a:tc>
                  <a:txBody>
                    <a:bodyPr/>
                    <a:lstStyle/>
                    <a:p>
                      <a:r>
                        <a:rPr lang="en-US" sz="1400" dirty="0">
                          <a:effectLst/>
                          <a:latin typeface="+mn-lt"/>
                          <a:ea typeface="Times New Roman" panose="02020603050405020304" pitchFamily="18" charset="0"/>
                        </a:rPr>
                        <a:t>Control description</a:t>
                      </a:r>
                    </a:p>
                  </a:txBody>
                  <a:tcPr/>
                </a:tc>
                <a:tc>
                  <a:txBody>
                    <a:bodyPr/>
                    <a:lstStyle/>
                    <a:p>
                      <a:r>
                        <a:rPr lang="en-US" sz="1400" dirty="0">
                          <a:effectLst/>
                          <a:latin typeface="+mn-lt"/>
                          <a:ea typeface="Times New Roman" panose="02020603050405020304" pitchFamily="18" charset="0"/>
                        </a:rPr>
                        <a:t>usability study </a:t>
                      </a:r>
                      <a:endParaRPr lang="en-US" sz="1400" dirty="0">
                        <a:latin typeface="+mn-lt"/>
                      </a:endParaRPr>
                    </a:p>
                  </a:txBody>
                  <a:tcPr/>
                </a:tc>
                <a:extLst>
                  <a:ext uri="{0D108BD9-81ED-4DB2-BD59-A6C34878D82A}">
                    <a16:rowId xmlns:a16="http://schemas.microsoft.com/office/drawing/2014/main" val="1016283651"/>
                  </a:ext>
                </a:extLst>
              </a:tr>
              <a:tr h="370840">
                <a:tc>
                  <a:txBody>
                    <a:bodyPr/>
                    <a:lstStyle/>
                    <a:p>
                      <a:r>
                        <a:rPr lang="en-US" sz="1400" dirty="0">
                          <a:latin typeface="+mn-lt"/>
                        </a:rPr>
                        <a:t>1.1</a:t>
                      </a:r>
                    </a:p>
                  </a:txBody>
                  <a:tcPr>
                    <a:solidFill>
                      <a:srgbClr val="FFFF00"/>
                    </a:solidFill>
                  </a:tcPr>
                </a:tc>
                <a:tc>
                  <a:txBody>
                    <a:bodyPr/>
                    <a:lstStyle/>
                    <a:p>
                      <a:r>
                        <a:rPr lang="en-US" sz="1400" dirty="0">
                          <a:latin typeface="+mn-lt"/>
                        </a:rPr>
                        <a:t>Task inserted</a:t>
                      </a:r>
                    </a:p>
                  </a:txBody>
                  <a:tcPr>
                    <a:solidFill>
                      <a:srgbClr val="FFFF00"/>
                    </a:solidFill>
                  </a:tcPr>
                </a:tc>
                <a:tc>
                  <a:txBody>
                    <a:bodyPr/>
                    <a:lstStyle/>
                    <a:p>
                      <a:r>
                        <a:rPr lang="en-US" sz="1400" dirty="0">
                          <a:latin typeface="+mn-lt"/>
                        </a:rPr>
                        <a:t>Error description</a:t>
                      </a:r>
                    </a:p>
                  </a:txBody>
                  <a:tcPr>
                    <a:solidFill>
                      <a:srgbClr val="FFFF00"/>
                    </a:solidFill>
                  </a:tcPr>
                </a:tc>
                <a:tc>
                  <a:txBody>
                    <a:bodyPr/>
                    <a:lstStyle/>
                    <a:p>
                      <a:r>
                        <a:rPr lang="en-US" sz="1400" dirty="0">
                          <a:latin typeface="+mn-lt"/>
                        </a:rPr>
                        <a:t>Paralysis</a:t>
                      </a:r>
                    </a:p>
                  </a:txBody>
                  <a:tcPr>
                    <a:solidFill>
                      <a:srgbClr val="FFFF00"/>
                    </a:solidFill>
                  </a:tcPr>
                </a:tc>
                <a:tc>
                  <a:txBody>
                    <a:bodyPr/>
                    <a:lstStyle/>
                    <a:p>
                      <a:r>
                        <a:rPr lang="en-US" sz="1400" dirty="0">
                          <a:latin typeface="+mn-lt"/>
                        </a:rPr>
                        <a:t>5</a:t>
                      </a:r>
                    </a:p>
                  </a:txBody>
                  <a:tcPr>
                    <a:solidFill>
                      <a:srgbClr val="FFFF00"/>
                    </a:solidFill>
                  </a:tcPr>
                </a:tc>
                <a:tc>
                  <a:txBody>
                    <a:bodyPr/>
                    <a:lstStyle/>
                    <a:p>
                      <a:r>
                        <a:rPr lang="en-US" sz="1400" dirty="0">
                          <a:latin typeface="+mn-lt"/>
                        </a:rPr>
                        <a:t>Y</a:t>
                      </a:r>
                    </a:p>
                  </a:txBody>
                  <a:tcPr>
                    <a:solidFill>
                      <a:srgbClr val="FFFF00"/>
                    </a:solidFill>
                  </a:tcPr>
                </a:tc>
                <a:tc>
                  <a:txBody>
                    <a:bodyPr/>
                    <a:lstStyle/>
                    <a:p>
                      <a:r>
                        <a:rPr lang="en-US" sz="1400" dirty="0">
                          <a:effectLst/>
                          <a:latin typeface="+mn-lt"/>
                          <a:ea typeface="Times New Roman" panose="02020603050405020304" pitchFamily="18" charset="0"/>
                        </a:rPr>
                        <a:t>Control description</a:t>
                      </a:r>
                    </a:p>
                  </a:txBody>
                  <a:tcPr>
                    <a:solidFill>
                      <a:srgbClr val="FFFF00"/>
                    </a:solidFill>
                  </a:tcPr>
                </a:tc>
                <a:tc>
                  <a:txBody>
                    <a:bodyPr/>
                    <a:lstStyle/>
                    <a:p>
                      <a:r>
                        <a:rPr lang="en-US" sz="1400" dirty="0">
                          <a:latin typeface="+mn-lt"/>
                        </a:rPr>
                        <a:t>Usability study</a:t>
                      </a:r>
                    </a:p>
                  </a:txBody>
                  <a:tcPr>
                    <a:solidFill>
                      <a:srgbClr val="FFFF00"/>
                    </a:solidFill>
                  </a:tcPr>
                </a:tc>
                <a:extLst>
                  <a:ext uri="{0D108BD9-81ED-4DB2-BD59-A6C34878D82A}">
                    <a16:rowId xmlns:a16="http://schemas.microsoft.com/office/drawing/2014/main" val="2103234172"/>
                  </a:ext>
                </a:extLst>
              </a:tr>
              <a:tr h="370840">
                <a:tc>
                  <a:txBody>
                    <a:bodyPr/>
                    <a:lstStyle/>
                    <a:p>
                      <a:r>
                        <a:rPr lang="en-US" sz="1400" dirty="0">
                          <a:latin typeface="+mn-lt"/>
                        </a:rPr>
                        <a:t>2.0</a:t>
                      </a:r>
                    </a:p>
                  </a:txBody>
                  <a:tcPr/>
                </a:tc>
                <a:tc>
                  <a:txBody>
                    <a:bodyPr/>
                    <a:lstStyle/>
                    <a:p>
                      <a:r>
                        <a:rPr lang="en-US" sz="1400" dirty="0">
                          <a:effectLst/>
                          <a:latin typeface="+mn-lt"/>
                          <a:ea typeface="Times New Roman" panose="02020603050405020304" pitchFamily="18" charset="0"/>
                        </a:rPr>
                        <a:t>Task that follows</a:t>
                      </a:r>
                      <a:endParaRPr lang="en-US" sz="1400" dirty="0">
                        <a:latin typeface="+mn-lt"/>
                      </a:endParaRPr>
                    </a:p>
                  </a:txBody>
                  <a:tcPr/>
                </a:tc>
                <a:tc>
                  <a:txBody>
                    <a:bodyPr/>
                    <a:lstStyle/>
                    <a:p>
                      <a:r>
                        <a:rPr lang="en-US" sz="1400" dirty="0">
                          <a:latin typeface="+mn-lt"/>
                        </a:rPr>
                        <a:t>Error description</a:t>
                      </a:r>
                    </a:p>
                  </a:txBody>
                  <a:tcPr/>
                </a:tc>
                <a:tc>
                  <a:txBody>
                    <a:bodyPr/>
                    <a:lstStyle/>
                    <a:p>
                      <a:r>
                        <a:rPr lang="en-US" sz="1400" dirty="0">
                          <a:effectLst/>
                          <a:latin typeface="+mn-lt"/>
                          <a:ea typeface="Times New Roman" panose="02020603050405020304" pitchFamily="18" charset="0"/>
                        </a:rPr>
                        <a:t>Death</a:t>
                      </a:r>
                      <a:endParaRPr lang="en-US" sz="1400" dirty="0">
                        <a:latin typeface="+mn-lt"/>
                      </a:endParaRPr>
                    </a:p>
                  </a:txBody>
                  <a:tcPr/>
                </a:tc>
                <a:tc>
                  <a:txBody>
                    <a:bodyPr/>
                    <a:lstStyle/>
                    <a:p>
                      <a:r>
                        <a:rPr lang="en-US" sz="1400" dirty="0">
                          <a:latin typeface="+mn-lt"/>
                        </a:rPr>
                        <a:t>5 </a:t>
                      </a:r>
                    </a:p>
                  </a:txBody>
                  <a:tcPr/>
                </a:tc>
                <a:tc>
                  <a:txBody>
                    <a:bodyPr/>
                    <a:lstStyle/>
                    <a:p>
                      <a:r>
                        <a:rPr lang="en-US" sz="1400" dirty="0">
                          <a:latin typeface="+mn-lt"/>
                        </a:rPr>
                        <a:t>Y</a:t>
                      </a:r>
                    </a:p>
                  </a:txBody>
                  <a:tcPr/>
                </a:tc>
                <a:tc>
                  <a:txBody>
                    <a:bodyPr/>
                    <a:lstStyle/>
                    <a:p>
                      <a:r>
                        <a:rPr lang="en-US" sz="1400" dirty="0">
                          <a:effectLst/>
                          <a:latin typeface="+mn-lt"/>
                          <a:ea typeface="Times New Roman" panose="02020603050405020304" pitchFamily="18" charset="0"/>
                        </a:rPr>
                        <a:t>Control description</a:t>
                      </a:r>
                    </a:p>
                  </a:txBody>
                  <a:tcPr/>
                </a:tc>
                <a:tc>
                  <a:txBody>
                    <a:bodyPr/>
                    <a:lstStyle/>
                    <a:p>
                      <a:r>
                        <a:rPr lang="en-US" sz="1400" dirty="0">
                          <a:effectLst/>
                          <a:latin typeface="+mn-lt"/>
                          <a:ea typeface="Times New Roman" panose="02020603050405020304" pitchFamily="18" charset="0"/>
                        </a:rPr>
                        <a:t>usability study </a:t>
                      </a:r>
                      <a:endParaRPr lang="en-US" sz="1400" dirty="0">
                        <a:latin typeface="+mn-lt"/>
                      </a:endParaRPr>
                    </a:p>
                  </a:txBody>
                  <a:tcPr/>
                </a:tc>
                <a:extLst>
                  <a:ext uri="{0D108BD9-81ED-4DB2-BD59-A6C34878D82A}">
                    <a16:rowId xmlns:a16="http://schemas.microsoft.com/office/drawing/2014/main" val="2652660152"/>
                  </a:ext>
                </a:extLst>
              </a:tr>
              <a:tr h="336993">
                <a:tc>
                  <a:txBody>
                    <a:bodyPr/>
                    <a:lstStyle/>
                    <a:p>
                      <a:r>
                        <a:rPr lang="en-US" sz="1400" dirty="0">
                          <a:latin typeface="+mn-lt"/>
                        </a:rPr>
                        <a:t>3.0</a:t>
                      </a:r>
                    </a:p>
                  </a:txBody>
                  <a:tcPr/>
                </a:tc>
                <a:tc>
                  <a:txBody>
                    <a:bodyPr/>
                    <a:lstStyle/>
                    <a:p>
                      <a:r>
                        <a:rPr lang="en-US" sz="1400" dirty="0">
                          <a:effectLst/>
                          <a:latin typeface="+mn-lt"/>
                          <a:ea typeface="Times New Roman" panose="02020603050405020304" pitchFamily="18" charset="0"/>
                        </a:rPr>
                        <a:t>Task that follows</a:t>
                      </a:r>
                      <a:endParaRPr lang="en-US" sz="1400" dirty="0">
                        <a:latin typeface="+mn-lt"/>
                      </a:endParaRPr>
                    </a:p>
                  </a:txBody>
                  <a:tcPr/>
                </a:tc>
                <a:tc>
                  <a:txBody>
                    <a:bodyPr/>
                    <a:lstStyle/>
                    <a:p>
                      <a:r>
                        <a:rPr lang="en-US" sz="1400" dirty="0">
                          <a:latin typeface="+mn-lt"/>
                        </a:rPr>
                        <a:t>Error description</a:t>
                      </a:r>
                    </a:p>
                  </a:txBody>
                  <a:tcPr/>
                </a:tc>
                <a:tc>
                  <a:txBody>
                    <a:bodyPr/>
                    <a:lstStyle/>
                    <a:p>
                      <a:r>
                        <a:rPr lang="en-US" sz="1400" dirty="0">
                          <a:effectLst/>
                          <a:latin typeface="+mn-lt"/>
                          <a:ea typeface="Times New Roman" panose="02020603050405020304" pitchFamily="18" charset="0"/>
                        </a:rPr>
                        <a:t>Delay of treatment</a:t>
                      </a:r>
                      <a:endParaRPr lang="en-US" sz="1400" dirty="0">
                        <a:latin typeface="+mn-lt"/>
                      </a:endParaRPr>
                    </a:p>
                  </a:txBody>
                  <a:tcPr/>
                </a:tc>
                <a:tc>
                  <a:txBody>
                    <a:bodyPr/>
                    <a:lstStyle/>
                    <a:p>
                      <a:r>
                        <a:rPr lang="en-US" sz="1400" dirty="0">
                          <a:latin typeface="+mn-lt"/>
                        </a:rPr>
                        <a:t>2 </a:t>
                      </a:r>
                    </a:p>
                  </a:txBody>
                  <a:tcPr/>
                </a:tc>
                <a:tc>
                  <a:txBody>
                    <a:bodyPr/>
                    <a:lstStyle/>
                    <a:p>
                      <a:r>
                        <a:rPr lang="en-US" sz="1400" dirty="0">
                          <a:latin typeface="+mn-lt"/>
                        </a:rPr>
                        <a:t>N</a:t>
                      </a:r>
                    </a:p>
                  </a:txBody>
                  <a:tcPr/>
                </a:tc>
                <a:tc>
                  <a:txBody>
                    <a:bodyPr/>
                    <a:lstStyle/>
                    <a:p>
                      <a:r>
                        <a:rPr lang="en-US" sz="1400" dirty="0">
                          <a:effectLst/>
                          <a:latin typeface="+mn-lt"/>
                          <a:ea typeface="Times New Roman" panose="02020603050405020304" pitchFamily="18" charset="0"/>
                        </a:rPr>
                        <a:t>Control description</a:t>
                      </a:r>
                    </a:p>
                  </a:txBody>
                  <a:tcPr/>
                </a:tc>
                <a:tc>
                  <a:txBody>
                    <a:bodyPr/>
                    <a:lstStyle/>
                    <a:p>
                      <a:r>
                        <a:rPr lang="en-US" sz="1400" dirty="0">
                          <a:effectLst/>
                          <a:latin typeface="+mn-lt"/>
                          <a:ea typeface="Times New Roman" panose="02020603050405020304" pitchFamily="18" charset="0"/>
                        </a:rPr>
                        <a:t>usability study </a:t>
                      </a:r>
                      <a:endParaRPr lang="en-US" sz="1400" dirty="0">
                        <a:latin typeface="+mn-lt"/>
                      </a:endParaRPr>
                    </a:p>
                  </a:txBody>
                  <a:tcPr/>
                </a:tc>
                <a:extLst>
                  <a:ext uri="{0D108BD9-81ED-4DB2-BD59-A6C34878D82A}">
                    <a16:rowId xmlns:a16="http://schemas.microsoft.com/office/drawing/2014/main" val="1831947430"/>
                  </a:ext>
                </a:extLst>
              </a:tr>
            </a:tbl>
          </a:graphicData>
        </a:graphic>
      </p:graphicFrame>
    </p:spTree>
    <p:extLst>
      <p:ext uri="{BB962C8B-B14F-4D97-AF65-F5344CB8AC3E}">
        <p14:creationId xmlns:p14="http://schemas.microsoft.com/office/powerpoint/2010/main" val="47968892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1E214F-CF3D-41A2-BC84-1F84243C4C22}"/>
              </a:ext>
            </a:extLst>
          </p:cNvPr>
          <p:cNvSpPr>
            <a:spLocks noGrp="1"/>
          </p:cNvSpPr>
          <p:nvPr>
            <p:ph type="sldNum" sz="quarter" idx="10"/>
          </p:nvPr>
        </p:nvSpPr>
        <p:spPr/>
        <p:txBody>
          <a:bodyPr/>
          <a:lstStyle/>
          <a:p>
            <a:fld id="{86CB4B4D-7CA3-9044-876B-883B54F8677D}" type="slidenum">
              <a:rPr lang="en-US" smtClean="0"/>
              <a:pPr/>
              <a:t>16</a:t>
            </a:fld>
            <a:endParaRPr lang="en-US" dirty="0"/>
          </a:p>
        </p:txBody>
      </p:sp>
      <p:sp>
        <p:nvSpPr>
          <p:cNvPr id="3" name="Content Placeholder 2">
            <a:extLst>
              <a:ext uri="{FF2B5EF4-FFF2-40B4-BE49-F238E27FC236}">
                <a16:creationId xmlns:a16="http://schemas.microsoft.com/office/drawing/2014/main" id="{C312C2B0-3EE9-06DC-7641-78CD8A55FEBE}"/>
              </a:ext>
            </a:extLst>
          </p:cNvPr>
          <p:cNvSpPr>
            <a:spLocks noGrp="1"/>
          </p:cNvSpPr>
          <p:nvPr>
            <p:ph sz="quarter" idx="11"/>
          </p:nvPr>
        </p:nvSpPr>
        <p:spPr/>
        <p:txBody>
          <a:bodyPr/>
          <a:lstStyle/>
          <a:p>
            <a:pPr marL="117475" indent="0">
              <a:buNone/>
            </a:pPr>
            <a:r>
              <a:rPr lang="en-US" dirty="0"/>
              <a:t>A URRA needs to contain the following:</a:t>
            </a:r>
          </a:p>
          <a:p>
            <a:r>
              <a:rPr lang="en-US" dirty="0"/>
              <a:t>Reference number</a:t>
            </a:r>
          </a:p>
          <a:p>
            <a:r>
              <a:rPr lang="en-US" dirty="0"/>
              <a:t>Task description</a:t>
            </a:r>
          </a:p>
          <a:p>
            <a:r>
              <a:rPr lang="en-US" dirty="0"/>
              <a:t>Potential use errors</a:t>
            </a:r>
          </a:p>
          <a:p>
            <a:r>
              <a:rPr lang="en-US" dirty="0"/>
              <a:t>Potential hazards and harms</a:t>
            </a:r>
          </a:p>
          <a:p>
            <a:r>
              <a:rPr lang="en-US" dirty="0"/>
              <a:t>Severity of harm</a:t>
            </a:r>
          </a:p>
          <a:p>
            <a:r>
              <a:rPr lang="en-US" dirty="0"/>
              <a:t>Critical task (yes or no)</a:t>
            </a:r>
          </a:p>
          <a:p>
            <a:r>
              <a:rPr lang="en-US" dirty="0"/>
              <a:t>Risk mitigations</a:t>
            </a:r>
          </a:p>
          <a:p>
            <a:r>
              <a:rPr lang="en-US" dirty="0"/>
              <a:t>Reference to validation of risk mitigation effectiveness </a:t>
            </a:r>
          </a:p>
        </p:txBody>
      </p:sp>
      <p:sp>
        <p:nvSpPr>
          <p:cNvPr id="4" name="Title 3">
            <a:extLst>
              <a:ext uri="{FF2B5EF4-FFF2-40B4-BE49-F238E27FC236}">
                <a16:creationId xmlns:a16="http://schemas.microsoft.com/office/drawing/2014/main" id="{8BEB9570-4619-1F0D-336C-BE58C242B9F4}"/>
              </a:ext>
            </a:extLst>
          </p:cNvPr>
          <p:cNvSpPr>
            <a:spLocks noGrp="1"/>
          </p:cNvSpPr>
          <p:nvPr>
            <p:ph type="title"/>
          </p:nvPr>
        </p:nvSpPr>
        <p:spPr/>
        <p:txBody>
          <a:bodyPr>
            <a:normAutofit fontScale="90000"/>
          </a:bodyPr>
          <a:lstStyle/>
          <a:p>
            <a:r>
              <a:rPr lang="en-US" dirty="0"/>
              <a:t>URRA document decomposed </a:t>
            </a:r>
          </a:p>
        </p:txBody>
      </p:sp>
      <p:sp>
        <p:nvSpPr>
          <p:cNvPr id="5" name="Rectangle 4">
            <a:extLst>
              <a:ext uri="{FF2B5EF4-FFF2-40B4-BE49-F238E27FC236}">
                <a16:creationId xmlns:a16="http://schemas.microsoft.com/office/drawing/2014/main" id="{A3A82CC6-4225-D175-5150-67873DF67FE8}"/>
              </a:ext>
            </a:extLst>
          </p:cNvPr>
          <p:cNvSpPr/>
          <p:nvPr/>
        </p:nvSpPr>
        <p:spPr>
          <a:xfrm>
            <a:off x="458076" y="2209800"/>
            <a:ext cx="4118920" cy="457200"/>
          </a:xfrm>
          <a:prstGeom prst="rect">
            <a:avLst/>
          </a:prstGeom>
          <a:no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364370202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456E4F-278D-C150-2333-3A72278AE851}"/>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17</a:t>
            </a:fld>
            <a:endParaRPr lang="en-US" dirty="0"/>
          </a:p>
        </p:txBody>
      </p:sp>
      <p:sp>
        <p:nvSpPr>
          <p:cNvPr id="3" name="Content Placeholder 2">
            <a:extLst>
              <a:ext uri="{FF2B5EF4-FFF2-40B4-BE49-F238E27FC236}">
                <a16:creationId xmlns:a16="http://schemas.microsoft.com/office/drawing/2014/main" id="{B5F50A80-8013-607A-D4F9-47C74182FA04}"/>
              </a:ext>
            </a:extLst>
          </p:cNvPr>
          <p:cNvSpPr>
            <a:spLocks noGrp="1"/>
          </p:cNvSpPr>
          <p:nvPr>
            <p:ph sz="quarter" idx="11"/>
          </p:nvPr>
        </p:nvSpPr>
        <p:spPr>
          <a:xfrm>
            <a:off x="453080" y="1143000"/>
            <a:ext cx="7886700" cy="5486400"/>
          </a:xfrm>
        </p:spPr>
        <p:txBody>
          <a:bodyPr/>
          <a:lstStyle/>
          <a:p>
            <a:r>
              <a:rPr lang="en-US" sz="2400" dirty="0"/>
              <a:t>A short description of the specific action or goal that is required to be achieved by the user</a:t>
            </a:r>
          </a:p>
          <a:p>
            <a:r>
              <a:rPr lang="en-US" sz="2400" dirty="0"/>
              <a:t>Forms the basis for evaluating potential use errors</a:t>
            </a:r>
          </a:p>
          <a:p>
            <a:r>
              <a:rPr lang="en-US" sz="2400" dirty="0"/>
              <a:t>Terms you might also use: </a:t>
            </a:r>
          </a:p>
          <a:p>
            <a:pPr lvl="1"/>
            <a:r>
              <a:rPr lang="en-US" sz="2000" u="sng" dirty="0"/>
              <a:t>Sub-task</a:t>
            </a:r>
            <a:r>
              <a:rPr lang="en-US" sz="2000" dirty="0"/>
              <a:t>: Break down the broader task into its component actions. They are the smaller individual actions that collectively make up a task.</a:t>
            </a:r>
          </a:p>
          <a:p>
            <a:pPr lvl="1"/>
            <a:r>
              <a:rPr lang="en-US" sz="2000" u="sng" dirty="0"/>
              <a:t>Use-step:</a:t>
            </a:r>
            <a:r>
              <a:rPr lang="en-US" sz="2000" dirty="0"/>
              <a:t> Detailed, step-by-step actions or interactions that the user takes with the device. They are finer-grained than subtasks and provide explicit instructions or sequences.</a:t>
            </a:r>
            <a:br>
              <a:rPr lang="en-US" dirty="0"/>
            </a:br>
            <a:endParaRPr lang="en-US" dirty="0"/>
          </a:p>
        </p:txBody>
      </p:sp>
      <p:sp>
        <p:nvSpPr>
          <p:cNvPr id="4" name="Title 3">
            <a:extLst>
              <a:ext uri="{FF2B5EF4-FFF2-40B4-BE49-F238E27FC236}">
                <a16:creationId xmlns:a16="http://schemas.microsoft.com/office/drawing/2014/main" id="{B08BE892-4B90-37F2-611B-BA1AB14FBE5D}"/>
              </a:ext>
            </a:extLst>
          </p:cNvPr>
          <p:cNvSpPr>
            <a:spLocks noGrp="1"/>
          </p:cNvSpPr>
          <p:nvPr>
            <p:ph type="title"/>
          </p:nvPr>
        </p:nvSpPr>
        <p:spPr>
          <a:xfrm>
            <a:off x="453080" y="381000"/>
            <a:ext cx="7886700" cy="533400"/>
          </a:xfrm>
        </p:spPr>
        <p:txBody>
          <a:bodyPr>
            <a:normAutofit fontScale="90000"/>
          </a:bodyPr>
          <a:lstStyle/>
          <a:p>
            <a:r>
              <a:rPr lang="en-US"/>
              <a:t>Task description</a:t>
            </a:r>
            <a:endParaRPr lang="en-US" dirty="0"/>
          </a:p>
        </p:txBody>
      </p:sp>
    </p:spTree>
    <p:extLst>
      <p:ext uri="{BB962C8B-B14F-4D97-AF65-F5344CB8AC3E}">
        <p14:creationId xmlns:p14="http://schemas.microsoft.com/office/powerpoint/2010/main" val="2583134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456E4F-278D-C150-2333-3A72278AE851}"/>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18</a:t>
            </a:fld>
            <a:endParaRPr lang="en-US" dirty="0"/>
          </a:p>
        </p:txBody>
      </p:sp>
      <p:sp>
        <p:nvSpPr>
          <p:cNvPr id="3" name="Content Placeholder 2">
            <a:extLst>
              <a:ext uri="{FF2B5EF4-FFF2-40B4-BE49-F238E27FC236}">
                <a16:creationId xmlns:a16="http://schemas.microsoft.com/office/drawing/2014/main" id="{B5F50A80-8013-607A-D4F9-47C74182FA04}"/>
              </a:ext>
            </a:extLst>
          </p:cNvPr>
          <p:cNvSpPr>
            <a:spLocks noGrp="1"/>
          </p:cNvSpPr>
          <p:nvPr>
            <p:ph sz="quarter" idx="11"/>
          </p:nvPr>
        </p:nvSpPr>
        <p:spPr>
          <a:xfrm>
            <a:off x="453080" y="1143000"/>
            <a:ext cx="7886700" cy="5486400"/>
          </a:xfrm>
        </p:spPr>
        <p:txBody>
          <a:bodyPr/>
          <a:lstStyle/>
          <a:p>
            <a:r>
              <a:rPr lang="en-US" sz="2400" u="sng" dirty="0"/>
              <a:t>Device</a:t>
            </a:r>
            <a:r>
              <a:rPr lang="en-US" sz="2400" dirty="0"/>
              <a:t>: Infusion pump</a:t>
            </a:r>
          </a:p>
          <a:p>
            <a:r>
              <a:rPr lang="en-US" sz="2400" u="sng" dirty="0"/>
              <a:t>Task</a:t>
            </a:r>
            <a:r>
              <a:rPr lang="en-US" sz="2400" dirty="0"/>
              <a:t>: Deliver medication to patient</a:t>
            </a:r>
          </a:p>
          <a:p>
            <a:r>
              <a:rPr lang="en-US" sz="2400" u="sng" dirty="0"/>
              <a:t>Sub-tasks</a:t>
            </a:r>
            <a:r>
              <a:rPr lang="en-US" sz="2400" dirty="0"/>
              <a:t>:</a:t>
            </a:r>
          </a:p>
          <a:p>
            <a:pPr marL="906462" lvl="1" indent="-457200">
              <a:buFont typeface="+mj-lt"/>
              <a:buAutoNum type="arabicPeriod"/>
            </a:pPr>
            <a:r>
              <a:rPr lang="en-US" sz="2000" dirty="0"/>
              <a:t>Select the correct drug from the pump’s on-screen menu</a:t>
            </a:r>
          </a:p>
          <a:p>
            <a:pPr marL="906462" lvl="1" indent="-457200">
              <a:buFont typeface="+mj-lt"/>
              <a:buAutoNum type="arabicPeriod"/>
            </a:pPr>
            <a:r>
              <a:rPr lang="en-US" sz="2000" dirty="0"/>
              <a:t>Set the appropriate dosage</a:t>
            </a:r>
          </a:p>
          <a:p>
            <a:pPr marL="906462" lvl="1" indent="-457200">
              <a:buFont typeface="+mj-lt"/>
              <a:buAutoNum type="arabicPeriod"/>
            </a:pPr>
            <a:r>
              <a:rPr lang="en-US" sz="2000" dirty="0"/>
              <a:t>Set infusion rate</a:t>
            </a:r>
          </a:p>
          <a:p>
            <a:pPr marL="906462" lvl="1" indent="-457200">
              <a:buFont typeface="+mj-lt"/>
              <a:buAutoNum type="arabicPeriod"/>
            </a:pPr>
            <a:r>
              <a:rPr lang="en-US" sz="2000" dirty="0"/>
              <a:t>Start infusion</a:t>
            </a:r>
          </a:p>
          <a:p>
            <a:r>
              <a:rPr lang="en-US" sz="2400" u="sng" dirty="0"/>
              <a:t>Use steps</a:t>
            </a:r>
            <a:r>
              <a:rPr lang="en-US" sz="2400" dirty="0"/>
              <a:t> for sub-task 2 above:</a:t>
            </a:r>
          </a:p>
          <a:p>
            <a:pPr lvl="1"/>
            <a:r>
              <a:rPr lang="en-US" sz="2000" dirty="0"/>
              <a:t>Press the </a:t>
            </a:r>
            <a:r>
              <a:rPr lang="en-US" sz="2000" i="1" dirty="0"/>
              <a:t>Menu</a:t>
            </a:r>
            <a:r>
              <a:rPr lang="en-US" sz="2000" dirty="0"/>
              <a:t> button on home screen</a:t>
            </a:r>
          </a:p>
          <a:p>
            <a:pPr lvl="1"/>
            <a:r>
              <a:rPr lang="en-US" sz="2000" dirty="0"/>
              <a:t>Press </a:t>
            </a:r>
            <a:r>
              <a:rPr lang="en-US" sz="2000" i="1" dirty="0"/>
              <a:t>Dosage Settings</a:t>
            </a:r>
          </a:p>
          <a:p>
            <a:pPr lvl="1"/>
            <a:r>
              <a:rPr lang="en-US" sz="2000" dirty="0"/>
              <a:t>Enter the prescribed dose amount using keypad</a:t>
            </a:r>
          </a:p>
          <a:p>
            <a:pPr lvl="1"/>
            <a:r>
              <a:rPr lang="en-US" sz="2000" dirty="0"/>
              <a:t>Press </a:t>
            </a:r>
            <a:r>
              <a:rPr lang="en-US" sz="2000" i="1" dirty="0"/>
              <a:t>Enter</a:t>
            </a:r>
            <a:br>
              <a:rPr lang="en-US" sz="2000" dirty="0"/>
            </a:br>
            <a:endParaRPr lang="en-US" sz="2000" dirty="0"/>
          </a:p>
        </p:txBody>
      </p:sp>
      <p:sp>
        <p:nvSpPr>
          <p:cNvPr id="4" name="Title 3">
            <a:extLst>
              <a:ext uri="{FF2B5EF4-FFF2-40B4-BE49-F238E27FC236}">
                <a16:creationId xmlns:a16="http://schemas.microsoft.com/office/drawing/2014/main" id="{B08BE892-4B90-37F2-611B-BA1AB14FBE5D}"/>
              </a:ext>
            </a:extLst>
          </p:cNvPr>
          <p:cNvSpPr>
            <a:spLocks noGrp="1"/>
          </p:cNvSpPr>
          <p:nvPr>
            <p:ph type="title"/>
          </p:nvPr>
        </p:nvSpPr>
        <p:spPr>
          <a:xfrm>
            <a:off x="453080" y="381000"/>
            <a:ext cx="7886700" cy="533400"/>
          </a:xfrm>
        </p:spPr>
        <p:txBody>
          <a:bodyPr>
            <a:normAutofit fontScale="90000"/>
          </a:bodyPr>
          <a:lstStyle/>
          <a:p>
            <a:r>
              <a:rPr lang="en-US" dirty="0"/>
              <a:t>Task - Example # 1</a:t>
            </a:r>
          </a:p>
        </p:txBody>
      </p:sp>
      <p:pic>
        <p:nvPicPr>
          <p:cNvPr id="1026" name="Picture 2" descr="Baxter IQ Infusion Pump">
            <a:extLst>
              <a:ext uri="{FF2B5EF4-FFF2-40B4-BE49-F238E27FC236}">
                <a16:creationId xmlns:a16="http://schemas.microsoft.com/office/drawing/2014/main" id="{2690B7C8-05BD-B027-2F9C-52A1B7EEB49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533400"/>
            <a:ext cx="1937266" cy="1937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051793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456E4F-278D-C150-2333-3A72278AE851}"/>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19</a:t>
            </a:fld>
            <a:endParaRPr lang="en-US" dirty="0"/>
          </a:p>
        </p:txBody>
      </p:sp>
      <p:sp>
        <p:nvSpPr>
          <p:cNvPr id="3" name="Content Placeholder 2">
            <a:extLst>
              <a:ext uri="{FF2B5EF4-FFF2-40B4-BE49-F238E27FC236}">
                <a16:creationId xmlns:a16="http://schemas.microsoft.com/office/drawing/2014/main" id="{B5F50A80-8013-607A-D4F9-47C74182FA04}"/>
              </a:ext>
            </a:extLst>
          </p:cNvPr>
          <p:cNvSpPr>
            <a:spLocks noGrp="1"/>
          </p:cNvSpPr>
          <p:nvPr>
            <p:ph sz="quarter" idx="11"/>
          </p:nvPr>
        </p:nvSpPr>
        <p:spPr>
          <a:xfrm>
            <a:off x="453080" y="1143000"/>
            <a:ext cx="7886700" cy="5486400"/>
          </a:xfrm>
        </p:spPr>
        <p:txBody>
          <a:bodyPr/>
          <a:lstStyle/>
          <a:p>
            <a:r>
              <a:rPr lang="en-US" sz="2400" u="sng" dirty="0"/>
              <a:t>Device</a:t>
            </a:r>
            <a:r>
              <a:rPr lang="en-US" sz="2400" dirty="0"/>
              <a:t>: Pen-injector</a:t>
            </a:r>
          </a:p>
          <a:p>
            <a:r>
              <a:rPr lang="en-US" sz="2400" u="sng" dirty="0"/>
              <a:t>Task</a:t>
            </a:r>
            <a:r>
              <a:rPr lang="en-US" sz="2400" dirty="0"/>
              <a:t>: Inject medication to self</a:t>
            </a:r>
          </a:p>
          <a:p>
            <a:r>
              <a:rPr lang="en-US" sz="2400" u="sng" dirty="0"/>
              <a:t>Sub-tasks</a:t>
            </a:r>
            <a:r>
              <a:rPr lang="en-US" sz="2400" dirty="0"/>
              <a:t>:</a:t>
            </a:r>
          </a:p>
          <a:p>
            <a:pPr marL="906462" lvl="1" indent="-457200">
              <a:buFont typeface="+mj-lt"/>
              <a:buAutoNum type="arabicPeriod"/>
            </a:pPr>
            <a:r>
              <a:rPr lang="en-US" sz="2000" dirty="0"/>
              <a:t>Inspect drug for expiration </a:t>
            </a:r>
          </a:p>
          <a:p>
            <a:pPr marL="906462" lvl="1" indent="-457200">
              <a:buFont typeface="+mj-lt"/>
              <a:buAutoNum type="arabicPeriod"/>
            </a:pPr>
            <a:r>
              <a:rPr lang="en-US" sz="2000" dirty="0"/>
              <a:t>Dial dose to correct amount</a:t>
            </a:r>
          </a:p>
          <a:p>
            <a:pPr marL="906462" lvl="1" indent="-457200">
              <a:buFont typeface="+mj-lt"/>
              <a:buAutoNum type="arabicPeriod"/>
            </a:pPr>
            <a:r>
              <a:rPr lang="en-US" sz="2000" dirty="0"/>
              <a:t>Inject into correct location on skin</a:t>
            </a:r>
          </a:p>
          <a:p>
            <a:pPr marL="906462" lvl="1" indent="-457200">
              <a:buFont typeface="+mj-lt"/>
              <a:buAutoNum type="arabicPeriod"/>
            </a:pPr>
            <a:r>
              <a:rPr lang="en-US" sz="2000" dirty="0"/>
              <a:t>Press knob till fully depressed</a:t>
            </a:r>
          </a:p>
          <a:p>
            <a:pPr marL="906462" lvl="1" indent="-457200">
              <a:buFont typeface="+mj-lt"/>
              <a:buAutoNum type="arabicPeriod"/>
            </a:pPr>
            <a:r>
              <a:rPr lang="en-US" sz="2000" dirty="0"/>
              <a:t>Hold for 5 seconds</a:t>
            </a:r>
          </a:p>
          <a:p>
            <a:r>
              <a:rPr lang="en-US" sz="2400" u="sng" dirty="0"/>
              <a:t>Use steps </a:t>
            </a:r>
            <a:r>
              <a:rPr lang="en-US" sz="2400" dirty="0"/>
              <a:t>for sub-task 1 above:</a:t>
            </a:r>
          </a:p>
          <a:p>
            <a:pPr lvl="1"/>
            <a:r>
              <a:rPr lang="en-US" sz="2000" dirty="0">
                <a:solidFill>
                  <a:srgbClr val="FF0000"/>
                </a:solidFill>
              </a:rPr>
              <a:t>Is there any more granularity needed than the above?</a:t>
            </a:r>
            <a:br>
              <a:rPr lang="en-US" sz="2000" dirty="0"/>
            </a:br>
            <a:endParaRPr lang="en-US" sz="2000" dirty="0"/>
          </a:p>
        </p:txBody>
      </p:sp>
      <p:sp>
        <p:nvSpPr>
          <p:cNvPr id="4" name="Title 3">
            <a:extLst>
              <a:ext uri="{FF2B5EF4-FFF2-40B4-BE49-F238E27FC236}">
                <a16:creationId xmlns:a16="http://schemas.microsoft.com/office/drawing/2014/main" id="{B08BE892-4B90-37F2-611B-BA1AB14FBE5D}"/>
              </a:ext>
            </a:extLst>
          </p:cNvPr>
          <p:cNvSpPr>
            <a:spLocks noGrp="1"/>
          </p:cNvSpPr>
          <p:nvPr>
            <p:ph type="title"/>
          </p:nvPr>
        </p:nvSpPr>
        <p:spPr>
          <a:xfrm>
            <a:off x="453080" y="381000"/>
            <a:ext cx="7886700" cy="533400"/>
          </a:xfrm>
        </p:spPr>
        <p:txBody>
          <a:bodyPr>
            <a:normAutofit fontScale="90000"/>
          </a:bodyPr>
          <a:lstStyle/>
          <a:p>
            <a:r>
              <a:rPr lang="en-US" dirty="0"/>
              <a:t>Task - Example # 2</a:t>
            </a:r>
          </a:p>
        </p:txBody>
      </p:sp>
      <p:cxnSp>
        <p:nvCxnSpPr>
          <p:cNvPr id="8" name="Straight Arrow Connector 7">
            <a:extLst>
              <a:ext uri="{FF2B5EF4-FFF2-40B4-BE49-F238E27FC236}">
                <a16:creationId xmlns:a16="http://schemas.microsoft.com/office/drawing/2014/main" id="{F48B567C-FA9C-2A3A-8CF3-F41536898864}"/>
              </a:ext>
            </a:extLst>
          </p:cNvPr>
          <p:cNvCxnSpPr>
            <a:cxnSpLocks/>
          </p:cNvCxnSpPr>
          <p:nvPr/>
        </p:nvCxnSpPr>
        <p:spPr>
          <a:xfrm flipH="1">
            <a:off x="4572000" y="2743200"/>
            <a:ext cx="1752600" cy="0"/>
          </a:xfrm>
          <a:prstGeom prst="straightConnector1">
            <a:avLst/>
          </a:prstGeom>
          <a:noFill/>
          <a:ln w="25400" cap="flat">
            <a:solidFill>
              <a:srgbClr val="FF0000"/>
            </a:solidFill>
            <a:prstDash val="solid"/>
            <a:bevel/>
            <a:tailEnd type="triangle"/>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2D6B4B5F-9000-1EC6-8FE5-37DA8927A1A9}"/>
              </a:ext>
            </a:extLst>
          </p:cNvPr>
          <p:cNvSpPr txBox="1"/>
          <p:nvPr/>
        </p:nvSpPr>
        <p:spPr>
          <a:xfrm>
            <a:off x="6477000" y="2514600"/>
            <a:ext cx="1862780" cy="6463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FF0000"/>
                </a:solidFill>
                <a:effectLst/>
                <a:uFillTx/>
                <a:latin typeface="Arial"/>
                <a:ea typeface="Arial"/>
                <a:cs typeface="Arial"/>
                <a:sym typeface="Arial"/>
              </a:rPr>
              <a:t>Wait, should this be a task?</a:t>
            </a:r>
          </a:p>
        </p:txBody>
      </p:sp>
      <p:sp>
        <p:nvSpPr>
          <p:cNvPr id="10" name="TextBox 9">
            <a:extLst>
              <a:ext uri="{FF2B5EF4-FFF2-40B4-BE49-F238E27FC236}">
                <a16:creationId xmlns:a16="http://schemas.microsoft.com/office/drawing/2014/main" id="{5B45AA0B-EE4D-9E1F-E4A7-BE977560FE4E}"/>
              </a:ext>
            </a:extLst>
          </p:cNvPr>
          <p:cNvSpPr txBox="1"/>
          <p:nvPr/>
        </p:nvSpPr>
        <p:spPr>
          <a:xfrm>
            <a:off x="685800" y="5409224"/>
            <a:ext cx="7696200" cy="109260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Arial"/>
                <a:ea typeface="Arial"/>
                <a:cs typeface="Arial"/>
                <a:sym typeface="Arial"/>
              </a:rPr>
              <a:t>There often isn’t one “right” way of defining tasks vs subtasks vs use-steps, often requires judgement. </a:t>
            </a:r>
          </a:p>
          <a:p>
            <a:pPr marL="0" marR="0" indent="0" algn="l" defTabSz="914400" rtl="0" fontAlgn="auto" latinLnBrk="1" hangingPunct="0">
              <a:lnSpc>
                <a:spcPct val="100000"/>
              </a:lnSpc>
              <a:spcBef>
                <a:spcPts val="0"/>
              </a:spcBef>
              <a:spcAft>
                <a:spcPts val="0"/>
              </a:spcAft>
              <a:buClrTx/>
              <a:buSzTx/>
              <a:buFontTx/>
              <a:buNone/>
              <a:tabLst/>
            </a:pPr>
            <a:endParaRPr lang="en-US" sz="1050" dirty="0">
              <a:solidFill>
                <a:srgbClr val="000000"/>
              </a:solidFill>
            </a:endParaRPr>
          </a:p>
          <a:p>
            <a:pPr marL="0" marR="0" indent="0" algn="l" defTabSz="9144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Arial"/>
                <a:ea typeface="Arial"/>
                <a:cs typeface="Arial"/>
                <a:sym typeface="Arial"/>
              </a:rPr>
              <a:t>What’s important is tha</a:t>
            </a:r>
            <a:r>
              <a:rPr lang="en-US" dirty="0">
                <a:solidFill>
                  <a:srgbClr val="000000"/>
                </a:solidFill>
              </a:rPr>
              <a:t>t your analysis is comprehensive and consistent </a:t>
            </a:r>
            <a:endParaRPr kumimoji="0" lang="en-US" sz="1800" b="0" i="0" u="none" strike="noStrike" cap="none" spc="0" normalizeH="0" baseline="0" dirty="0">
              <a:ln>
                <a:noFill/>
              </a:ln>
              <a:solidFill>
                <a:srgbClr val="000000"/>
              </a:solidFill>
              <a:effectLst/>
              <a:uFillTx/>
              <a:latin typeface="Arial"/>
              <a:ea typeface="Arial"/>
              <a:cs typeface="Arial"/>
              <a:sym typeface="Arial"/>
            </a:endParaRPr>
          </a:p>
        </p:txBody>
      </p:sp>
      <p:pic>
        <p:nvPicPr>
          <p:cNvPr id="5" name="Picture 2" descr="Lilly's Insulin Lispro Injection (100 units/mL) | Lower List-Priced Insulin">
            <a:extLst>
              <a:ext uri="{FF2B5EF4-FFF2-40B4-BE49-F238E27FC236}">
                <a16:creationId xmlns:a16="http://schemas.microsoft.com/office/drawing/2014/main" id="{F12B4F5E-BE6E-C621-2287-E641627334D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9814" y="380345"/>
            <a:ext cx="3011106" cy="1468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823111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1E214F-CF3D-41A2-BC84-1F84243C4C22}"/>
              </a:ext>
            </a:extLst>
          </p:cNvPr>
          <p:cNvSpPr>
            <a:spLocks noGrp="1"/>
          </p:cNvSpPr>
          <p:nvPr>
            <p:ph type="sldNum" sz="quarter" idx="10"/>
          </p:nvPr>
        </p:nvSpPr>
        <p:spPr/>
        <p:txBody>
          <a:bodyPr/>
          <a:lstStyle/>
          <a:p>
            <a:fld id="{86CB4B4D-7CA3-9044-876B-883B54F8677D}" type="slidenum">
              <a:rPr lang="en-US" smtClean="0"/>
              <a:pPr/>
              <a:t>20</a:t>
            </a:fld>
            <a:endParaRPr lang="en-US" dirty="0"/>
          </a:p>
        </p:txBody>
      </p:sp>
      <p:sp>
        <p:nvSpPr>
          <p:cNvPr id="3" name="Content Placeholder 2">
            <a:extLst>
              <a:ext uri="{FF2B5EF4-FFF2-40B4-BE49-F238E27FC236}">
                <a16:creationId xmlns:a16="http://schemas.microsoft.com/office/drawing/2014/main" id="{C312C2B0-3EE9-06DC-7641-78CD8A55FEBE}"/>
              </a:ext>
            </a:extLst>
          </p:cNvPr>
          <p:cNvSpPr>
            <a:spLocks noGrp="1"/>
          </p:cNvSpPr>
          <p:nvPr>
            <p:ph sz="quarter" idx="11"/>
          </p:nvPr>
        </p:nvSpPr>
        <p:spPr/>
        <p:txBody>
          <a:bodyPr/>
          <a:lstStyle/>
          <a:p>
            <a:pPr marL="117475" indent="0">
              <a:buNone/>
            </a:pPr>
            <a:r>
              <a:rPr lang="en-US" dirty="0"/>
              <a:t>A URRA needs to contain the following:</a:t>
            </a:r>
          </a:p>
          <a:p>
            <a:r>
              <a:rPr lang="en-US" dirty="0"/>
              <a:t>Reference number</a:t>
            </a:r>
          </a:p>
          <a:p>
            <a:r>
              <a:rPr lang="en-US" dirty="0"/>
              <a:t>Task description</a:t>
            </a:r>
          </a:p>
          <a:p>
            <a:r>
              <a:rPr lang="en-US" dirty="0"/>
              <a:t>Potential use errors</a:t>
            </a:r>
          </a:p>
          <a:p>
            <a:r>
              <a:rPr lang="en-US" dirty="0"/>
              <a:t>Potential hazards and harms</a:t>
            </a:r>
          </a:p>
          <a:p>
            <a:r>
              <a:rPr lang="en-US" dirty="0"/>
              <a:t>Severity of harm</a:t>
            </a:r>
          </a:p>
          <a:p>
            <a:r>
              <a:rPr lang="en-US" dirty="0"/>
              <a:t>Critical task (yes or no)</a:t>
            </a:r>
          </a:p>
          <a:p>
            <a:r>
              <a:rPr lang="en-US" dirty="0"/>
              <a:t>Risk mitigations</a:t>
            </a:r>
          </a:p>
          <a:p>
            <a:r>
              <a:rPr lang="en-US" dirty="0"/>
              <a:t>Reference to validation of risk mitigation effectiveness </a:t>
            </a:r>
          </a:p>
        </p:txBody>
      </p:sp>
      <p:sp>
        <p:nvSpPr>
          <p:cNvPr id="4" name="Title 3">
            <a:extLst>
              <a:ext uri="{FF2B5EF4-FFF2-40B4-BE49-F238E27FC236}">
                <a16:creationId xmlns:a16="http://schemas.microsoft.com/office/drawing/2014/main" id="{8BEB9570-4619-1F0D-336C-BE58C242B9F4}"/>
              </a:ext>
            </a:extLst>
          </p:cNvPr>
          <p:cNvSpPr>
            <a:spLocks noGrp="1"/>
          </p:cNvSpPr>
          <p:nvPr>
            <p:ph type="title"/>
          </p:nvPr>
        </p:nvSpPr>
        <p:spPr/>
        <p:txBody>
          <a:bodyPr>
            <a:normAutofit fontScale="90000"/>
          </a:bodyPr>
          <a:lstStyle/>
          <a:p>
            <a:r>
              <a:rPr lang="en-US" dirty="0"/>
              <a:t>URRA document decomposed </a:t>
            </a:r>
          </a:p>
        </p:txBody>
      </p:sp>
      <p:sp>
        <p:nvSpPr>
          <p:cNvPr id="5" name="Rectangle 4">
            <a:extLst>
              <a:ext uri="{FF2B5EF4-FFF2-40B4-BE49-F238E27FC236}">
                <a16:creationId xmlns:a16="http://schemas.microsoft.com/office/drawing/2014/main" id="{A3A82CC6-4225-D175-5150-67873DF67FE8}"/>
              </a:ext>
            </a:extLst>
          </p:cNvPr>
          <p:cNvSpPr/>
          <p:nvPr/>
        </p:nvSpPr>
        <p:spPr>
          <a:xfrm>
            <a:off x="468070" y="2743200"/>
            <a:ext cx="4118920" cy="457200"/>
          </a:xfrm>
          <a:prstGeom prst="rect">
            <a:avLst/>
          </a:prstGeom>
          <a:no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247630219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374C4-2422-287E-6330-AA6764D35540}"/>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21</a:t>
            </a:fld>
            <a:endParaRPr lang="en-US" dirty="0"/>
          </a:p>
        </p:txBody>
      </p:sp>
      <p:sp>
        <p:nvSpPr>
          <p:cNvPr id="3" name="Content Placeholder 2">
            <a:extLst>
              <a:ext uri="{FF2B5EF4-FFF2-40B4-BE49-F238E27FC236}">
                <a16:creationId xmlns:a16="http://schemas.microsoft.com/office/drawing/2014/main" id="{AA514C80-CC5B-3C6F-874E-7B93F9D97E0A}"/>
              </a:ext>
            </a:extLst>
          </p:cNvPr>
          <p:cNvSpPr>
            <a:spLocks noGrp="1"/>
          </p:cNvSpPr>
          <p:nvPr>
            <p:ph sz="quarter" idx="11"/>
          </p:nvPr>
        </p:nvSpPr>
        <p:spPr>
          <a:xfrm>
            <a:off x="452438" y="1143000"/>
            <a:ext cx="7886700" cy="5486400"/>
          </a:xfrm>
        </p:spPr>
        <p:txBody>
          <a:bodyPr/>
          <a:lstStyle/>
          <a:p>
            <a:r>
              <a:rPr lang="en-US" u="sng" dirty="0"/>
              <a:t>FDA definition:</a:t>
            </a:r>
            <a:r>
              <a:rPr lang="en-US" dirty="0"/>
              <a:t> User action or lack of action that was different from that expected by the manufacturer and caused a result that:</a:t>
            </a:r>
          </a:p>
          <a:p>
            <a:pPr lvl="1"/>
            <a:r>
              <a:rPr lang="en-US" dirty="0"/>
              <a:t>(1) was different from the result expected by the user and </a:t>
            </a:r>
          </a:p>
          <a:p>
            <a:pPr lvl="1"/>
            <a:r>
              <a:rPr lang="en-US" dirty="0"/>
              <a:t>(2) was not caused solely by device failure and</a:t>
            </a:r>
          </a:p>
          <a:p>
            <a:pPr lvl="1"/>
            <a:r>
              <a:rPr lang="en-US" dirty="0"/>
              <a:t>(3) did or could result in harm </a:t>
            </a:r>
          </a:p>
        </p:txBody>
      </p:sp>
      <p:sp>
        <p:nvSpPr>
          <p:cNvPr id="4" name="Title 3">
            <a:extLst>
              <a:ext uri="{FF2B5EF4-FFF2-40B4-BE49-F238E27FC236}">
                <a16:creationId xmlns:a16="http://schemas.microsoft.com/office/drawing/2014/main" id="{079B8E92-0E07-BD36-526A-1111CC71FEAD}"/>
              </a:ext>
            </a:extLst>
          </p:cNvPr>
          <p:cNvSpPr>
            <a:spLocks noGrp="1"/>
          </p:cNvSpPr>
          <p:nvPr>
            <p:ph type="title"/>
          </p:nvPr>
        </p:nvSpPr>
        <p:spPr>
          <a:xfrm>
            <a:off x="453080" y="381000"/>
            <a:ext cx="7886700" cy="533400"/>
          </a:xfrm>
        </p:spPr>
        <p:txBody>
          <a:bodyPr>
            <a:normAutofit fontScale="90000"/>
          </a:bodyPr>
          <a:lstStyle/>
          <a:p>
            <a:r>
              <a:rPr lang="en-US" dirty="0"/>
              <a:t>Potential use errors</a:t>
            </a:r>
          </a:p>
        </p:txBody>
      </p:sp>
    </p:spTree>
    <p:extLst>
      <p:ext uri="{BB962C8B-B14F-4D97-AF65-F5344CB8AC3E}">
        <p14:creationId xmlns:p14="http://schemas.microsoft.com/office/powerpoint/2010/main" val="407712373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138B92-6964-7139-CF88-50D6643A769D}"/>
              </a:ext>
            </a:extLst>
          </p:cNvPr>
          <p:cNvSpPr>
            <a:spLocks noGrp="1"/>
          </p:cNvSpPr>
          <p:nvPr>
            <p:ph type="sldNum" sz="quarter" idx="10"/>
          </p:nvPr>
        </p:nvSpPr>
        <p:spPr/>
        <p:txBody>
          <a:bodyPr/>
          <a:lstStyle/>
          <a:p>
            <a:fld id="{86CB4B4D-7CA3-9044-876B-883B54F8677D}" type="slidenum">
              <a:rPr lang="en-US" smtClean="0"/>
              <a:pPr/>
              <a:t>22</a:t>
            </a:fld>
            <a:endParaRPr lang="en-US" dirty="0"/>
          </a:p>
        </p:txBody>
      </p:sp>
      <p:sp>
        <p:nvSpPr>
          <p:cNvPr id="4" name="Title 3">
            <a:extLst>
              <a:ext uri="{FF2B5EF4-FFF2-40B4-BE49-F238E27FC236}">
                <a16:creationId xmlns:a16="http://schemas.microsoft.com/office/drawing/2014/main" id="{BD4E6925-3841-6C28-4AA2-5358D283B613}"/>
              </a:ext>
            </a:extLst>
          </p:cNvPr>
          <p:cNvSpPr>
            <a:spLocks noGrp="1"/>
          </p:cNvSpPr>
          <p:nvPr>
            <p:ph type="title"/>
          </p:nvPr>
        </p:nvSpPr>
        <p:spPr/>
        <p:txBody>
          <a:bodyPr>
            <a:normAutofit fontScale="90000"/>
          </a:bodyPr>
          <a:lstStyle/>
          <a:p>
            <a:r>
              <a:rPr lang="en-US" dirty="0"/>
              <a:t>Identifying potential use errors?</a:t>
            </a:r>
          </a:p>
        </p:txBody>
      </p:sp>
      <p:graphicFrame>
        <p:nvGraphicFramePr>
          <p:cNvPr id="7" name="Diagram 6">
            <a:extLst>
              <a:ext uri="{FF2B5EF4-FFF2-40B4-BE49-F238E27FC236}">
                <a16:creationId xmlns:a16="http://schemas.microsoft.com/office/drawing/2014/main" id="{2649B7CE-998E-3F83-2DC5-5B617E713121}"/>
              </a:ext>
            </a:extLst>
          </p:cNvPr>
          <p:cNvGraphicFramePr/>
          <p:nvPr>
            <p:extLst>
              <p:ext uri="{D42A27DB-BD31-4B8C-83A1-F6EECF244321}">
                <p14:modId xmlns:p14="http://schemas.microsoft.com/office/powerpoint/2010/main" val="2898194770"/>
              </p:ext>
            </p:extLst>
          </p:nvPr>
        </p:nvGraphicFramePr>
        <p:xfrm>
          <a:off x="838200" y="1143000"/>
          <a:ext cx="7501580" cy="4724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4544482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DBE5B7-9D38-44ED-F2DB-7123CEB49379}"/>
              </a:ext>
            </a:extLst>
          </p:cNvPr>
          <p:cNvPicPr>
            <a:picLocks noChangeAspect="1"/>
          </p:cNvPicPr>
          <p:nvPr/>
        </p:nvPicPr>
        <p:blipFill>
          <a:blip r:embed="rId3"/>
          <a:stretch>
            <a:fillRect/>
          </a:stretch>
        </p:blipFill>
        <p:spPr>
          <a:xfrm>
            <a:off x="5740400" y="381000"/>
            <a:ext cx="3175000" cy="3175000"/>
          </a:xfrm>
          <a:prstGeom prst="rect">
            <a:avLst/>
          </a:prstGeom>
        </p:spPr>
      </p:pic>
      <p:sp>
        <p:nvSpPr>
          <p:cNvPr id="2" name="Slide Number Placeholder 1">
            <a:extLst>
              <a:ext uri="{FF2B5EF4-FFF2-40B4-BE49-F238E27FC236}">
                <a16:creationId xmlns:a16="http://schemas.microsoft.com/office/drawing/2014/main" id="{3915FC38-4EF4-E3F7-6374-21921BA3C5D0}"/>
              </a:ext>
            </a:extLst>
          </p:cNvPr>
          <p:cNvSpPr>
            <a:spLocks noGrp="1"/>
          </p:cNvSpPr>
          <p:nvPr>
            <p:ph type="sldNum" sz="quarter" idx="10"/>
          </p:nvPr>
        </p:nvSpPr>
        <p:spPr/>
        <p:txBody>
          <a:bodyPr/>
          <a:lstStyle/>
          <a:p>
            <a:fld id="{86CB4B4D-7CA3-9044-876B-883B54F8677D}" type="slidenum">
              <a:rPr lang="en-US" smtClean="0"/>
              <a:pPr/>
              <a:t>23</a:t>
            </a:fld>
            <a:endParaRPr lang="en-US" dirty="0"/>
          </a:p>
        </p:txBody>
      </p:sp>
      <p:sp>
        <p:nvSpPr>
          <p:cNvPr id="3" name="Content Placeholder 2">
            <a:extLst>
              <a:ext uri="{FF2B5EF4-FFF2-40B4-BE49-F238E27FC236}">
                <a16:creationId xmlns:a16="http://schemas.microsoft.com/office/drawing/2014/main" id="{4CD73CB7-6F14-CE00-49A1-AE0611901F6A}"/>
              </a:ext>
            </a:extLst>
          </p:cNvPr>
          <p:cNvSpPr>
            <a:spLocks noGrp="1"/>
          </p:cNvSpPr>
          <p:nvPr>
            <p:ph sz="quarter" idx="11"/>
          </p:nvPr>
        </p:nvSpPr>
        <p:spPr/>
        <p:txBody>
          <a:bodyPr/>
          <a:lstStyle/>
          <a:p>
            <a:pPr marL="117475" indent="0">
              <a:buNone/>
            </a:pPr>
            <a:r>
              <a:rPr lang="en-US" sz="2000" b="1" dirty="0"/>
              <a:t>Product: </a:t>
            </a:r>
            <a:r>
              <a:rPr lang="en-US" sz="2000" dirty="0"/>
              <a:t>Surgical Suction Device</a:t>
            </a:r>
          </a:p>
          <a:p>
            <a:pPr marL="117475" indent="0">
              <a:buNone/>
            </a:pPr>
            <a:r>
              <a:rPr lang="en-US" sz="2000" b="1" dirty="0"/>
              <a:t>Task: </a:t>
            </a:r>
            <a:r>
              <a:rPr lang="en-US" sz="2000" dirty="0"/>
              <a:t>Connect hose to canister</a:t>
            </a:r>
          </a:p>
          <a:p>
            <a:pPr marL="117475" indent="0">
              <a:buNone/>
            </a:pPr>
            <a:endParaRPr lang="en-US" sz="2000" dirty="0"/>
          </a:p>
          <a:p>
            <a:pPr marL="117475" indent="0">
              <a:buNone/>
            </a:pPr>
            <a:r>
              <a:rPr lang="en-US" sz="2000" dirty="0"/>
              <a:t>Task Analysis:</a:t>
            </a:r>
          </a:p>
          <a:p>
            <a:r>
              <a:rPr lang="en-US" sz="2000" dirty="0"/>
              <a:t>Sub-task 1: Select correct hose</a:t>
            </a:r>
          </a:p>
          <a:p>
            <a:pPr lvl="1"/>
            <a:r>
              <a:rPr lang="en-US" sz="1800" dirty="0"/>
              <a:t>Potential use errors:</a:t>
            </a:r>
          </a:p>
          <a:p>
            <a:pPr lvl="2"/>
            <a:r>
              <a:rPr lang="en-US" sz="1800" dirty="0"/>
              <a:t>User selects wrong hose </a:t>
            </a:r>
          </a:p>
          <a:p>
            <a:endParaRPr lang="en-US" sz="2000" dirty="0"/>
          </a:p>
          <a:p>
            <a:r>
              <a:rPr lang="en-US" sz="2000" dirty="0"/>
              <a:t>Sub-task 2: Slide blue tip of hose onto canister’s inflow connector completely</a:t>
            </a:r>
          </a:p>
          <a:p>
            <a:pPr lvl="1"/>
            <a:r>
              <a:rPr lang="en-US" sz="1800" dirty="0"/>
              <a:t>Potential use errors:</a:t>
            </a:r>
          </a:p>
          <a:p>
            <a:pPr lvl="2"/>
            <a:r>
              <a:rPr lang="en-US" sz="1800" dirty="0"/>
              <a:t>Does not attach hose at all</a:t>
            </a:r>
          </a:p>
          <a:p>
            <a:pPr lvl="2"/>
            <a:r>
              <a:rPr lang="en-US" sz="1800" dirty="0"/>
              <a:t>User does not fully slide hose onto connector (poor connection)</a:t>
            </a:r>
          </a:p>
          <a:p>
            <a:pPr lvl="2"/>
            <a:r>
              <a:rPr lang="en-US" sz="1800" dirty="0"/>
              <a:t>User attaches hose to canister’s outflow connector</a:t>
            </a:r>
          </a:p>
          <a:p>
            <a:pPr lvl="1"/>
            <a:endParaRPr lang="en-US" dirty="0"/>
          </a:p>
          <a:p>
            <a:pPr lvl="1"/>
            <a:endParaRPr lang="en-US" dirty="0"/>
          </a:p>
        </p:txBody>
      </p:sp>
      <p:sp>
        <p:nvSpPr>
          <p:cNvPr id="4" name="Title 3">
            <a:extLst>
              <a:ext uri="{FF2B5EF4-FFF2-40B4-BE49-F238E27FC236}">
                <a16:creationId xmlns:a16="http://schemas.microsoft.com/office/drawing/2014/main" id="{0C202D62-8EA2-827F-63F7-9EE5499F1EFF}"/>
              </a:ext>
            </a:extLst>
          </p:cNvPr>
          <p:cNvSpPr>
            <a:spLocks noGrp="1"/>
          </p:cNvSpPr>
          <p:nvPr>
            <p:ph type="title"/>
          </p:nvPr>
        </p:nvSpPr>
        <p:spPr/>
        <p:txBody>
          <a:bodyPr>
            <a:normAutofit fontScale="90000"/>
          </a:bodyPr>
          <a:lstStyle/>
          <a:p>
            <a:r>
              <a:rPr lang="en-US" dirty="0"/>
              <a:t>Example</a:t>
            </a:r>
          </a:p>
        </p:txBody>
      </p:sp>
    </p:spTree>
    <p:extLst>
      <p:ext uri="{BB962C8B-B14F-4D97-AF65-F5344CB8AC3E}">
        <p14:creationId xmlns:p14="http://schemas.microsoft.com/office/powerpoint/2010/main" val="338846201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DBE5B7-9D38-44ED-F2DB-7123CEB49379}"/>
              </a:ext>
            </a:extLst>
          </p:cNvPr>
          <p:cNvPicPr>
            <a:picLocks noChangeAspect="1"/>
          </p:cNvPicPr>
          <p:nvPr/>
        </p:nvPicPr>
        <p:blipFill>
          <a:blip r:embed="rId3"/>
          <a:stretch>
            <a:fillRect/>
          </a:stretch>
        </p:blipFill>
        <p:spPr>
          <a:xfrm>
            <a:off x="5740400" y="381000"/>
            <a:ext cx="3175000" cy="3175000"/>
          </a:xfrm>
          <a:prstGeom prst="rect">
            <a:avLst/>
          </a:prstGeom>
        </p:spPr>
      </p:pic>
      <p:sp>
        <p:nvSpPr>
          <p:cNvPr id="2" name="Slide Number Placeholder 1">
            <a:extLst>
              <a:ext uri="{FF2B5EF4-FFF2-40B4-BE49-F238E27FC236}">
                <a16:creationId xmlns:a16="http://schemas.microsoft.com/office/drawing/2014/main" id="{3915FC38-4EF4-E3F7-6374-21921BA3C5D0}"/>
              </a:ext>
            </a:extLst>
          </p:cNvPr>
          <p:cNvSpPr>
            <a:spLocks noGrp="1"/>
          </p:cNvSpPr>
          <p:nvPr>
            <p:ph type="sldNum" sz="quarter" idx="10"/>
          </p:nvPr>
        </p:nvSpPr>
        <p:spPr/>
        <p:txBody>
          <a:bodyPr/>
          <a:lstStyle/>
          <a:p>
            <a:fld id="{86CB4B4D-7CA3-9044-876B-883B54F8677D}" type="slidenum">
              <a:rPr lang="en-US" smtClean="0"/>
              <a:pPr/>
              <a:t>24</a:t>
            </a:fld>
            <a:endParaRPr lang="en-US" dirty="0"/>
          </a:p>
        </p:txBody>
      </p:sp>
      <p:sp>
        <p:nvSpPr>
          <p:cNvPr id="3" name="Content Placeholder 2">
            <a:extLst>
              <a:ext uri="{FF2B5EF4-FFF2-40B4-BE49-F238E27FC236}">
                <a16:creationId xmlns:a16="http://schemas.microsoft.com/office/drawing/2014/main" id="{4CD73CB7-6F14-CE00-49A1-AE0611901F6A}"/>
              </a:ext>
            </a:extLst>
          </p:cNvPr>
          <p:cNvSpPr>
            <a:spLocks noGrp="1"/>
          </p:cNvSpPr>
          <p:nvPr>
            <p:ph sz="quarter" idx="11"/>
          </p:nvPr>
        </p:nvSpPr>
        <p:spPr>
          <a:xfrm>
            <a:off x="453080" y="1143000"/>
            <a:ext cx="5287320" cy="5486400"/>
          </a:xfrm>
        </p:spPr>
        <p:txBody>
          <a:bodyPr/>
          <a:lstStyle/>
          <a:p>
            <a:pPr marL="117475" indent="0">
              <a:buNone/>
            </a:pPr>
            <a:r>
              <a:rPr lang="en-US" sz="2000" b="1" dirty="0"/>
              <a:t>Product: </a:t>
            </a:r>
            <a:r>
              <a:rPr lang="en-US" sz="2000" dirty="0"/>
              <a:t>Surgical Suction Device</a:t>
            </a:r>
          </a:p>
          <a:p>
            <a:pPr marL="117475" indent="0">
              <a:buNone/>
            </a:pPr>
            <a:r>
              <a:rPr lang="en-US" sz="2000" b="1" dirty="0"/>
              <a:t>Task: </a:t>
            </a:r>
            <a:r>
              <a:rPr lang="en-US" sz="2000" dirty="0"/>
              <a:t>Connect hose to canister</a:t>
            </a:r>
          </a:p>
          <a:p>
            <a:pPr marL="117475" indent="0">
              <a:buNone/>
            </a:pPr>
            <a:endParaRPr lang="en-US" sz="2000" dirty="0"/>
          </a:p>
          <a:p>
            <a:pPr marL="117475" indent="0">
              <a:buNone/>
            </a:pPr>
            <a:r>
              <a:rPr lang="en-US" sz="2000" dirty="0"/>
              <a:t>BUT from post market surveillance data:</a:t>
            </a:r>
          </a:p>
          <a:p>
            <a:r>
              <a:rPr lang="en-US" sz="2000" dirty="0"/>
              <a:t>A case where a tech rubbed lubricant  onto the connecter to make it easier to connect hose </a:t>
            </a:r>
            <a:r>
              <a:rPr lang="en-US" sz="2000" dirty="0">
                <a:sym typeface="Wingdings" pitchFamily="2" charset="2"/>
              </a:rPr>
              <a:t> led to hose being pulled off during surgery</a:t>
            </a:r>
          </a:p>
          <a:p>
            <a:pPr lvl="1"/>
            <a:r>
              <a:rPr lang="en-US" sz="1600" dirty="0">
                <a:sym typeface="Wingdings" pitchFamily="2" charset="2"/>
              </a:rPr>
              <a:t>Use error: User lubricates</a:t>
            </a:r>
            <a:r>
              <a:rPr lang="en-US" sz="1600" dirty="0"/>
              <a:t> connectors</a:t>
            </a:r>
            <a:endParaRPr lang="en-US" sz="1400" dirty="0"/>
          </a:p>
          <a:p>
            <a:pPr lvl="1"/>
            <a:endParaRPr lang="en-US" dirty="0"/>
          </a:p>
          <a:p>
            <a:pPr lvl="1"/>
            <a:endParaRPr lang="en-US" dirty="0"/>
          </a:p>
        </p:txBody>
      </p:sp>
      <p:sp>
        <p:nvSpPr>
          <p:cNvPr id="4" name="Title 3">
            <a:extLst>
              <a:ext uri="{FF2B5EF4-FFF2-40B4-BE49-F238E27FC236}">
                <a16:creationId xmlns:a16="http://schemas.microsoft.com/office/drawing/2014/main" id="{0C202D62-8EA2-827F-63F7-9EE5499F1EFF}"/>
              </a:ext>
            </a:extLst>
          </p:cNvPr>
          <p:cNvSpPr>
            <a:spLocks noGrp="1"/>
          </p:cNvSpPr>
          <p:nvPr>
            <p:ph type="title"/>
          </p:nvPr>
        </p:nvSpPr>
        <p:spPr/>
        <p:txBody>
          <a:bodyPr>
            <a:normAutofit fontScale="90000"/>
          </a:bodyPr>
          <a:lstStyle/>
          <a:p>
            <a:r>
              <a:rPr lang="en-US" dirty="0"/>
              <a:t>Example</a:t>
            </a:r>
          </a:p>
        </p:txBody>
      </p:sp>
    </p:spTree>
    <p:extLst>
      <p:ext uri="{BB962C8B-B14F-4D97-AF65-F5344CB8AC3E}">
        <p14:creationId xmlns:p14="http://schemas.microsoft.com/office/powerpoint/2010/main" val="360189322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1E214F-CF3D-41A2-BC84-1F84243C4C22}"/>
              </a:ext>
            </a:extLst>
          </p:cNvPr>
          <p:cNvSpPr>
            <a:spLocks noGrp="1"/>
          </p:cNvSpPr>
          <p:nvPr>
            <p:ph type="sldNum" sz="quarter" idx="10"/>
          </p:nvPr>
        </p:nvSpPr>
        <p:spPr/>
        <p:txBody>
          <a:bodyPr/>
          <a:lstStyle/>
          <a:p>
            <a:fld id="{86CB4B4D-7CA3-9044-876B-883B54F8677D}" type="slidenum">
              <a:rPr lang="en-US" smtClean="0"/>
              <a:pPr/>
              <a:t>25</a:t>
            </a:fld>
            <a:endParaRPr lang="en-US" dirty="0"/>
          </a:p>
        </p:txBody>
      </p:sp>
      <p:sp>
        <p:nvSpPr>
          <p:cNvPr id="3" name="Content Placeholder 2">
            <a:extLst>
              <a:ext uri="{FF2B5EF4-FFF2-40B4-BE49-F238E27FC236}">
                <a16:creationId xmlns:a16="http://schemas.microsoft.com/office/drawing/2014/main" id="{C312C2B0-3EE9-06DC-7641-78CD8A55FEBE}"/>
              </a:ext>
            </a:extLst>
          </p:cNvPr>
          <p:cNvSpPr>
            <a:spLocks noGrp="1"/>
          </p:cNvSpPr>
          <p:nvPr>
            <p:ph sz="quarter" idx="11"/>
          </p:nvPr>
        </p:nvSpPr>
        <p:spPr/>
        <p:txBody>
          <a:bodyPr/>
          <a:lstStyle/>
          <a:p>
            <a:pPr marL="117475" indent="0">
              <a:buNone/>
            </a:pPr>
            <a:r>
              <a:rPr lang="en-US" dirty="0"/>
              <a:t>A URRA needs to contain the following:</a:t>
            </a:r>
          </a:p>
          <a:p>
            <a:r>
              <a:rPr lang="en-US" dirty="0"/>
              <a:t>Reference number</a:t>
            </a:r>
          </a:p>
          <a:p>
            <a:r>
              <a:rPr lang="en-US" dirty="0"/>
              <a:t>Task description</a:t>
            </a:r>
          </a:p>
          <a:p>
            <a:r>
              <a:rPr lang="en-US" dirty="0"/>
              <a:t>Potential use errors</a:t>
            </a:r>
          </a:p>
          <a:p>
            <a:r>
              <a:rPr lang="en-US" dirty="0"/>
              <a:t>Potential hazards and harms</a:t>
            </a:r>
          </a:p>
          <a:p>
            <a:r>
              <a:rPr lang="en-US" dirty="0"/>
              <a:t>Severity of harm</a:t>
            </a:r>
          </a:p>
          <a:p>
            <a:r>
              <a:rPr lang="en-US" dirty="0"/>
              <a:t>Critical task (yes or no)</a:t>
            </a:r>
          </a:p>
          <a:p>
            <a:r>
              <a:rPr lang="en-US" dirty="0"/>
              <a:t>Risk mitigations</a:t>
            </a:r>
          </a:p>
          <a:p>
            <a:r>
              <a:rPr lang="en-US" dirty="0"/>
              <a:t>Reference to validation of risk mitigation effectiveness </a:t>
            </a:r>
          </a:p>
        </p:txBody>
      </p:sp>
      <p:sp>
        <p:nvSpPr>
          <p:cNvPr id="4" name="Title 3">
            <a:extLst>
              <a:ext uri="{FF2B5EF4-FFF2-40B4-BE49-F238E27FC236}">
                <a16:creationId xmlns:a16="http://schemas.microsoft.com/office/drawing/2014/main" id="{8BEB9570-4619-1F0D-336C-BE58C242B9F4}"/>
              </a:ext>
            </a:extLst>
          </p:cNvPr>
          <p:cNvSpPr>
            <a:spLocks noGrp="1"/>
          </p:cNvSpPr>
          <p:nvPr>
            <p:ph type="title"/>
          </p:nvPr>
        </p:nvSpPr>
        <p:spPr/>
        <p:txBody>
          <a:bodyPr>
            <a:normAutofit fontScale="90000"/>
          </a:bodyPr>
          <a:lstStyle/>
          <a:p>
            <a:r>
              <a:rPr lang="en-US" dirty="0"/>
              <a:t>URRA document decomposed </a:t>
            </a:r>
          </a:p>
        </p:txBody>
      </p:sp>
      <p:sp>
        <p:nvSpPr>
          <p:cNvPr id="5" name="Rectangle 4">
            <a:extLst>
              <a:ext uri="{FF2B5EF4-FFF2-40B4-BE49-F238E27FC236}">
                <a16:creationId xmlns:a16="http://schemas.microsoft.com/office/drawing/2014/main" id="{A3A82CC6-4225-D175-5150-67873DF67FE8}"/>
              </a:ext>
            </a:extLst>
          </p:cNvPr>
          <p:cNvSpPr/>
          <p:nvPr/>
        </p:nvSpPr>
        <p:spPr>
          <a:xfrm>
            <a:off x="453080" y="3200400"/>
            <a:ext cx="5033320" cy="457200"/>
          </a:xfrm>
          <a:prstGeom prst="rect">
            <a:avLst/>
          </a:prstGeom>
          <a:no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420341735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BA5EC6-64C2-CCC8-1F7B-11F09A672C60}"/>
              </a:ext>
            </a:extLst>
          </p:cNvPr>
          <p:cNvSpPr>
            <a:spLocks noGrp="1"/>
          </p:cNvSpPr>
          <p:nvPr>
            <p:ph type="sldNum" sz="quarter" idx="10"/>
          </p:nvPr>
        </p:nvSpPr>
        <p:spPr/>
        <p:txBody>
          <a:bodyPr/>
          <a:lstStyle/>
          <a:p>
            <a:fld id="{86CB4B4D-7CA3-9044-876B-883B54F8677D}" type="slidenum">
              <a:rPr lang="en-US" smtClean="0"/>
              <a:pPr/>
              <a:t>26</a:t>
            </a:fld>
            <a:endParaRPr lang="en-US" dirty="0"/>
          </a:p>
        </p:txBody>
      </p:sp>
      <p:sp>
        <p:nvSpPr>
          <p:cNvPr id="3" name="Content Placeholder 2">
            <a:extLst>
              <a:ext uri="{FF2B5EF4-FFF2-40B4-BE49-F238E27FC236}">
                <a16:creationId xmlns:a16="http://schemas.microsoft.com/office/drawing/2014/main" id="{6692A3FD-57EA-AF82-AA53-1C11C88F50D3}"/>
              </a:ext>
            </a:extLst>
          </p:cNvPr>
          <p:cNvSpPr>
            <a:spLocks noGrp="1"/>
          </p:cNvSpPr>
          <p:nvPr>
            <p:ph sz="quarter" idx="11"/>
          </p:nvPr>
        </p:nvSpPr>
        <p:spPr>
          <a:xfrm>
            <a:off x="453080" y="1143000"/>
            <a:ext cx="8538520" cy="5486400"/>
          </a:xfrm>
        </p:spPr>
        <p:txBody>
          <a:bodyPr/>
          <a:lstStyle/>
          <a:p>
            <a:r>
              <a:rPr lang="en-US" sz="1800" b="1" dirty="0"/>
              <a:t>Task: Removing cap from pre-filled syringe</a:t>
            </a:r>
            <a:endParaRPr lang="en-US" sz="1800" dirty="0"/>
          </a:p>
          <a:p>
            <a:pPr lvl="1"/>
            <a:r>
              <a:rPr lang="en-US" sz="1800" dirty="0"/>
              <a:t>Hazard: Needle</a:t>
            </a:r>
          </a:p>
          <a:p>
            <a:pPr lvl="1"/>
            <a:r>
              <a:rPr lang="en-US" sz="1800" dirty="0"/>
              <a:t>Hazardous situation: Uncapped needle  </a:t>
            </a:r>
          </a:p>
          <a:p>
            <a:pPr lvl="1"/>
            <a:r>
              <a:rPr lang="en-US" sz="1800" dirty="0"/>
              <a:t>Harm: Needlestick</a:t>
            </a:r>
            <a:br>
              <a:rPr lang="en-US" sz="1800" dirty="0"/>
            </a:br>
            <a:endParaRPr lang="en-US" sz="1800" dirty="0"/>
          </a:p>
          <a:p>
            <a:r>
              <a:rPr lang="en-US" sz="1800" b="1" dirty="0"/>
              <a:t>Task: Cleaning reusable surgical equipment</a:t>
            </a:r>
            <a:endParaRPr lang="en-US" sz="1800" dirty="0"/>
          </a:p>
          <a:p>
            <a:pPr lvl="1"/>
            <a:r>
              <a:rPr lang="en-US" sz="1800" dirty="0"/>
              <a:t>Hazard: Pathogens </a:t>
            </a:r>
          </a:p>
          <a:p>
            <a:pPr lvl="1"/>
            <a:r>
              <a:rPr lang="en-US" sz="1800" dirty="0"/>
              <a:t>Hazardous situation: Incomplete surgical equipment disinfection </a:t>
            </a:r>
          </a:p>
          <a:p>
            <a:pPr lvl="1"/>
            <a:r>
              <a:rPr lang="en-US" sz="1800" dirty="0"/>
              <a:t>Harm: Infection</a:t>
            </a:r>
          </a:p>
          <a:p>
            <a:pPr lvl="1"/>
            <a:endParaRPr lang="en-US" sz="1800" dirty="0"/>
          </a:p>
          <a:p>
            <a:r>
              <a:rPr lang="en-US" sz="1800" b="1" dirty="0"/>
              <a:t>Task: Configuring ventilator</a:t>
            </a:r>
            <a:endParaRPr lang="en-US" sz="1800" dirty="0"/>
          </a:p>
          <a:p>
            <a:pPr lvl="1"/>
            <a:r>
              <a:rPr lang="en-US" sz="1800" dirty="0"/>
              <a:t>Hazard: Oxygen</a:t>
            </a:r>
          </a:p>
          <a:p>
            <a:pPr lvl="1"/>
            <a:r>
              <a:rPr lang="en-US" sz="1800" dirty="0"/>
              <a:t>Hazardous situation: Ventilator provides too much oxygen</a:t>
            </a:r>
          </a:p>
          <a:p>
            <a:pPr lvl="1"/>
            <a:r>
              <a:rPr lang="en-US" sz="1800" dirty="0"/>
              <a:t>Harm: Hyperoxia (oxygen toxicity) </a:t>
            </a:r>
          </a:p>
        </p:txBody>
      </p:sp>
      <p:sp>
        <p:nvSpPr>
          <p:cNvPr id="4" name="Title 3">
            <a:extLst>
              <a:ext uri="{FF2B5EF4-FFF2-40B4-BE49-F238E27FC236}">
                <a16:creationId xmlns:a16="http://schemas.microsoft.com/office/drawing/2014/main" id="{301DDE80-BB23-E80B-5A9E-25E9EB9C594E}"/>
              </a:ext>
            </a:extLst>
          </p:cNvPr>
          <p:cNvSpPr>
            <a:spLocks noGrp="1"/>
          </p:cNvSpPr>
          <p:nvPr>
            <p:ph type="title"/>
          </p:nvPr>
        </p:nvSpPr>
        <p:spPr/>
        <p:txBody>
          <a:bodyPr>
            <a:normAutofit fontScale="90000"/>
          </a:bodyPr>
          <a:lstStyle/>
          <a:p>
            <a:r>
              <a:rPr lang="en-US" dirty="0"/>
              <a:t>Potential hazards and harms</a:t>
            </a:r>
          </a:p>
        </p:txBody>
      </p:sp>
    </p:spTree>
    <p:extLst>
      <p:ext uri="{BB962C8B-B14F-4D97-AF65-F5344CB8AC3E}">
        <p14:creationId xmlns:p14="http://schemas.microsoft.com/office/powerpoint/2010/main" val="172496984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1E214F-CF3D-41A2-BC84-1F84243C4C22}"/>
              </a:ext>
            </a:extLst>
          </p:cNvPr>
          <p:cNvSpPr>
            <a:spLocks noGrp="1"/>
          </p:cNvSpPr>
          <p:nvPr>
            <p:ph type="sldNum" sz="quarter" idx="10"/>
          </p:nvPr>
        </p:nvSpPr>
        <p:spPr/>
        <p:txBody>
          <a:bodyPr/>
          <a:lstStyle/>
          <a:p>
            <a:fld id="{86CB4B4D-7CA3-9044-876B-883B54F8677D}" type="slidenum">
              <a:rPr lang="en-US" smtClean="0"/>
              <a:pPr/>
              <a:t>27</a:t>
            </a:fld>
            <a:endParaRPr lang="en-US" dirty="0"/>
          </a:p>
        </p:txBody>
      </p:sp>
      <p:sp>
        <p:nvSpPr>
          <p:cNvPr id="3" name="Content Placeholder 2">
            <a:extLst>
              <a:ext uri="{FF2B5EF4-FFF2-40B4-BE49-F238E27FC236}">
                <a16:creationId xmlns:a16="http://schemas.microsoft.com/office/drawing/2014/main" id="{C312C2B0-3EE9-06DC-7641-78CD8A55FEBE}"/>
              </a:ext>
            </a:extLst>
          </p:cNvPr>
          <p:cNvSpPr>
            <a:spLocks noGrp="1"/>
          </p:cNvSpPr>
          <p:nvPr>
            <p:ph sz="quarter" idx="11"/>
          </p:nvPr>
        </p:nvSpPr>
        <p:spPr/>
        <p:txBody>
          <a:bodyPr/>
          <a:lstStyle/>
          <a:p>
            <a:pPr marL="117475" indent="0">
              <a:buNone/>
            </a:pPr>
            <a:r>
              <a:rPr lang="en-US" dirty="0"/>
              <a:t>A URRA needs to contain the following:</a:t>
            </a:r>
          </a:p>
          <a:p>
            <a:r>
              <a:rPr lang="en-US" dirty="0"/>
              <a:t>Reference number</a:t>
            </a:r>
          </a:p>
          <a:p>
            <a:r>
              <a:rPr lang="en-US" dirty="0"/>
              <a:t>Task description</a:t>
            </a:r>
          </a:p>
          <a:p>
            <a:r>
              <a:rPr lang="en-US" dirty="0"/>
              <a:t>Potential use errors</a:t>
            </a:r>
          </a:p>
          <a:p>
            <a:r>
              <a:rPr lang="en-US" dirty="0"/>
              <a:t>Potential hazards and harms</a:t>
            </a:r>
          </a:p>
          <a:p>
            <a:r>
              <a:rPr lang="en-US" dirty="0"/>
              <a:t>Severity of harm</a:t>
            </a:r>
          </a:p>
          <a:p>
            <a:r>
              <a:rPr lang="en-US" dirty="0"/>
              <a:t>Critical task (yes or no)</a:t>
            </a:r>
          </a:p>
          <a:p>
            <a:r>
              <a:rPr lang="en-US" dirty="0"/>
              <a:t>Risk mitigations</a:t>
            </a:r>
          </a:p>
          <a:p>
            <a:r>
              <a:rPr lang="en-US" dirty="0"/>
              <a:t>Reference to validation of risk mitigation effectiveness </a:t>
            </a:r>
          </a:p>
        </p:txBody>
      </p:sp>
      <p:sp>
        <p:nvSpPr>
          <p:cNvPr id="4" name="Title 3">
            <a:extLst>
              <a:ext uri="{FF2B5EF4-FFF2-40B4-BE49-F238E27FC236}">
                <a16:creationId xmlns:a16="http://schemas.microsoft.com/office/drawing/2014/main" id="{8BEB9570-4619-1F0D-336C-BE58C242B9F4}"/>
              </a:ext>
            </a:extLst>
          </p:cNvPr>
          <p:cNvSpPr>
            <a:spLocks noGrp="1"/>
          </p:cNvSpPr>
          <p:nvPr>
            <p:ph type="title"/>
          </p:nvPr>
        </p:nvSpPr>
        <p:spPr/>
        <p:txBody>
          <a:bodyPr>
            <a:normAutofit fontScale="90000"/>
          </a:bodyPr>
          <a:lstStyle/>
          <a:p>
            <a:r>
              <a:rPr lang="en-US" dirty="0"/>
              <a:t>URRA document decomposed </a:t>
            </a:r>
          </a:p>
        </p:txBody>
      </p:sp>
      <p:sp>
        <p:nvSpPr>
          <p:cNvPr id="5" name="Rectangle 4">
            <a:extLst>
              <a:ext uri="{FF2B5EF4-FFF2-40B4-BE49-F238E27FC236}">
                <a16:creationId xmlns:a16="http://schemas.microsoft.com/office/drawing/2014/main" id="{A3A82CC6-4225-D175-5150-67873DF67FE8}"/>
              </a:ext>
            </a:extLst>
          </p:cNvPr>
          <p:cNvSpPr/>
          <p:nvPr/>
        </p:nvSpPr>
        <p:spPr>
          <a:xfrm>
            <a:off x="453080" y="3733800"/>
            <a:ext cx="4118920" cy="457200"/>
          </a:xfrm>
          <a:prstGeom prst="rect">
            <a:avLst/>
          </a:prstGeom>
          <a:no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77798114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7A3CDF-CD69-35D2-2926-51D6BF1CD7E6}"/>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28</a:t>
            </a:fld>
            <a:endParaRPr lang="en-US" dirty="0"/>
          </a:p>
        </p:txBody>
      </p:sp>
      <p:sp>
        <p:nvSpPr>
          <p:cNvPr id="3" name="Content Placeholder 2">
            <a:extLst>
              <a:ext uri="{FF2B5EF4-FFF2-40B4-BE49-F238E27FC236}">
                <a16:creationId xmlns:a16="http://schemas.microsoft.com/office/drawing/2014/main" id="{C8629A9D-C9CF-3334-F028-D6072135110F}"/>
              </a:ext>
            </a:extLst>
          </p:cNvPr>
          <p:cNvSpPr>
            <a:spLocks noGrp="1"/>
          </p:cNvSpPr>
          <p:nvPr>
            <p:ph sz="quarter" idx="11"/>
          </p:nvPr>
        </p:nvSpPr>
        <p:spPr>
          <a:xfrm>
            <a:off x="453080" y="1143000"/>
            <a:ext cx="7886700" cy="5486400"/>
          </a:xfrm>
        </p:spPr>
        <p:txBody>
          <a:bodyPr/>
          <a:lstStyle/>
          <a:p>
            <a:r>
              <a:rPr lang="en-US" sz="2400" dirty="0"/>
              <a:t>Potential degree of injury or negative health impact </a:t>
            </a:r>
          </a:p>
          <a:p>
            <a:r>
              <a:rPr lang="en-US" sz="2400" dirty="0"/>
              <a:t>Typically graded on a numerical scale on a 1-5 scale</a:t>
            </a:r>
          </a:p>
          <a:p>
            <a:r>
              <a:rPr lang="en-US" sz="2400" dirty="0"/>
              <a:t>Common example:</a:t>
            </a:r>
          </a:p>
          <a:p>
            <a:pPr lvl="1"/>
            <a:r>
              <a:rPr lang="en-US" sz="2000" dirty="0"/>
              <a:t>Severity 1 - Negligible: No injury or only a slight inconvenience.</a:t>
            </a:r>
          </a:p>
          <a:p>
            <a:pPr lvl="1"/>
            <a:r>
              <a:rPr lang="en-US" sz="2000" dirty="0"/>
              <a:t>Severity 2 - Minor: Temporary injury or impairment, not requiring professional medical intervention.</a:t>
            </a:r>
          </a:p>
          <a:p>
            <a:pPr lvl="1"/>
            <a:r>
              <a:rPr lang="en-US" sz="2000" dirty="0"/>
              <a:t>Severity 3 - Moderate: Temporary injury or impairment requiring professional medical intervention.</a:t>
            </a:r>
          </a:p>
          <a:p>
            <a:pPr lvl="1"/>
            <a:r>
              <a:rPr lang="en-US" sz="2000" dirty="0"/>
              <a:t>Severity 4 - Severe: Permanent impairment or injury that has a substantial impact on the patient's life.</a:t>
            </a:r>
          </a:p>
          <a:p>
            <a:pPr lvl="1"/>
            <a:r>
              <a:rPr lang="en-US" sz="2000" dirty="0"/>
              <a:t>Severity 5 - Catastrophic: Death or an injury leading to a long-term or permanent severe decrease in the patient's quality of life.</a:t>
            </a:r>
          </a:p>
          <a:p>
            <a:endParaRPr lang="en-US" dirty="0"/>
          </a:p>
        </p:txBody>
      </p:sp>
      <p:sp>
        <p:nvSpPr>
          <p:cNvPr id="4" name="Title 3">
            <a:extLst>
              <a:ext uri="{FF2B5EF4-FFF2-40B4-BE49-F238E27FC236}">
                <a16:creationId xmlns:a16="http://schemas.microsoft.com/office/drawing/2014/main" id="{4608094C-0E5F-2C19-E7FF-96442CDAB143}"/>
              </a:ext>
            </a:extLst>
          </p:cNvPr>
          <p:cNvSpPr>
            <a:spLocks noGrp="1"/>
          </p:cNvSpPr>
          <p:nvPr>
            <p:ph type="title"/>
          </p:nvPr>
        </p:nvSpPr>
        <p:spPr>
          <a:xfrm>
            <a:off x="453080" y="381000"/>
            <a:ext cx="7886700" cy="533400"/>
          </a:xfrm>
        </p:spPr>
        <p:txBody>
          <a:bodyPr>
            <a:normAutofit fontScale="90000"/>
          </a:bodyPr>
          <a:lstStyle/>
          <a:p>
            <a:r>
              <a:rPr lang="en-US" dirty="0"/>
              <a:t>Severity of harm</a:t>
            </a:r>
          </a:p>
        </p:txBody>
      </p:sp>
    </p:spTree>
    <p:extLst>
      <p:ext uri="{BB962C8B-B14F-4D97-AF65-F5344CB8AC3E}">
        <p14:creationId xmlns:p14="http://schemas.microsoft.com/office/powerpoint/2010/main" val="299579238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1E214F-CF3D-41A2-BC84-1F84243C4C22}"/>
              </a:ext>
            </a:extLst>
          </p:cNvPr>
          <p:cNvSpPr>
            <a:spLocks noGrp="1"/>
          </p:cNvSpPr>
          <p:nvPr>
            <p:ph type="sldNum" sz="quarter" idx="10"/>
          </p:nvPr>
        </p:nvSpPr>
        <p:spPr/>
        <p:txBody>
          <a:bodyPr/>
          <a:lstStyle/>
          <a:p>
            <a:fld id="{86CB4B4D-7CA3-9044-876B-883B54F8677D}" type="slidenum">
              <a:rPr lang="en-US" smtClean="0"/>
              <a:pPr/>
              <a:t>29</a:t>
            </a:fld>
            <a:endParaRPr lang="en-US" dirty="0"/>
          </a:p>
        </p:txBody>
      </p:sp>
      <p:sp>
        <p:nvSpPr>
          <p:cNvPr id="3" name="Content Placeholder 2">
            <a:extLst>
              <a:ext uri="{FF2B5EF4-FFF2-40B4-BE49-F238E27FC236}">
                <a16:creationId xmlns:a16="http://schemas.microsoft.com/office/drawing/2014/main" id="{C312C2B0-3EE9-06DC-7641-78CD8A55FEBE}"/>
              </a:ext>
            </a:extLst>
          </p:cNvPr>
          <p:cNvSpPr>
            <a:spLocks noGrp="1"/>
          </p:cNvSpPr>
          <p:nvPr>
            <p:ph sz="quarter" idx="11"/>
          </p:nvPr>
        </p:nvSpPr>
        <p:spPr/>
        <p:txBody>
          <a:bodyPr/>
          <a:lstStyle/>
          <a:p>
            <a:pPr marL="117475" indent="0">
              <a:buNone/>
            </a:pPr>
            <a:r>
              <a:rPr lang="en-US" dirty="0"/>
              <a:t>A URRA needs to contain the following:</a:t>
            </a:r>
          </a:p>
          <a:p>
            <a:r>
              <a:rPr lang="en-US" dirty="0"/>
              <a:t>Reference number</a:t>
            </a:r>
          </a:p>
          <a:p>
            <a:r>
              <a:rPr lang="en-US" dirty="0"/>
              <a:t>Task description</a:t>
            </a:r>
          </a:p>
          <a:p>
            <a:r>
              <a:rPr lang="en-US" dirty="0"/>
              <a:t>Potential use errors</a:t>
            </a:r>
          </a:p>
          <a:p>
            <a:r>
              <a:rPr lang="en-US" dirty="0"/>
              <a:t>Potential hazards and harms</a:t>
            </a:r>
          </a:p>
          <a:p>
            <a:r>
              <a:rPr lang="en-US" dirty="0"/>
              <a:t>Severity of harm</a:t>
            </a:r>
          </a:p>
          <a:p>
            <a:r>
              <a:rPr lang="en-US" dirty="0"/>
              <a:t>Critical task (yes or no)</a:t>
            </a:r>
          </a:p>
          <a:p>
            <a:r>
              <a:rPr lang="en-US" dirty="0"/>
              <a:t>Risk mitigations</a:t>
            </a:r>
          </a:p>
          <a:p>
            <a:r>
              <a:rPr lang="en-US" dirty="0"/>
              <a:t>Reference to validation of risk mitigation effectiveness </a:t>
            </a:r>
          </a:p>
        </p:txBody>
      </p:sp>
      <p:sp>
        <p:nvSpPr>
          <p:cNvPr id="4" name="Title 3">
            <a:extLst>
              <a:ext uri="{FF2B5EF4-FFF2-40B4-BE49-F238E27FC236}">
                <a16:creationId xmlns:a16="http://schemas.microsoft.com/office/drawing/2014/main" id="{8BEB9570-4619-1F0D-336C-BE58C242B9F4}"/>
              </a:ext>
            </a:extLst>
          </p:cNvPr>
          <p:cNvSpPr>
            <a:spLocks noGrp="1"/>
          </p:cNvSpPr>
          <p:nvPr>
            <p:ph type="title"/>
          </p:nvPr>
        </p:nvSpPr>
        <p:spPr/>
        <p:txBody>
          <a:bodyPr>
            <a:normAutofit fontScale="90000"/>
          </a:bodyPr>
          <a:lstStyle/>
          <a:p>
            <a:r>
              <a:rPr lang="en-US" dirty="0"/>
              <a:t>URRA document decomposed </a:t>
            </a:r>
          </a:p>
        </p:txBody>
      </p:sp>
      <p:sp>
        <p:nvSpPr>
          <p:cNvPr id="5" name="Rectangle 4">
            <a:extLst>
              <a:ext uri="{FF2B5EF4-FFF2-40B4-BE49-F238E27FC236}">
                <a16:creationId xmlns:a16="http://schemas.microsoft.com/office/drawing/2014/main" id="{A3A82CC6-4225-D175-5150-67873DF67FE8}"/>
              </a:ext>
            </a:extLst>
          </p:cNvPr>
          <p:cNvSpPr/>
          <p:nvPr/>
        </p:nvSpPr>
        <p:spPr>
          <a:xfrm>
            <a:off x="453080" y="4267200"/>
            <a:ext cx="4118920" cy="457200"/>
          </a:xfrm>
          <a:prstGeom prst="rect">
            <a:avLst/>
          </a:prstGeom>
          <a:no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277597595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69397C-4AA1-19A9-34DA-392F679DA9AE}"/>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30</a:t>
            </a:fld>
            <a:endParaRPr lang="en-US" dirty="0"/>
          </a:p>
        </p:txBody>
      </p:sp>
      <p:sp>
        <p:nvSpPr>
          <p:cNvPr id="3" name="Content Placeholder 2">
            <a:extLst>
              <a:ext uri="{FF2B5EF4-FFF2-40B4-BE49-F238E27FC236}">
                <a16:creationId xmlns:a16="http://schemas.microsoft.com/office/drawing/2014/main" id="{743204A6-03ED-0DDC-D7C3-9F35C24A8BEC}"/>
              </a:ext>
            </a:extLst>
          </p:cNvPr>
          <p:cNvSpPr>
            <a:spLocks noGrp="1"/>
          </p:cNvSpPr>
          <p:nvPr>
            <p:ph sz="quarter" idx="11"/>
          </p:nvPr>
        </p:nvSpPr>
        <p:spPr>
          <a:xfrm>
            <a:off x="453080" y="1143000"/>
            <a:ext cx="7886700" cy="5486400"/>
          </a:xfrm>
        </p:spPr>
        <p:txBody>
          <a:bodyPr/>
          <a:lstStyle/>
          <a:p>
            <a:r>
              <a:rPr lang="en-US" sz="2000" dirty="0"/>
              <a:t>A user task that, if performed incorrectly or not performed at all, could lead to [serious  / any] harm </a:t>
            </a:r>
          </a:p>
          <a:p>
            <a:endParaRPr lang="en-US" sz="2000" dirty="0"/>
          </a:p>
          <a:p>
            <a:r>
              <a:rPr lang="en-US" sz="2000" dirty="0"/>
              <a:t>Examples:</a:t>
            </a:r>
          </a:p>
          <a:p>
            <a:pPr lvl="1"/>
            <a:r>
              <a:rPr lang="en-US" sz="1800" dirty="0"/>
              <a:t>Infusion pump, a critical task might be setting the correct drug dosage. </a:t>
            </a:r>
          </a:p>
          <a:p>
            <a:pPr lvl="1"/>
            <a:r>
              <a:rPr lang="en-US" sz="1800" dirty="0"/>
              <a:t>Defibrillator, a critical task might be correctly placing the electrode pads. </a:t>
            </a:r>
          </a:p>
          <a:p>
            <a:pPr lvl="1"/>
            <a:endParaRPr lang="en-US" sz="1800" dirty="0"/>
          </a:p>
          <a:p>
            <a:r>
              <a:rPr lang="en-US" sz="2000" dirty="0"/>
              <a:t>Typically, the focus of design, formative, and validation testing</a:t>
            </a:r>
          </a:p>
          <a:p>
            <a:endParaRPr lang="en-US" sz="2000" dirty="0"/>
          </a:p>
          <a:p>
            <a:r>
              <a:rPr lang="en-US" sz="2000" dirty="0"/>
              <a:t>Regulators require documentation that demonstrates how critical tasks were identified, evaluated, and tested to ensure the safe use of the device.</a:t>
            </a:r>
          </a:p>
        </p:txBody>
      </p:sp>
      <p:sp>
        <p:nvSpPr>
          <p:cNvPr id="4" name="Title 3">
            <a:extLst>
              <a:ext uri="{FF2B5EF4-FFF2-40B4-BE49-F238E27FC236}">
                <a16:creationId xmlns:a16="http://schemas.microsoft.com/office/drawing/2014/main" id="{4237917B-61D0-05F3-03F3-1BA1DC4009A5}"/>
              </a:ext>
            </a:extLst>
          </p:cNvPr>
          <p:cNvSpPr>
            <a:spLocks noGrp="1"/>
          </p:cNvSpPr>
          <p:nvPr>
            <p:ph type="title"/>
          </p:nvPr>
        </p:nvSpPr>
        <p:spPr>
          <a:xfrm>
            <a:off x="453080" y="381000"/>
            <a:ext cx="7886700" cy="533400"/>
          </a:xfrm>
        </p:spPr>
        <p:txBody>
          <a:bodyPr>
            <a:normAutofit fontScale="90000"/>
          </a:bodyPr>
          <a:lstStyle/>
          <a:p>
            <a:r>
              <a:rPr lang="en-US" dirty="0"/>
              <a:t>Critical task (yes or no)</a:t>
            </a:r>
          </a:p>
        </p:txBody>
      </p:sp>
    </p:spTree>
    <p:extLst>
      <p:ext uri="{BB962C8B-B14F-4D97-AF65-F5344CB8AC3E}">
        <p14:creationId xmlns:p14="http://schemas.microsoft.com/office/powerpoint/2010/main" val="13109800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1E214F-CF3D-41A2-BC84-1F84243C4C22}"/>
              </a:ext>
            </a:extLst>
          </p:cNvPr>
          <p:cNvSpPr>
            <a:spLocks noGrp="1"/>
          </p:cNvSpPr>
          <p:nvPr>
            <p:ph type="sldNum" sz="quarter" idx="10"/>
          </p:nvPr>
        </p:nvSpPr>
        <p:spPr/>
        <p:txBody>
          <a:bodyPr/>
          <a:lstStyle/>
          <a:p>
            <a:fld id="{86CB4B4D-7CA3-9044-876B-883B54F8677D}" type="slidenum">
              <a:rPr lang="en-US" smtClean="0"/>
              <a:pPr/>
              <a:t>31</a:t>
            </a:fld>
            <a:endParaRPr lang="en-US" dirty="0"/>
          </a:p>
        </p:txBody>
      </p:sp>
      <p:sp>
        <p:nvSpPr>
          <p:cNvPr id="3" name="Content Placeholder 2">
            <a:extLst>
              <a:ext uri="{FF2B5EF4-FFF2-40B4-BE49-F238E27FC236}">
                <a16:creationId xmlns:a16="http://schemas.microsoft.com/office/drawing/2014/main" id="{C312C2B0-3EE9-06DC-7641-78CD8A55FEBE}"/>
              </a:ext>
            </a:extLst>
          </p:cNvPr>
          <p:cNvSpPr>
            <a:spLocks noGrp="1"/>
          </p:cNvSpPr>
          <p:nvPr>
            <p:ph sz="quarter" idx="11"/>
          </p:nvPr>
        </p:nvSpPr>
        <p:spPr/>
        <p:txBody>
          <a:bodyPr/>
          <a:lstStyle/>
          <a:p>
            <a:pPr marL="117475" indent="0">
              <a:buNone/>
            </a:pPr>
            <a:r>
              <a:rPr lang="en-US" dirty="0"/>
              <a:t>A URRA needs to contain the following:</a:t>
            </a:r>
          </a:p>
          <a:p>
            <a:r>
              <a:rPr lang="en-US" dirty="0"/>
              <a:t>Reference number</a:t>
            </a:r>
          </a:p>
          <a:p>
            <a:r>
              <a:rPr lang="en-US" dirty="0"/>
              <a:t>Task description</a:t>
            </a:r>
          </a:p>
          <a:p>
            <a:r>
              <a:rPr lang="en-US" dirty="0"/>
              <a:t>Potential use errors</a:t>
            </a:r>
          </a:p>
          <a:p>
            <a:r>
              <a:rPr lang="en-US" dirty="0"/>
              <a:t>Potential hazards and harms</a:t>
            </a:r>
          </a:p>
          <a:p>
            <a:r>
              <a:rPr lang="en-US" dirty="0"/>
              <a:t>Severity of harm</a:t>
            </a:r>
          </a:p>
          <a:p>
            <a:r>
              <a:rPr lang="en-US" dirty="0"/>
              <a:t>Critical task (yes or no)</a:t>
            </a:r>
          </a:p>
          <a:p>
            <a:r>
              <a:rPr lang="en-US" dirty="0"/>
              <a:t>Risk mitigations</a:t>
            </a:r>
          </a:p>
          <a:p>
            <a:r>
              <a:rPr lang="en-US" dirty="0"/>
              <a:t>Reference to validation of risk mitigation effectiveness </a:t>
            </a:r>
          </a:p>
        </p:txBody>
      </p:sp>
      <p:sp>
        <p:nvSpPr>
          <p:cNvPr id="4" name="Title 3">
            <a:extLst>
              <a:ext uri="{FF2B5EF4-FFF2-40B4-BE49-F238E27FC236}">
                <a16:creationId xmlns:a16="http://schemas.microsoft.com/office/drawing/2014/main" id="{8BEB9570-4619-1F0D-336C-BE58C242B9F4}"/>
              </a:ext>
            </a:extLst>
          </p:cNvPr>
          <p:cNvSpPr>
            <a:spLocks noGrp="1"/>
          </p:cNvSpPr>
          <p:nvPr>
            <p:ph type="title"/>
          </p:nvPr>
        </p:nvSpPr>
        <p:spPr/>
        <p:txBody>
          <a:bodyPr>
            <a:normAutofit fontScale="90000"/>
          </a:bodyPr>
          <a:lstStyle/>
          <a:p>
            <a:r>
              <a:rPr lang="en-US" dirty="0"/>
              <a:t>URRA document decomposed </a:t>
            </a:r>
          </a:p>
        </p:txBody>
      </p:sp>
      <p:sp>
        <p:nvSpPr>
          <p:cNvPr id="5" name="Rectangle 4">
            <a:extLst>
              <a:ext uri="{FF2B5EF4-FFF2-40B4-BE49-F238E27FC236}">
                <a16:creationId xmlns:a16="http://schemas.microsoft.com/office/drawing/2014/main" id="{A3A82CC6-4225-D175-5150-67873DF67FE8}"/>
              </a:ext>
            </a:extLst>
          </p:cNvPr>
          <p:cNvSpPr/>
          <p:nvPr/>
        </p:nvSpPr>
        <p:spPr>
          <a:xfrm>
            <a:off x="453080" y="4800600"/>
            <a:ext cx="4118920" cy="457200"/>
          </a:xfrm>
          <a:prstGeom prst="rect">
            <a:avLst/>
          </a:prstGeom>
          <a:no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303653752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86F8F1-8DF8-232E-CBE5-E8B7A12AE2A3}"/>
              </a:ext>
            </a:extLst>
          </p:cNvPr>
          <p:cNvSpPr>
            <a:spLocks noGrp="1"/>
          </p:cNvSpPr>
          <p:nvPr>
            <p:ph type="sldNum" sz="quarter" idx="10"/>
          </p:nvPr>
        </p:nvSpPr>
        <p:spPr/>
        <p:txBody>
          <a:bodyPr/>
          <a:lstStyle/>
          <a:p>
            <a:fld id="{86CB4B4D-7CA3-9044-876B-883B54F8677D}" type="slidenum">
              <a:rPr lang="en-US" smtClean="0"/>
              <a:pPr/>
              <a:t>32</a:t>
            </a:fld>
            <a:endParaRPr lang="en-US" dirty="0"/>
          </a:p>
        </p:txBody>
      </p:sp>
      <p:sp>
        <p:nvSpPr>
          <p:cNvPr id="3" name="Content Placeholder 2">
            <a:extLst>
              <a:ext uri="{FF2B5EF4-FFF2-40B4-BE49-F238E27FC236}">
                <a16:creationId xmlns:a16="http://schemas.microsoft.com/office/drawing/2014/main" id="{29AF2714-A655-FCC0-247E-D0757C0397EA}"/>
              </a:ext>
            </a:extLst>
          </p:cNvPr>
          <p:cNvSpPr>
            <a:spLocks noGrp="1"/>
          </p:cNvSpPr>
          <p:nvPr>
            <p:ph sz="quarter" idx="11"/>
          </p:nvPr>
        </p:nvSpPr>
        <p:spPr>
          <a:xfrm>
            <a:off x="453080" y="1143000"/>
            <a:ext cx="8157520" cy="5486400"/>
          </a:xfrm>
        </p:spPr>
        <p:txBody>
          <a:bodyPr/>
          <a:lstStyle/>
          <a:p>
            <a:pPr marL="117475" indent="0">
              <a:buNone/>
            </a:pPr>
            <a:r>
              <a:rPr lang="en-US" sz="1800" b="1" i="1" dirty="0"/>
              <a:t>Preferred Risk Control Strategy</a:t>
            </a:r>
            <a:r>
              <a:rPr lang="en-US" sz="1800" b="1" dirty="0"/>
              <a:t>: Inherent Safety by Design</a:t>
            </a:r>
            <a:endParaRPr lang="en-US" sz="1800" dirty="0"/>
          </a:p>
          <a:p>
            <a:r>
              <a:rPr lang="en-US" sz="1800" dirty="0"/>
              <a:t>Design device such that a hazard is eliminated</a:t>
            </a:r>
          </a:p>
          <a:p>
            <a:pPr lvl="1"/>
            <a:r>
              <a:rPr lang="en-US" sz="1600" dirty="0"/>
              <a:t>Example: Design a device for single use and distribute it sterilized in the package so that infection related to contamination cannot occur. </a:t>
            </a:r>
            <a:br>
              <a:rPr lang="en-US" sz="1600" dirty="0"/>
            </a:br>
            <a:endParaRPr lang="en-US" sz="1600" dirty="0"/>
          </a:p>
          <a:p>
            <a:pPr marL="117475" indent="0">
              <a:buNone/>
            </a:pPr>
            <a:r>
              <a:rPr lang="en-US" sz="1800" b="1" i="1" dirty="0"/>
              <a:t>Less Preferred Risk Control Strategy</a:t>
            </a:r>
            <a:r>
              <a:rPr lang="en-US" sz="1800" b="1" dirty="0"/>
              <a:t>: Protective Measures</a:t>
            </a:r>
          </a:p>
          <a:p>
            <a:r>
              <a:rPr lang="en-US" sz="1800" dirty="0"/>
              <a:t>Reduce risk by incorporating protective </a:t>
            </a:r>
            <a:r>
              <a:rPr lang="en-US" sz="1800"/>
              <a:t>measures that </a:t>
            </a:r>
            <a:r>
              <a:rPr lang="en-US" sz="1800" dirty="0"/>
              <a:t>reduce the probability of occurrence of a hazardous situation. </a:t>
            </a:r>
          </a:p>
          <a:p>
            <a:pPr lvl="1"/>
            <a:r>
              <a:rPr lang="en-US" sz="1600" dirty="0"/>
              <a:t>Example: Sound an alarm when a device is about to deliver radiation therapy</a:t>
            </a:r>
            <a:br>
              <a:rPr lang="en-US" sz="1600" dirty="0"/>
            </a:br>
            <a:endParaRPr lang="en-US" sz="1600" dirty="0"/>
          </a:p>
          <a:p>
            <a:pPr marL="117475" indent="0">
              <a:buNone/>
            </a:pPr>
            <a:r>
              <a:rPr lang="en-US" sz="1800" b="1" i="1" dirty="0"/>
              <a:t>Least Preferred Risk Control Strategy</a:t>
            </a:r>
            <a:r>
              <a:rPr lang="en-US" sz="1800" b="1" dirty="0"/>
              <a:t>: Information for Safety</a:t>
            </a:r>
          </a:p>
          <a:p>
            <a:r>
              <a:rPr lang="en-US" sz="1800" dirty="0"/>
              <a:t>Provide information for safety in instructions for use and warnings.</a:t>
            </a:r>
          </a:p>
          <a:p>
            <a:pPr lvl="1"/>
            <a:r>
              <a:rPr lang="en-US" sz="1600" dirty="0"/>
              <a:t>Example: A diagnostic device label states “do not use in a moving vehicle”</a:t>
            </a:r>
          </a:p>
          <a:p>
            <a:pPr lvl="1"/>
            <a:r>
              <a:rPr lang="en-US" sz="1600" dirty="0"/>
              <a:t>Example: The manual states “always unplug before cleaning”</a:t>
            </a:r>
          </a:p>
          <a:p>
            <a:pPr marL="117475" indent="0">
              <a:buNone/>
            </a:pPr>
            <a:endParaRPr lang="en-US" sz="1800" dirty="0"/>
          </a:p>
        </p:txBody>
      </p:sp>
      <p:sp>
        <p:nvSpPr>
          <p:cNvPr id="4" name="Title 3">
            <a:extLst>
              <a:ext uri="{FF2B5EF4-FFF2-40B4-BE49-F238E27FC236}">
                <a16:creationId xmlns:a16="http://schemas.microsoft.com/office/drawing/2014/main" id="{C98C4F42-3630-94F2-361A-649E5BC87C1B}"/>
              </a:ext>
            </a:extLst>
          </p:cNvPr>
          <p:cNvSpPr>
            <a:spLocks noGrp="1"/>
          </p:cNvSpPr>
          <p:nvPr>
            <p:ph type="title"/>
          </p:nvPr>
        </p:nvSpPr>
        <p:spPr/>
        <p:txBody>
          <a:bodyPr>
            <a:normAutofit fontScale="90000"/>
          </a:bodyPr>
          <a:lstStyle/>
          <a:p>
            <a:r>
              <a:rPr lang="en-US" dirty="0"/>
              <a:t>Risk mitigation (or controls)</a:t>
            </a:r>
          </a:p>
        </p:txBody>
      </p:sp>
    </p:spTree>
    <p:extLst>
      <p:ext uri="{BB962C8B-B14F-4D97-AF65-F5344CB8AC3E}">
        <p14:creationId xmlns:p14="http://schemas.microsoft.com/office/powerpoint/2010/main" val="163830529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86F8F1-8DF8-232E-CBE5-E8B7A12AE2A3}"/>
              </a:ext>
            </a:extLst>
          </p:cNvPr>
          <p:cNvSpPr>
            <a:spLocks noGrp="1"/>
          </p:cNvSpPr>
          <p:nvPr>
            <p:ph type="sldNum" sz="quarter" idx="10"/>
          </p:nvPr>
        </p:nvSpPr>
        <p:spPr/>
        <p:txBody>
          <a:bodyPr/>
          <a:lstStyle/>
          <a:p>
            <a:fld id="{86CB4B4D-7CA3-9044-876B-883B54F8677D}" type="slidenum">
              <a:rPr lang="en-US" smtClean="0"/>
              <a:pPr/>
              <a:t>33</a:t>
            </a:fld>
            <a:endParaRPr lang="en-US" dirty="0"/>
          </a:p>
        </p:txBody>
      </p:sp>
      <p:sp>
        <p:nvSpPr>
          <p:cNvPr id="3" name="Content Placeholder 2">
            <a:extLst>
              <a:ext uri="{FF2B5EF4-FFF2-40B4-BE49-F238E27FC236}">
                <a16:creationId xmlns:a16="http://schemas.microsoft.com/office/drawing/2014/main" id="{29AF2714-A655-FCC0-247E-D0757C0397EA}"/>
              </a:ext>
            </a:extLst>
          </p:cNvPr>
          <p:cNvSpPr>
            <a:spLocks noGrp="1"/>
          </p:cNvSpPr>
          <p:nvPr>
            <p:ph sz="quarter" idx="11"/>
          </p:nvPr>
        </p:nvSpPr>
        <p:spPr>
          <a:xfrm>
            <a:off x="453080" y="1143000"/>
            <a:ext cx="8157520" cy="5486400"/>
          </a:xfrm>
        </p:spPr>
        <p:txBody>
          <a:bodyPr/>
          <a:lstStyle/>
          <a:p>
            <a:r>
              <a:rPr lang="en-US" sz="1800" b="1" i="1" dirty="0"/>
              <a:t>Task: Removing cap from pre-filled syringe</a:t>
            </a:r>
            <a:endParaRPr lang="en-US" sz="1800" i="1" dirty="0"/>
          </a:p>
          <a:p>
            <a:pPr lvl="1"/>
            <a:r>
              <a:rPr lang="en-US" sz="1800" dirty="0"/>
              <a:t>Hazard</a:t>
            </a:r>
            <a:r>
              <a:rPr lang="en-US" sz="1800"/>
              <a:t>: Needle</a:t>
            </a:r>
            <a:endParaRPr lang="en-US" sz="1800" dirty="0"/>
          </a:p>
          <a:p>
            <a:pPr lvl="1"/>
            <a:r>
              <a:rPr lang="en-US" sz="1800" dirty="0"/>
              <a:t>Harm: Infection</a:t>
            </a:r>
          </a:p>
          <a:p>
            <a:pPr lvl="1"/>
            <a:r>
              <a:rPr lang="en-US" sz="1800" b="1" dirty="0"/>
              <a:t>Potential controls: </a:t>
            </a:r>
          </a:p>
          <a:p>
            <a:pPr lvl="2"/>
            <a:r>
              <a:rPr lang="en-US" sz="1800" dirty="0"/>
              <a:t>Improved package formatting/labeling (good)</a:t>
            </a:r>
          </a:p>
          <a:p>
            <a:pPr lvl="2"/>
            <a:r>
              <a:rPr lang="en-US" sz="1800" dirty="0"/>
              <a:t>Needle guard (better)</a:t>
            </a:r>
          </a:p>
          <a:p>
            <a:pPr lvl="2"/>
            <a:r>
              <a:rPr lang="en-US" sz="1800" dirty="0"/>
              <a:t>Needle only presents at injection (best)</a:t>
            </a:r>
            <a:br>
              <a:rPr lang="en-US" sz="1800" dirty="0"/>
            </a:br>
            <a:br>
              <a:rPr lang="en-US" sz="1800" dirty="0"/>
            </a:br>
            <a:endParaRPr lang="en-US" sz="1800" dirty="0"/>
          </a:p>
        </p:txBody>
      </p:sp>
      <p:sp>
        <p:nvSpPr>
          <p:cNvPr id="4" name="Title 3">
            <a:extLst>
              <a:ext uri="{FF2B5EF4-FFF2-40B4-BE49-F238E27FC236}">
                <a16:creationId xmlns:a16="http://schemas.microsoft.com/office/drawing/2014/main" id="{C98C4F42-3630-94F2-361A-649E5BC87C1B}"/>
              </a:ext>
            </a:extLst>
          </p:cNvPr>
          <p:cNvSpPr>
            <a:spLocks noGrp="1"/>
          </p:cNvSpPr>
          <p:nvPr>
            <p:ph type="title"/>
          </p:nvPr>
        </p:nvSpPr>
        <p:spPr/>
        <p:txBody>
          <a:bodyPr>
            <a:normAutofit fontScale="90000"/>
          </a:bodyPr>
          <a:lstStyle/>
          <a:p>
            <a:r>
              <a:rPr lang="en-US" dirty="0"/>
              <a:t>Risk mitigation (or controls)</a:t>
            </a:r>
          </a:p>
        </p:txBody>
      </p:sp>
    </p:spTree>
    <p:extLst>
      <p:ext uri="{BB962C8B-B14F-4D97-AF65-F5344CB8AC3E}">
        <p14:creationId xmlns:p14="http://schemas.microsoft.com/office/powerpoint/2010/main" val="13953806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1E214F-CF3D-41A2-BC84-1F84243C4C22}"/>
              </a:ext>
            </a:extLst>
          </p:cNvPr>
          <p:cNvSpPr>
            <a:spLocks noGrp="1"/>
          </p:cNvSpPr>
          <p:nvPr>
            <p:ph type="sldNum" sz="quarter" idx="10"/>
          </p:nvPr>
        </p:nvSpPr>
        <p:spPr/>
        <p:txBody>
          <a:bodyPr/>
          <a:lstStyle/>
          <a:p>
            <a:fld id="{86CB4B4D-7CA3-9044-876B-883B54F8677D}" type="slidenum">
              <a:rPr lang="en-US" smtClean="0"/>
              <a:pPr/>
              <a:t>34</a:t>
            </a:fld>
            <a:endParaRPr lang="en-US" dirty="0"/>
          </a:p>
        </p:txBody>
      </p:sp>
      <p:sp>
        <p:nvSpPr>
          <p:cNvPr id="3" name="Content Placeholder 2">
            <a:extLst>
              <a:ext uri="{FF2B5EF4-FFF2-40B4-BE49-F238E27FC236}">
                <a16:creationId xmlns:a16="http://schemas.microsoft.com/office/drawing/2014/main" id="{C312C2B0-3EE9-06DC-7641-78CD8A55FEBE}"/>
              </a:ext>
            </a:extLst>
          </p:cNvPr>
          <p:cNvSpPr>
            <a:spLocks noGrp="1"/>
          </p:cNvSpPr>
          <p:nvPr>
            <p:ph sz="quarter" idx="11"/>
          </p:nvPr>
        </p:nvSpPr>
        <p:spPr/>
        <p:txBody>
          <a:bodyPr/>
          <a:lstStyle/>
          <a:p>
            <a:pPr marL="117475" indent="0">
              <a:buNone/>
            </a:pPr>
            <a:r>
              <a:rPr lang="en-US" dirty="0"/>
              <a:t>A URRA needs to contain the following:</a:t>
            </a:r>
          </a:p>
          <a:p>
            <a:r>
              <a:rPr lang="en-US" dirty="0"/>
              <a:t>Reference number</a:t>
            </a:r>
          </a:p>
          <a:p>
            <a:r>
              <a:rPr lang="en-US" dirty="0"/>
              <a:t>Task description</a:t>
            </a:r>
          </a:p>
          <a:p>
            <a:r>
              <a:rPr lang="en-US" dirty="0"/>
              <a:t>Potential use errors</a:t>
            </a:r>
          </a:p>
          <a:p>
            <a:r>
              <a:rPr lang="en-US" dirty="0"/>
              <a:t>Potential hazards and harms</a:t>
            </a:r>
          </a:p>
          <a:p>
            <a:r>
              <a:rPr lang="en-US" dirty="0"/>
              <a:t>Severity of harm</a:t>
            </a:r>
          </a:p>
          <a:p>
            <a:r>
              <a:rPr lang="en-US" dirty="0"/>
              <a:t>Critical task (yes or no)</a:t>
            </a:r>
          </a:p>
          <a:p>
            <a:r>
              <a:rPr lang="en-US" dirty="0"/>
              <a:t>Risk mitigations</a:t>
            </a:r>
          </a:p>
          <a:p>
            <a:r>
              <a:rPr lang="en-US" dirty="0"/>
              <a:t>Reference to validation of risk mitigation effectiveness </a:t>
            </a:r>
          </a:p>
        </p:txBody>
      </p:sp>
      <p:sp>
        <p:nvSpPr>
          <p:cNvPr id="4" name="Title 3">
            <a:extLst>
              <a:ext uri="{FF2B5EF4-FFF2-40B4-BE49-F238E27FC236}">
                <a16:creationId xmlns:a16="http://schemas.microsoft.com/office/drawing/2014/main" id="{8BEB9570-4619-1F0D-336C-BE58C242B9F4}"/>
              </a:ext>
            </a:extLst>
          </p:cNvPr>
          <p:cNvSpPr>
            <a:spLocks noGrp="1"/>
          </p:cNvSpPr>
          <p:nvPr>
            <p:ph type="title"/>
          </p:nvPr>
        </p:nvSpPr>
        <p:spPr/>
        <p:txBody>
          <a:bodyPr>
            <a:normAutofit fontScale="90000"/>
          </a:bodyPr>
          <a:lstStyle/>
          <a:p>
            <a:r>
              <a:rPr lang="en-US" dirty="0"/>
              <a:t>URRA document decomposed </a:t>
            </a:r>
          </a:p>
        </p:txBody>
      </p:sp>
      <p:sp>
        <p:nvSpPr>
          <p:cNvPr id="5" name="Rectangle 4">
            <a:extLst>
              <a:ext uri="{FF2B5EF4-FFF2-40B4-BE49-F238E27FC236}">
                <a16:creationId xmlns:a16="http://schemas.microsoft.com/office/drawing/2014/main" id="{A3A82CC6-4225-D175-5150-67873DF67FE8}"/>
              </a:ext>
            </a:extLst>
          </p:cNvPr>
          <p:cNvSpPr/>
          <p:nvPr/>
        </p:nvSpPr>
        <p:spPr>
          <a:xfrm>
            <a:off x="533400" y="5257800"/>
            <a:ext cx="6934200" cy="914400"/>
          </a:xfrm>
          <a:prstGeom prst="rect">
            <a:avLst/>
          </a:prstGeom>
          <a:noFill/>
          <a:ln w="25400" cap="flat">
            <a:solidFill>
              <a:srgbClr val="FF0000"/>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104216888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86F8F1-8DF8-232E-CBE5-E8B7A12AE2A3}"/>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35</a:t>
            </a:fld>
            <a:endParaRPr lang="en-US" dirty="0"/>
          </a:p>
        </p:txBody>
      </p:sp>
      <p:sp>
        <p:nvSpPr>
          <p:cNvPr id="3" name="Content Placeholder 2">
            <a:extLst>
              <a:ext uri="{FF2B5EF4-FFF2-40B4-BE49-F238E27FC236}">
                <a16:creationId xmlns:a16="http://schemas.microsoft.com/office/drawing/2014/main" id="{29AF2714-A655-FCC0-247E-D0757C0397EA}"/>
              </a:ext>
            </a:extLst>
          </p:cNvPr>
          <p:cNvSpPr>
            <a:spLocks noGrp="1"/>
          </p:cNvSpPr>
          <p:nvPr>
            <p:ph sz="quarter" idx="11"/>
          </p:nvPr>
        </p:nvSpPr>
        <p:spPr>
          <a:xfrm>
            <a:off x="453080" y="1143000"/>
            <a:ext cx="7886700" cy="5486400"/>
          </a:xfrm>
        </p:spPr>
        <p:txBody>
          <a:bodyPr/>
          <a:lstStyle/>
          <a:p>
            <a:r>
              <a:rPr lang="en-US" dirty="0"/>
              <a:t>Simply a pointer to where the risk controls were validated as effective</a:t>
            </a:r>
          </a:p>
          <a:p>
            <a:pPr marL="117475" indent="0">
              <a:buNone/>
            </a:pPr>
            <a:endParaRPr lang="en-US" dirty="0"/>
          </a:p>
          <a:p>
            <a:r>
              <a:rPr lang="en-US" dirty="0"/>
              <a:t>Typically, a task # in a simulated-use validation study, a knowledge question #, or other acceptable source</a:t>
            </a:r>
            <a:br>
              <a:rPr lang="en-US" dirty="0"/>
            </a:br>
            <a:endParaRPr lang="en-US" dirty="0"/>
          </a:p>
          <a:p>
            <a:pPr marL="117475" indent="0">
              <a:buNone/>
            </a:pPr>
            <a:br>
              <a:rPr lang="en-US" dirty="0"/>
            </a:br>
            <a:endParaRPr lang="en-US" dirty="0"/>
          </a:p>
          <a:p>
            <a:endParaRPr lang="en-US" dirty="0"/>
          </a:p>
        </p:txBody>
      </p:sp>
      <p:sp>
        <p:nvSpPr>
          <p:cNvPr id="4" name="Title 3">
            <a:extLst>
              <a:ext uri="{FF2B5EF4-FFF2-40B4-BE49-F238E27FC236}">
                <a16:creationId xmlns:a16="http://schemas.microsoft.com/office/drawing/2014/main" id="{C98C4F42-3630-94F2-361A-649E5BC87C1B}"/>
              </a:ext>
            </a:extLst>
          </p:cNvPr>
          <p:cNvSpPr>
            <a:spLocks noGrp="1"/>
          </p:cNvSpPr>
          <p:nvPr>
            <p:ph type="title"/>
          </p:nvPr>
        </p:nvSpPr>
        <p:spPr>
          <a:xfrm>
            <a:off x="453080" y="381000"/>
            <a:ext cx="7886700" cy="533400"/>
          </a:xfrm>
        </p:spPr>
        <p:txBody>
          <a:bodyPr>
            <a:normAutofit fontScale="90000"/>
          </a:bodyPr>
          <a:lstStyle/>
          <a:p>
            <a:r>
              <a:rPr lang="en-US" dirty="0"/>
              <a:t>Reference to validation of risk mitigation effectiveness </a:t>
            </a:r>
          </a:p>
        </p:txBody>
      </p:sp>
    </p:spTree>
    <p:extLst>
      <p:ext uri="{BB962C8B-B14F-4D97-AF65-F5344CB8AC3E}">
        <p14:creationId xmlns:p14="http://schemas.microsoft.com/office/powerpoint/2010/main" val="228976680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1E214F-CF3D-41A2-BC84-1F84243C4C22}"/>
              </a:ext>
            </a:extLst>
          </p:cNvPr>
          <p:cNvSpPr>
            <a:spLocks noGrp="1"/>
          </p:cNvSpPr>
          <p:nvPr>
            <p:ph type="sldNum" sz="quarter" idx="10"/>
          </p:nvPr>
        </p:nvSpPr>
        <p:spPr/>
        <p:txBody>
          <a:bodyPr/>
          <a:lstStyle/>
          <a:p>
            <a:fld id="{86CB4B4D-7CA3-9044-876B-883B54F8677D}" type="slidenum">
              <a:rPr lang="en-US" smtClean="0"/>
              <a:pPr/>
              <a:t>36</a:t>
            </a:fld>
            <a:endParaRPr lang="en-US" dirty="0"/>
          </a:p>
        </p:txBody>
      </p:sp>
      <p:sp>
        <p:nvSpPr>
          <p:cNvPr id="3" name="Content Placeholder 2">
            <a:extLst>
              <a:ext uri="{FF2B5EF4-FFF2-40B4-BE49-F238E27FC236}">
                <a16:creationId xmlns:a16="http://schemas.microsoft.com/office/drawing/2014/main" id="{C312C2B0-3EE9-06DC-7641-78CD8A55FEBE}"/>
              </a:ext>
            </a:extLst>
          </p:cNvPr>
          <p:cNvSpPr>
            <a:spLocks noGrp="1"/>
          </p:cNvSpPr>
          <p:nvPr>
            <p:ph sz="quarter" idx="11"/>
          </p:nvPr>
        </p:nvSpPr>
        <p:spPr/>
        <p:txBody>
          <a:bodyPr/>
          <a:lstStyle/>
          <a:p>
            <a:pPr marL="117475" indent="0">
              <a:buNone/>
            </a:pPr>
            <a:r>
              <a:rPr lang="en-US" dirty="0"/>
              <a:t>A URRA needs to contain the following:</a:t>
            </a:r>
          </a:p>
          <a:p>
            <a:r>
              <a:rPr lang="en-US" dirty="0"/>
              <a:t>Reference number</a:t>
            </a:r>
          </a:p>
          <a:p>
            <a:r>
              <a:rPr lang="en-US" dirty="0"/>
              <a:t>Task description</a:t>
            </a:r>
          </a:p>
          <a:p>
            <a:r>
              <a:rPr lang="en-US" dirty="0"/>
              <a:t>Potential use errors</a:t>
            </a:r>
          </a:p>
          <a:p>
            <a:r>
              <a:rPr lang="en-US" dirty="0"/>
              <a:t>Potential hazards and harms</a:t>
            </a:r>
          </a:p>
          <a:p>
            <a:r>
              <a:rPr lang="en-US" dirty="0"/>
              <a:t>Severity of harm</a:t>
            </a:r>
          </a:p>
          <a:p>
            <a:r>
              <a:rPr lang="en-US" dirty="0"/>
              <a:t>Critical task (yes or no)</a:t>
            </a:r>
          </a:p>
          <a:p>
            <a:r>
              <a:rPr lang="en-US" dirty="0"/>
              <a:t>Risk mitigations</a:t>
            </a:r>
          </a:p>
          <a:p>
            <a:r>
              <a:rPr lang="en-US" dirty="0"/>
              <a:t>Reference to validation of risk mitigation effectiveness </a:t>
            </a:r>
          </a:p>
        </p:txBody>
      </p:sp>
      <p:sp>
        <p:nvSpPr>
          <p:cNvPr id="4" name="Title 3">
            <a:extLst>
              <a:ext uri="{FF2B5EF4-FFF2-40B4-BE49-F238E27FC236}">
                <a16:creationId xmlns:a16="http://schemas.microsoft.com/office/drawing/2014/main" id="{8BEB9570-4619-1F0D-336C-BE58C242B9F4}"/>
              </a:ext>
            </a:extLst>
          </p:cNvPr>
          <p:cNvSpPr>
            <a:spLocks noGrp="1"/>
          </p:cNvSpPr>
          <p:nvPr>
            <p:ph type="title"/>
          </p:nvPr>
        </p:nvSpPr>
        <p:spPr/>
        <p:txBody>
          <a:bodyPr>
            <a:normAutofit fontScale="90000"/>
          </a:bodyPr>
          <a:lstStyle/>
          <a:p>
            <a:r>
              <a:rPr lang="en-US" dirty="0"/>
              <a:t>URRA document decomposed </a:t>
            </a:r>
          </a:p>
        </p:txBody>
      </p:sp>
    </p:spTree>
    <p:extLst>
      <p:ext uri="{BB962C8B-B14F-4D97-AF65-F5344CB8AC3E}">
        <p14:creationId xmlns:p14="http://schemas.microsoft.com/office/powerpoint/2010/main" val="317168578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F677F5-722F-6292-549F-AC5C1F952363}"/>
              </a:ext>
            </a:extLst>
          </p:cNvPr>
          <p:cNvSpPr>
            <a:spLocks noGrp="1"/>
          </p:cNvSpPr>
          <p:nvPr>
            <p:ph type="sldNum" sz="quarter" idx="10"/>
          </p:nvPr>
        </p:nvSpPr>
        <p:spPr/>
        <p:txBody>
          <a:bodyPr/>
          <a:lstStyle/>
          <a:p>
            <a:fld id="{86CB4B4D-7CA3-9044-876B-883B54F8677D}" type="slidenum">
              <a:rPr lang="en-US" smtClean="0"/>
              <a:pPr/>
              <a:t>37</a:t>
            </a:fld>
            <a:endParaRPr lang="en-US" dirty="0"/>
          </a:p>
        </p:txBody>
      </p:sp>
      <p:sp>
        <p:nvSpPr>
          <p:cNvPr id="3" name="Content Placeholder 2">
            <a:extLst>
              <a:ext uri="{FF2B5EF4-FFF2-40B4-BE49-F238E27FC236}">
                <a16:creationId xmlns:a16="http://schemas.microsoft.com/office/drawing/2014/main" id="{124339ED-C4E0-DE01-35C2-C2755F7177EF}"/>
              </a:ext>
            </a:extLst>
          </p:cNvPr>
          <p:cNvSpPr>
            <a:spLocks noGrp="1"/>
          </p:cNvSpPr>
          <p:nvPr>
            <p:ph sz="quarter" idx="11"/>
          </p:nvPr>
        </p:nvSpPr>
        <p:spPr/>
        <p:txBody>
          <a:bodyPr lIns="45719" tIns="45720" rIns="45719" bIns="45720" anchor="t"/>
          <a:lstStyle/>
          <a:p>
            <a:pPr marL="344170" indent="-226695"/>
            <a:endParaRPr lang="en-US" dirty="0"/>
          </a:p>
          <a:p>
            <a:pPr marL="344170" indent="-226695"/>
            <a:r>
              <a:rPr lang="en-US" dirty="0"/>
              <a:t>According to 14971: Risk = probability of occurrence x severity of harm</a:t>
            </a:r>
          </a:p>
          <a:p>
            <a:pPr marL="344170" indent="-226695"/>
            <a:endParaRPr lang="en-US" dirty="0">
              <a:solidFill>
                <a:srgbClr val="000000"/>
              </a:solidFill>
              <a:latin typeface="Avenir"/>
            </a:endParaRPr>
          </a:p>
          <a:p>
            <a:pPr marL="344170" indent="-226695"/>
            <a:r>
              <a:rPr lang="en-US" dirty="0">
                <a:solidFill>
                  <a:srgbClr val="000000"/>
                </a:solidFill>
                <a:latin typeface="Avenir"/>
              </a:rPr>
              <a:t>FDA's stance: "</a:t>
            </a:r>
            <a:r>
              <a:rPr lang="en-US" i="1" dirty="0">
                <a:solidFill>
                  <a:srgbClr val="000000"/>
                </a:solidFill>
                <a:cs typeface="+mn-ea"/>
              </a:rPr>
              <a:t>probability is very difficult to determine for use errors, and in fact many use errors cannot be anticipated until device use is simulated and observed, the severity of the potential harm is more meaningful for determining the need to eliminate (design out) or reduce resulting harm</a:t>
            </a:r>
            <a:r>
              <a:rPr lang="en-US" dirty="0">
                <a:solidFill>
                  <a:srgbClr val="000000"/>
                </a:solidFill>
                <a:cs typeface="+mn-ea"/>
              </a:rPr>
              <a:t>" </a:t>
            </a:r>
            <a:endParaRPr lang="en-US" dirty="0">
              <a:solidFill>
                <a:srgbClr val="000000"/>
              </a:solidFill>
              <a:latin typeface="Avenir"/>
            </a:endParaRPr>
          </a:p>
          <a:p>
            <a:pPr marL="344170" indent="-226695"/>
            <a:endParaRPr lang="en-US" dirty="0">
              <a:solidFill>
                <a:srgbClr val="000000"/>
              </a:solidFill>
              <a:latin typeface="Avenir"/>
            </a:endParaRPr>
          </a:p>
        </p:txBody>
      </p:sp>
      <p:sp>
        <p:nvSpPr>
          <p:cNvPr id="4" name="Title 3">
            <a:extLst>
              <a:ext uri="{FF2B5EF4-FFF2-40B4-BE49-F238E27FC236}">
                <a16:creationId xmlns:a16="http://schemas.microsoft.com/office/drawing/2014/main" id="{14112EFB-5B78-D5FA-11EF-D0FB484F3CC5}"/>
              </a:ext>
            </a:extLst>
          </p:cNvPr>
          <p:cNvSpPr>
            <a:spLocks noGrp="1"/>
          </p:cNvSpPr>
          <p:nvPr>
            <p:ph type="title"/>
          </p:nvPr>
        </p:nvSpPr>
        <p:spPr>
          <a:xfrm>
            <a:off x="453080" y="381000"/>
            <a:ext cx="8368341" cy="533400"/>
          </a:xfrm>
        </p:spPr>
        <p:txBody>
          <a:bodyPr>
            <a:normAutofit fontScale="90000"/>
          </a:bodyPr>
          <a:lstStyle/>
          <a:p>
            <a:r>
              <a:rPr lang="en-US" dirty="0"/>
              <a:t>Wait! - What about the frequency, Kenneth? </a:t>
            </a:r>
          </a:p>
        </p:txBody>
      </p:sp>
      <p:sp>
        <p:nvSpPr>
          <p:cNvPr id="5" name="TextBox 4">
            <a:extLst>
              <a:ext uri="{FF2B5EF4-FFF2-40B4-BE49-F238E27FC236}">
                <a16:creationId xmlns:a16="http://schemas.microsoft.com/office/drawing/2014/main" id="{7657D63C-2358-540B-8870-FA6A35C1356F}"/>
              </a:ext>
            </a:extLst>
          </p:cNvPr>
          <p:cNvSpPr txBox="1"/>
          <p:nvPr/>
        </p:nvSpPr>
        <p:spPr>
          <a:xfrm>
            <a:off x="4221192" y="749060"/>
            <a:ext cx="2053087"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latinLnBrk="1" hangingPunct="0"/>
            <a:r>
              <a:rPr lang="en-US" dirty="0">
                <a:latin typeface="Avenir"/>
              </a:rPr>
              <a:t>(i.e., probability)</a:t>
            </a:r>
            <a:endParaRPr lang="en-US"/>
          </a:p>
        </p:txBody>
      </p:sp>
    </p:spTree>
    <p:extLst>
      <p:ext uri="{BB962C8B-B14F-4D97-AF65-F5344CB8AC3E}">
        <p14:creationId xmlns:p14="http://schemas.microsoft.com/office/powerpoint/2010/main" val="94347558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a:xfrm>
            <a:off x="8153400" y="6629400"/>
            <a:ext cx="762000" cy="184666"/>
          </a:xfrm>
        </p:spPr>
        <p:txBody>
          <a:bodyPr/>
          <a:lstStyle/>
          <a:p>
            <a:fld id="{F7679E69-3C58-48FC-98EB-DE833BEFD9C4}" type="slidenum">
              <a:rPr lang="en-US" smtClean="0"/>
              <a:pPr/>
              <a:t>38</a:t>
            </a:fld>
            <a:endParaRPr lang="en-US" dirty="0"/>
          </a:p>
        </p:txBody>
      </p:sp>
      <p:sp>
        <p:nvSpPr>
          <p:cNvPr id="3" name="Content Placeholder 2"/>
          <p:cNvSpPr>
            <a:spLocks noGrp="1"/>
          </p:cNvSpPr>
          <p:nvPr>
            <p:ph sz="quarter" idx="11"/>
          </p:nvPr>
        </p:nvSpPr>
        <p:spPr>
          <a:xfrm>
            <a:off x="453080" y="1143000"/>
            <a:ext cx="7886700" cy="5486400"/>
          </a:xfrm>
        </p:spPr>
        <p:txBody>
          <a:bodyPr/>
          <a:lstStyle/>
          <a:p>
            <a:r>
              <a:rPr lang="en-US" dirty="0"/>
              <a:t>Simply a collection of tools (e.g., task analysis)</a:t>
            </a:r>
          </a:p>
          <a:p>
            <a:r>
              <a:rPr lang="en-US" dirty="0"/>
              <a:t>A formula that will make decisions for you</a:t>
            </a:r>
          </a:p>
          <a:p>
            <a:r>
              <a:rPr lang="en-US" dirty="0"/>
              <a:t>A one-time activity </a:t>
            </a:r>
          </a:p>
          <a:p>
            <a:r>
              <a:rPr lang="en-US" dirty="0"/>
              <a:t>Something to do at the end of the design process / for submission documentation only</a:t>
            </a:r>
          </a:p>
        </p:txBody>
      </p:sp>
      <p:sp>
        <p:nvSpPr>
          <p:cNvPr id="2" name="Title 1"/>
          <p:cNvSpPr>
            <a:spLocks noGrp="1"/>
          </p:cNvSpPr>
          <p:nvPr>
            <p:ph type="title"/>
          </p:nvPr>
        </p:nvSpPr>
        <p:spPr>
          <a:xfrm>
            <a:off x="453080" y="381000"/>
            <a:ext cx="7886700" cy="533400"/>
          </a:xfrm>
        </p:spPr>
        <p:txBody>
          <a:bodyPr>
            <a:normAutofit fontScale="90000"/>
          </a:bodyPr>
          <a:lstStyle/>
          <a:p>
            <a:r>
              <a:rPr lang="en-US" dirty="0"/>
              <a:t>Use related risk analysis is not…</a:t>
            </a:r>
          </a:p>
        </p:txBody>
      </p:sp>
    </p:spTree>
    <p:extLst>
      <p:ext uri="{BB962C8B-B14F-4D97-AF65-F5344CB8AC3E}">
        <p14:creationId xmlns:p14="http://schemas.microsoft.com/office/powerpoint/2010/main" val="223565487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6EA0B0"/>
      </a:accent1>
      <a:accent2>
        <a:srgbClr val="CCAF0A"/>
      </a:accent2>
      <a:accent3>
        <a:srgbClr val="8F8F8F"/>
      </a:accent3>
      <a:accent4>
        <a:srgbClr val="707070"/>
      </a:accent4>
      <a:accent5>
        <a:srgbClr val="BACBD2"/>
      </a:accent5>
      <a:accent6>
        <a:srgbClr val="B99F09"/>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6EA0B0"/>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EA0B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6EA0B0"/>
      </a:accent1>
      <a:accent2>
        <a:srgbClr val="CCAF0A"/>
      </a:accent2>
      <a:accent3>
        <a:srgbClr val="8F8F8F"/>
      </a:accent3>
      <a:accent4>
        <a:srgbClr val="707070"/>
      </a:accent4>
      <a:accent5>
        <a:srgbClr val="BACBD2"/>
      </a:accent5>
      <a:accent6>
        <a:srgbClr val="B99F09"/>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6EA0B0"/>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EA0B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8197</TotalTime>
  <Words>3263</Words>
  <Application>Microsoft Macintosh PowerPoint</Application>
  <PresentationFormat>On-screen Show (4:3)</PresentationFormat>
  <Paragraphs>531</Paragraphs>
  <Slides>38</Slides>
  <Notes>36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vt:lpstr>
      <vt:lpstr>Avenir</vt:lpstr>
      <vt:lpstr>Avenir Roman</vt:lpstr>
      <vt:lpstr>Franklin Gothic Book</vt:lpstr>
      <vt:lpstr>Helvetica</vt:lpstr>
      <vt:lpstr>Söhne</vt:lpstr>
      <vt:lpstr>Wingdings</vt:lpstr>
      <vt:lpstr>Wingdings 2</vt:lpstr>
      <vt:lpstr>Default</vt:lpstr>
      <vt:lpstr>PowerPoint Presentation</vt:lpstr>
      <vt:lpstr>Examples of medical devices</vt:lpstr>
      <vt:lpstr>Medical device definition</vt:lpstr>
      <vt:lpstr>Medical device “user interface” includes…</vt:lpstr>
      <vt:lpstr>Use-related risk in medical device design</vt:lpstr>
      <vt:lpstr>Use Error, not User Error</vt:lpstr>
      <vt:lpstr>Key Guidance &amp; Standards</vt:lpstr>
      <vt:lpstr>Key activities – HF med device process</vt:lpstr>
      <vt:lpstr>Use-related risk analysis process  (as defined by FDA)</vt:lpstr>
      <vt:lpstr>Wait? Is URRA a process or document?</vt:lpstr>
      <vt:lpstr>URRA document decomposed </vt:lpstr>
      <vt:lpstr>URRA in a tabular format</vt:lpstr>
      <vt:lpstr>URRA document decomposed </vt:lpstr>
      <vt:lpstr>Reference number</vt:lpstr>
      <vt:lpstr>Imagine adding another task after task #1</vt:lpstr>
      <vt:lpstr>URRA document decomposed </vt:lpstr>
      <vt:lpstr>Task description</vt:lpstr>
      <vt:lpstr>Task - Example # 1</vt:lpstr>
      <vt:lpstr>Task - Example # 2</vt:lpstr>
      <vt:lpstr>URRA document decomposed </vt:lpstr>
      <vt:lpstr>Potential use errors</vt:lpstr>
      <vt:lpstr>Identifying potential use errors?</vt:lpstr>
      <vt:lpstr>Example</vt:lpstr>
      <vt:lpstr>Example</vt:lpstr>
      <vt:lpstr>URRA document decomposed </vt:lpstr>
      <vt:lpstr>Potential hazards and harms</vt:lpstr>
      <vt:lpstr>URRA document decomposed </vt:lpstr>
      <vt:lpstr>Severity of harm</vt:lpstr>
      <vt:lpstr>URRA document decomposed </vt:lpstr>
      <vt:lpstr>Critical task (yes or no)</vt:lpstr>
      <vt:lpstr>URRA document decomposed </vt:lpstr>
      <vt:lpstr>Risk mitigation (or controls)</vt:lpstr>
      <vt:lpstr>Risk mitigation (or controls)</vt:lpstr>
      <vt:lpstr>URRA document decomposed </vt:lpstr>
      <vt:lpstr>Reference to validation of risk mitigation effectiveness </vt:lpstr>
      <vt:lpstr>URRA document decomposed </vt:lpstr>
      <vt:lpstr>Wait! - What about the frequency, Kenneth? </vt:lpstr>
      <vt:lpstr>Use related risk analysis is not…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Durrani, Sami</dc:creator>
  <cp:lastModifiedBy>Sami Durrani</cp:lastModifiedBy>
  <cp:revision>149</cp:revision>
  <cp:lastPrinted>2016-09-11T23:21:58Z</cp:lastPrinted>
  <dcterms:modified xsi:type="dcterms:W3CDTF">2023-11-03T01:33:55Z</dcterms:modified>
</cp:coreProperties>
</file>