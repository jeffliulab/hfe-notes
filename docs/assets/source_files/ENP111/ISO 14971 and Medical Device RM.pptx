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authors.xml" ContentType="application/vnd.ms-powerpoint.author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73" r:id="rId4"/>
    <p:sldMasterId id="2147483685" r:id="rId5"/>
  </p:sldMasterIdLst>
  <p:notesMasterIdLst>
    <p:notesMasterId r:id="rId44"/>
  </p:notesMasterIdLst>
  <p:handoutMasterIdLst>
    <p:handoutMasterId r:id="rId45"/>
  </p:handoutMasterIdLst>
  <p:sldIdLst>
    <p:sldId id="1748" r:id="rId6"/>
    <p:sldId id="1721" r:id="rId7"/>
    <p:sldId id="1731" r:id="rId8"/>
    <p:sldId id="1722" r:id="rId9"/>
    <p:sldId id="1728" r:id="rId10"/>
    <p:sldId id="1071" r:id="rId11"/>
    <p:sldId id="1732" r:id="rId12"/>
    <p:sldId id="1736" r:id="rId13"/>
    <p:sldId id="1726" r:id="rId14"/>
    <p:sldId id="1724" r:id="rId15"/>
    <p:sldId id="1741" r:id="rId16"/>
    <p:sldId id="1733" r:id="rId17"/>
    <p:sldId id="1723" r:id="rId18"/>
    <p:sldId id="1725" r:id="rId19"/>
    <p:sldId id="1749" r:id="rId20"/>
    <p:sldId id="1742" r:id="rId21"/>
    <p:sldId id="1737" r:id="rId22"/>
    <p:sldId id="1743" r:id="rId23"/>
    <p:sldId id="1727" r:id="rId24"/>
    <p:sldId id="1745" r:id="rId25"/>
    <p:sldId id="1744" r:id="rId26"/>
    <p:sldId id="1738" r:id="rId27"/>
    <p:sldId id="1750" r:id="rId28"/>
    <p:sldId id="1746" r:id="rId29"/>
    <p:sldId id="1751" r:id="rId30"/>
    <p:sldId id="1753" r:id="rId31"/>
    <p:sldId id="1754" r:id="rId32"/>
    <p:sldId id="1755" r:id="rId33"/>
    <p:sldId id="1760" r:id="rId34"/>
    <p:sldId id="1756" r:id="rId35"/>
    <p:sldId id="1757" r:id="rId36"/>
    <p:sldId id="1758" r:id="rId37"/>
    <p:sldId id="1759" r:id="rId38"/>
    <p:sldId id="1747" r:id="rId39"/>
    <p:sldId id="1761" r:id="rId40"/>
    <p:sldId id="1752" r:id="rId41"/>
    <p:sldId id="1064" r:id="rId42"/>
    <p:sldId id="1762" r:id="rId43"/>
  </p:sldIdLst>
  <p:sldSz cx="14630400" cy="82296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592">
          <p15:clr>
            <a:srgbClr val="A4A3A4"/>
          </p15:clr>
        </p15:guide>
        <p15:guide id="2" pos="4608">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4579D20-CE8C-3B59-C14F-4522D69C7607}" name="Dave Bonnett" initials="DB" userId="S::bonnett_dave@lilly.com::3e03b452-7b90-40fe-9fe2-fd8b6473bf27"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Ben Bauer" initials="BB" lastIdx="4" clrIdx="0">
    <p:extLst/>
  </p:cmAuthor>
  <p:cmAuthor id="2" name="Christopher J Bielefeld" initials="CJB" lastIdx="1" clrIdx="1">
    <p:extLst/>
  </p:cmAuthor>
  <p:cmAuthor id="3" name="Michael John Celentano" initials="MJC" lastIdx="1" clrIdx="2">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6786F"/>
    <a:srgbClr val="1F355E"/>
    <a:srgbClr val="245D38"/>
    <a:srgbClr val="E2231A"/>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583D51-E92F-4E65-A7B9-611CFA643EBA}" v="78" dt="2023-12-29T19:13:09.7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18" autoAdjust="0"/>
    <p:restoredTop sz="81241" autoAdjust="0"/>
  </p:normalViewPr>
  <p:slideViewPr>
    <p:cSldViewPr snapToGrid="0" snapToObjects="1">
      <p:cViewPr>
        <p:scale>
          <a:sx n="70" d="100"/>
          <a:sy n="70" d="100"/>
        </p:scale>
        <p:origin x="144" y="-58"/>
      </p:cViewPr>
      <p:guideLst>
        <p:guide orient="horz" pos="2592"/>
        <p:guide pos="4608"/>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notesMaster" Target="notesMasters/notesMaster1.xml"/><Relationship Id="rId52"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viewProps" Target="viewProps.xml"/><Relationship Id="rId8" Type="http://schemas.openxmlformats.org/officeDocument/2006/relationships/slide" Target="slides/slide3.xml"/><Relationship Id="rId51"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71413E2-F30D-4036-8083-24AA3577685D}" type="doc">
      <dgm:prSet loTypeId="urn:microsoft.com/office/officeart/2005/8/layout/pyramid1" loCatId="pyramid" qsTypeId="urn:microsoft.com/office/officeart/2005/8/quickstyle/simple1" qsCatId="simple" csTypeId="urn:microsoft.com/office/officeart/2005/8/colors/accent1_2" csCatId="accent1" phldr="1"/>
      <dgm:spPr/>
    </dgm:pt>
    <dgm:pt modelId="{015BED0D-A332-45BF-A254-C28E18CD123B}">
      <dgm:prSet phldrT="[Text]" custT="1"/>
      <dgm:spPr>
        <a:solidFill>
          <a:schemeClr val="bg1">
            <a:lumMod val="95000"/>
          </a:schemeClr>
        </a:solidFill>
      </dgm:spPr>
      <dgm:t>
        <a:bodyPr/>
        <a:lstStyle/>
        <a:p>
          <a:r>
            <a:rPr lang="en-US" sz="2400" dirty="0"/>
            <a:t>US FD&amp;C Act, Country Laws</a:t>
          </a:r>
        </a:p>
      </dgm:t>
    </dgm:pt>
    <dgm:pt modelId="{D742A719-1775-4661-92C4-605B55DCD748}" type="parTrans" cxnId="{78DB32AA-0EB9-433C-81F5-7AD8B2A6FF62}">
      <dgm:prSet/>
      <dgm:spPr/>
      <dgm:t>
        <a:bodyPr/>
        <a:lstStyle/>
        <a:p>
          <a:endParaRPr lang="en-US" sz="2400"/>
        </a:p>
      </dgm:t>
    </dgm:pt>
    <dgm:pt modelId="{C84CB599-EBC4-487B-B77C-1D95319AB380}" type="sibTrans" cxnId="{78DB32AA-0EB9-433C-81F5-7AD8B2A6FF62}">
      <dgm:prSet/>
      <dgm:spPr/>
      <dgm:t>
        <a:bodyPr/>
        <a:lstStyle/>
        <a:p>
          <a:endParaRPr lang="en-US" sz="2400"/>
        </a:p>
      </dgm:t>
    </dgm:pt>
    <dgm:pt modelId="{B968FDC0-B695-4B95-AA17-0B9FB5B124B1}">
      <dgm:prSet phldrT="[Text]" custT="1"/>
      <dgm:spPr>
        <a:solidFill>
          <a:schemeClr val="bg1">
            <a:lumMod val="85000"/>
          </a:schemeClr>
        </a:solidFill>
      </dgm:spPr>
      <dgm:t>
        <a:bodyPr/>
        <a:lstStyle/>
        <a:p>
          <a:r>
            <a:rPr lang="en-US" sz="2400" dirty="0"/>
            <a:t>MDR (EU) </a:t>
          </a:r>
        </a:p>
        <a:p>
          <a:r>
            <a:rPr lang="en-US" sz="2400" dirty="0"/>
            <a:t>21CFR820 (US QSR)</a:t>
          </a:r>
        </a:p>
      </dgm:t>
    </dgm:pt>
    <dgm:pt modelId="{4DD8E246-BEA4-449D-A7E1-E9E256048AA3}" type="parTrans" cxnId="{A140091D-F170-495F-AEA2-9D66ED9844F7}">
      <dgm:prSet/>
      <dgm:spPr/>
      <dgm:t>
        <a:bodyPr/>
        <a:lstStyle/>
        <a:p>
          <a:endParaRPr lang="en-US" sz="2400"/>
        </a:p>
      </dgm:t>
    </dgm:pt>
    <dgm:pt modelId="{F8A3A650-C07A-4E59-8229-DE46CF3F0584}" type="sibTrans" cxnId="{A140091D-F170-495F-AEA2-9D66ED9844F7}">
      <dgm:prSet/>
      <dgm:spPr/>
      <dgm:t>
        <a:bodyPr/>
        <a:lstStyle/>
        <a:p>
          <a:endParaRPr lang="en-US" sz="2400"/>
        </a:p>
      </dgm:t>
    </dgm:pt>
    <dgm:pt modelId="{8EB1C1FD-2F03-40E9-8436-01585094500E}">
      <dgm:prSet phldrT="[Text]" custT="1"/>
      <dgm:spPr>
        <a:solidFill>
          <a:schemeClr val="bg1">
            <a:lumMod val="75000"/>
          </a:schemeClr>
        </a:solidFill>
      </dgm:spPr>
      <dgm:t>
        <a:bodyPr/>
        <a:lstStyle/>
        <a:p>
          <a:r>
            <a:rPr lang="en-US" sz="2400" dirty="0">
              <a:solidFill>
                <a:srgbClr val="FF0000"/>
              </a:solidFill>
            </a:rPr>
            <a:t>ISO 14971</a:t>
          </a:r>
          <a:r>
            <a:rPr lang="en-US" sz="2400" dirty="0"/>
            <a:t>, ISO 13485, IEC 60601, IEC 62366-1, IEC 62304, ISO 10993</a:t>
          </a:r>
        </a:p>
      </dgm:t>
    </dgm:pt>
    <dgm:pt modelId="{717A17AB-8DE9-4A22-A1F2-B8A993150074}" type="parTrans" cxnId="{868CDDB9-7E3B-4E9A-A6B6-A3DE4D61F47B}">
      <dgm:prSet/>
      <dgm:spPr/>
      <dgm:t>
        <a:bodyPr/>
        <a:lstStyle/>
        <a:p>
          <a:endParaRPr lang="en-US" sz="2400"/>
        </a:p>
      </dgm:t>
    </dgm:pt>
    <dgm:pt modelId="{83D89008-68B3-46A7-85D0-3A6F260C8E37}" type="sibTrans" cxnId="{868CDDB9-7E3B-4E9A-A6B6-A3DE4D61F47B}">
      <dgm:prSet/>
      <dgm:spPr/>
      <dgm:t>
        <a:bodyPr/>
        <a:lstStyle/>
        <a:p>
          <a:endParaRPr lang="en-US" sz="2400"/>
        </a:p>
      </dgm:t>
    </dgm:pt>
    <dgm:pt modelId="{51E66555-7931-4685-9115-95223C2E9AD2}">
      <dgm:prSet phldrT="[Text]" custT="1"/>
      <dgm:spPr>
        <a:solidFill>
          <a:schemeClr val="bg1">
            <a:lumMod val="65000"/>
          </a:schemeClr>
        </a:solidFill>
      </dgm:spPr>
      <dgm:t>
        <a:bodyPr/>
        <a:lstStyle/>
        <a:p>
          <a:r>
            <a:rPr lang="en-US" sz="2400" dirty="0">
              <a:solidFill>
                <a:srgbClr val="FF0000"/>
              </a:solidFill>
            </a:rPr>
            <a:t>ISO TIR24971</a:t>
          </a:r>
          <a:r>
            <a:rPr lang="en-US" sz="2400" dirty="0"/>
            <a:t>, AAMI TIR57, IEC TIR80002, Numerous FDA Guidance documents</a:t>
          </a:r>
        </a:p>
      </dgm:t>
    </dgm:pt>
    <dgm:pt modelId="{9A63E6A2-F471-4DD3-8128-3DB4EC5B0AC2}" type="parTrans" cxnId="{629809FB-41D2-4939-9246-6314CDAFE480}">
      <dgm:prSet/>
      <dgm:spPr/>
      <dgm:t>
        <a:bodyPr/>
        <a:lstStyle/>
        <a:p>
          <a:endParaRPr lang="en-US" sz="2400"/>
        </a:p>
      </dgm:t>
    </dgm:pt>
    <dgm:pt modelId="{E7FE22EF-FE3E-42C1-8285-7F07C9957818}" type="sibTrans" cxnId="{629809FB-41D2-4939-9246-6314CDAFE480}">
      <dgm:prSet/>
      <dgm:spPr/>
      <dgm:t>
        <a:bodyPr/>
        <a:lstStyle/>
        <a:p>
          <a:endParaRPr lang="en-US" sz="2400"/>
        </a:p>
      </dgm:t>
    </dgm:pt>
    <dgm:pt modelId="{D595CBE7-6580-4EDF-A726-A904E17D99D1}">
      <dgm:prSet custT="1"/>
      <dgm:spPr>
        <a:solidFill>
          <a:schemeClr val="bg1">
            <a:lumMod val="50000"/>
          </a:schemeClr>
        </a:solidFill>
      </dgm:spPr>
      <dgm:t>
        <a:bodyPr/>
        <a:lstStyle/>
        <a:p>
          <a:r>
            <a:rPr lang="en-US" sz="2400" dirty="0"/>
            <a:t>Company Policies and Procedures</a:t>
          </a:r>
        </a:p>
      </dgm:t>
    </dgm:pt>
    <dgm:pt modelId="{15871D09-53E0-4D7F-99E0-5A56F19BACFE}" type="parTrans" cxnId="{89CFB791-0D09-4CBD-BC20-13B3E02CD33F}">
      <dgm:prSet/>
      <dgm:spPr/>
      <dgm:t>
        <a:bodyPr/>
        <a:lstStyle/>
        <a:p>
          <a:endParaRPr lang="en-US" sz="2400"/>
        </a:p>
      </dgm:t>
    </dgm:pt>
    <dgm:pt modelId="{CA6492FD-E1CB-42E1-97AD-3061638B5335}" type="sibTrans" cxnId="{89CFB791-0D09-4CBD-BC20-13B3E02CD33F}">
      <dgm:prSet/>
      <dgm:spPr/>
      <dgm:t>
        <a:bodyPr/>
        <a:lstStyle/>
        <a:p>
          <a:endParaRPr lang="en-US" sz="2400"/>
        </a:p>
      </dgm:t>
    </dgm:pt>
    <dgm:pt modelId="{F7C79B6B-B2BB-457F-B0F0-D7EF1409EC1A}" type="pres">
      <dgm:prSet presAssocID="{071413E2-F30D-4036-8083-24AA3577685D}" presName="Name0" presStyleCnt="0">
        <dgm:presLayoutVars>
          <dgm:dir/>
          <dgm:animLvl val="lvl"/>
          <dgm:resizeHandles val="exact"/>
        </dgm:presLayoutVars>
      </dgm:prSet>
      <dgm:spPr/>
    </dgm:pt>
    <dgm:pt modelId="{0DDAE685-A0D3-47A5-94D2-B272914245C5}" type="pres">
      <dgm:prSet presAssocID="{015BED0D-A332-45BF-A254-C28E18CD123B}" presName="Name8" presStyleCnt="0"/>
      <dgm:spPr/>
    </dgm:pt>
    <dgm:pt modelId="{8A2FB4DA-AE54-4B62-9423-276465339447}" type="pres">
      <dgm:prSet presAssocID="{015BED0D-A332-45BF-A254-C28E18CD123B}" presName="level" presStyleLbl="node1" presStyleIdx="0" presStyleCnt="5">
        <dgm:presLayoutVars>
          <dgm:chMax val="1"/>
          <dgm:bulletEnabled val="1"/>
        </dgm:presLayoutVars>
      </dgm:prSet>
      <dgm:spPr/>
      <dgm:t>
        <a:bodyPr/>
        <a:lstStyle/>
        <a:p>
          <a:endParaRPr lang="en-US"/>
        </a:p>
      </dgm:t>
    </dgm:pt>
    <dgm:pt modelId="{AD845C30-8D6B-46A0-92C1-E46613C76403}" type="pres">
      <dgm:prSet presAssocID="{015BED0D-A332-45BF-A254-C28E18CD123B}" presName="levelTx" presStyleLbl="revTx" presStyleIdx="0" presStyleCnt="0">
        <dgm:presLayoutVars>
          <dgm:chMax val="1"/>
          <dgm:bulletEnabled val="1"/>
        </dgm:presLayoutVars>
      </dgm:prSet>
      <dgm:spPr/>
      <dgm:t>
        <a:bodyPr/>
        <a:lstStyle/>
        <a:p>
          <a:endParaRPr lang="en-US"/>
        </a:p>
      </dgm:t>
    </dgm:pt>
    <dgm:pt modelId="{D3AA666D-D140-4FA7-B822-8A41C4088524}" type="pres">
      <dgm:prSet presAssocID="{B968FDC0-B695-4B95-AA17-0B9FB5B124B1}" presName="Name8" presStyleCnt="0"/>
      <dgm:spPr/>
    </dgm:pt>
    <dgm:pt modelId="{02F13E0A-DE75-410D-A718-954BEEDC8D34}" type="pres">
      <dgm:prSet presAssocID="{B968FDC0-B695-4B95-AA17-0B9FB5B124B1}" presName="level" presStyleLbl="node1" presStyleIdx="1" presStyleCnt="5">
        <dgm:presLayoutVars>
          <dgm:chMax val="1"/>
          <dgm:bulletEnabled val="1"/>
        </dgm:presLayoutVars>
      </dgm:prSet>
      <dgm:spPr/>
      <dgm:t>
        <a:bodyPr/>
        <a:lstStyle/>
        <a:p>
          <a:endParaRPr lang="en-US"/>
        </a:p>
      </dgm:t>
    </dgm:pt>
    <dgm:pt modelId="{D4F7E2E1-85EB-4DC3-8543-F6EDF0F574BD}" type="pres">
      <dgm:prSet presAssocID="{B968FDC0-B695-4B95-AA17-0B9FB5B124B1}" presName="levelTx" presStyleLbl="revTx" presStyleIdx="0" presStyleCnt="0">
        <dgm:presLayoutVars>
          <dgm:chMax val="1"/>
          <dgm:bulletEnabled val="1"/>
        </dgm:presLayoutVars>
      </dgm:prSet>
      <dgm:spPr/>
      <dgm:t>
        <a:bodyPr/>
        <a:lstStyle/>
        <a:p>
          <a:endParaRPr lang="en-US"/>
        </a:p>
      </dgm:t>
    </dgm:pt>
    <dgm:pt modelId="{991DBD5A-103F-4490-9651-E0E766752406}" type="pres">
      <dgm:prSet presAssocID="{8EB1C1FD-2F03-40E9-8436-01585094500E}" presName="Name8" presStyleCnt="0"/>
      <dgm:spPr/>
    </dgm:pt>
    <dgm:pt modelId="{EAF236B3-2EDE-4B4C-85C8-B4AE3205037B}" type="pres">
      <dgm:prSet presAssocID="{8EB1C1FD-2F03-40E9-8436-01585094500E}" presName="level" presStyleLbl="node1" presStyleIdx="2" presStyleCnt="5">
        <dgm:presLayoutVars>
          <dgm:chMax val="1"/>
          <dgm:bulletEnabled val="1"/>
        </dgm:presLayoutVars>
      </dgm:prSet>
      <dgm:spPr/>
      <dgm:t>
        <a:bodyPr/>
        <a:lstStyle/>
        <a:p>
          <a:endParaRPr lang="en-US"/>
        </a:p>
      </dgm:t>
    </dgm:pt>
    <dgm:pt modelId="{BBE563C5-F393-4AB0-A48E-48A5CE7422D9}" type="pres">
      <dgm:prSet presAssocID="{8EB1C1FD-2F03-40E9-8436-01585094500E}" presName="levelTx" presStyleLbl="revTx" presStyleIdx="0" presStyleCnt="0">
        <dgm:presLayoutVars>
          <dgm:chMax val="1"/>
          <dgm:bulletEnabled val="1"/>
        </dgm:presLayoutVars>
      </dgm:prSet>
      <dgm:spPr/>
      <dgm:t>
        <a:bodyPr/>
        <a:lstStyle/>
        <a:p>
          <a:endParaRPr lang="en-US"/>
        </a:p>
      </dgm:t>
    </dgm:pt>
    <dgm:pt modelId="{F24AD2D7-EFBE-43BB-8269-103E4E167516}" type="pres">
      <dgm:prSet presAssocID="{51E66555-7931-4685-9115-95223C2E9AD2}" presName="Name8" presStyleCnt="0"/>
      <dgm:spPr/>
    </dgm:pt>
    <dgm:pt modelId="{4CB7FB2B-68E7-4A56-9E40-06D7E59386AD}" type="pres">
      <dgm:prSet presAssocID="{51E66555-7931-4685-9115-95223C2E9AD2}" presName="level" presStyleLbl="node1" presStyleIdx="3" presStyleCnt="5">
        <dgm:presLayoutVars>
          <dgm:chMax val="1"/>
          <dgm:bulletEnabled val="1"/>
        </dgm:presLayoutVars>
      </dgm:prSet>
      <dgm:spPr/>
      <dgm:t>
        <a:bodyPr/>
        <a:lstStyle/>
        <a:p>
          <a:endParaRPr lang="en-US"/>
        </a:p>
      </dgm:t>
    </dgm:pt>
    <dgm:pt modelId="{FF034A05-E326-4B68-99EE-FC4175B0DCFE}" type="pres">
      <dgm:prSet presAssocID="{51E66555-7931-4685-9115-95223C2E9AD2}" presName="levelTx" presStyleLbl="revTx" presStyleIdx="0" presStyleCnt="0">
        <dgm:presLayoutVars>
          <dgm:chMax val="1"/>
          <dgm:bulletEnabled val="1"/>
        </dgm:presLayoutVars>
      </dgm:prSet>
      <dgm:spPr/>
      <dgm:t>
        <a:bodyPr/>
        <a:lstStyle/>
        <a:p>
          <a:endParaRPr lang="en-US"/>
        </a:p>
      </dgm:t>
    </dgm:pt>
    <dgm:pt modelId="{82C353AF-F874-4345-9A55-2441A52DBA82}" type="pres">
      <dgm:prSet presAssocID="{D595CBE7-6580-4EDF-A726-A904E17D99D1}" presName="Name8" presStyleCnt="0"/>
      <dgm:spPr/>
    </dgm:pt>
    <dgm:pt modelId="{7AB1249E-838D-4929-B238-2DAAA4948763}" type="pres">
      <dgm:prSet presAssocID="{D595CBE7-6580-4EDF-A726-A904E17D99D1}" presName="level" presStyleLbl="node1" presStyleIdx="4" presStyleCnt="5">
        <dgm:presLayoutVars>
          <dgm:chMax val="1"/>
          <dgm:bulletEnabled val="1"/>
        </dgm:presLayoutVars>
      </dgm:prSet>
      <dgm:spPr/>
      <dgm:t>
        <a:bodyPr/>
        <a:lstStyle/>
        <a:p>
          <a:endParaRPr lang="en-US"/>
        </a:p>
      </dgm:t>
    </dgm:pt>
    <dgm:pt modelId="{0E35911E-DBB4-4F67-AE60-8679B70D403A}" type="pres">
      <dgm:prSet presAssocID="{D595CBE7-6580-4EDF-A726-A904E17D99D1}" presName="levelTx" presStyleLbl="revTx" presStyleIdx="0" presStyleCnt="0">
        <dgm:presLayoutVars>
          <dgm:chMax val="1"/>
          <dgm:bulletEnabled val="1"/>
        </dgm:presLayoutVars>
      </dgm:prSet>
      <dgm:spPr/>
      <dgm:t>
        <a:bodyPr/>
        <a:lstStyle/>
        <a:p>
          <a:endParaRPr lang="en-US"/>
        </a:p>
      </dgm:t>
    </dgm:pt>
  </dgm:ptLst>
  <dgm:cxnLst>
    <dgm:cxn modelId="{11006148-F32F-4A4B-816C-F19D84FA626E}" type="presOf" srcId="{015BED0D-A332-45BF-A254-C28E18CD123B}" destId="{8A2FB4DA-AE54-4B62-9423-276465339447}" srcOrd="0" destOrd="0" presId="urn:microsoft.com/office/officeart/2005/8/layout/pyramid1"/>
    <dgm:cxn modelId="{868CDDB9-7E3B-4E9A-A6B6-A3DE4D61F47B}" srcId="{071413E2-F30D-4036-8083-24AA3577685D}" destId="{8EB1C1FD-2F03-40E9-8436-01585094500E}" srcOrd="2" destOrd="0" parTransId="{717A17AB-8DE9-4A22-A1F2-B8A993150074}" sibTransId="{83D89008-68B3-46A7-85D0-3A6F260C8E37}"/>
    <dgm:cxn modelId="{A140091D-F170-495F-AEA2-9D66ED9844F7}" srcId="{071413E2-F30D-4036-8083-24AA3577685D}" destId="{B968FDC0-B695-4B95-AA17-0B9FB5B124B1}" srcOrd="1" destOrd="0" parTransId="{4DD8E246-BEA4-449D-A7E1-E9E256048AA3}" sibTransId="{F8A3A650-C07A-4E59-8229-DE46CF3F0584}"/>
    <dgm:cxn modelId="{629809FB-41D2-4939-9246-6314CDAFE480}" srcId="{071413E2-F30D-4036-8083-24AA3577685D}" destId="{51E66555-7931-4685-9115-95223C2E9AD2}" srcOrd="3" destOrd="0" parTransId="{9A63E6A2-F471-4DD3-8128-3DB4EC5B0AC2}" sibTransId="{E7FE22EF-FE3E-42C1-8285-7F07C9957818}"/>
    <dgm:cxn modelId="{CCE72876-8478-4AC1-BA94-9764963C6DA2}" type="presOf" srcId="{B968FDC0-B695-4B95-AA17-0B9FB5B124B1}" destId="{02F13E0A-DE75-410D-A718-954BEEDC8D34}" srcOrd="0" destOrd="0" presId="urn:microsoft.com/office/officeart/2005/8/layout/pyramid1"/>
    <dgm:cxn modelId="{89CFB791-0D09-4CBD-BC20-13B3E02CD33F}" srcId="{071413E2-F30D-4036-8083-24AA3577685D}" destId="{D595CBE7-6580-4EDF-A726-A904E17D99D1}" srcOrd="4" destOrd="0" parTransId="{15871D09-53E0-4D7F-99E0-5A56F19BACFE}" sibTransId="{CA6492FD-E1CB-42E1-97AD-3061638B5335}"/>
    <dgm:cxn modelId="{1EB3CD86-FA43-4EEF-A23C-BA77C24D5A7C}" type="presOf" srcId="{D595CBE7-6580-4EDF-A726-A904E17D99D1}" destId="{0E35911E-DBB4-4F67-AE60-8679B70D403A}" srcOrd="1" destOrd="0" presId="urn:microsoft.com/office/officeart/2005/8/layout/pyramid1"/>
    <dgm:cxn modelId="{78DB32AA-0EB9-433C-81F5-7AD8B2A6FF62}" srcId="{071413E2-F30D-4036-8083-24AA3577685D}" destId="{015BED0D-A332-45BF-A254-C28E18CD123B}" srcOrd="0" destOrd="0" parTransId="{D742A719-1775-4661-92C4-605B55DCD748}" sibTransId="{C84CB599-EBC4-487B-B77C-1D95319AB380}"/>
    <dgm:cxn modelId="{C145066F-63CF-40A4-9703-F65D6BE0D6E9}" type="presOf" srcId="{015BED0D-A332-45BF-A254-C28E18CD123B}" destId="{AD845C30-8D6B-46A0-92C1-E46613C76403}" srcOrd="1" destOrd="0" presId="urn:microsoft.com/office/officeart/2005/8/layout/pyramid1"/>
    <dgm:cxn modelId="{0C9D43EF-8745-492C-9201-73E65D4BEFF6}" type="presOf" srcId="{51E66555-7931-4685-9115-95223C2E9AD2}" destId="{4CB7FB2B-68E7-4A56-9E40-06D7E59386AD}" srcOrd="0" destOrd="0" presId="urn:microsoft.com/office/officeart/2005/8/layout/pyramid1"/>
    <dgm:cxn modelId="{E4AD234C-CEE5-43D0-A5EB-6656F904F9C5}" type="presOf" srcId="{071413E2-F30D-4036-8083-24AA3577685D}" destId="{F7C79B6B-B2BB-457F-B0F0-D7EF1409EC1A}" srcOrd="0" destOrd="0" presId="urn:microsoft.com/office/officeart/2005/8/layout/pyramid1"/>
    <dgm:cxn modelId="{E11708FF-B2B8-4BE8-AFBB-42E65574EFD8}" type="presOf" srcId="{51E66555-7931-4685-9115-95223C2E9AD2}" destId="{FF034A05-E326-4B68-99EE-FC4175B0DCFE}" srcOrd="1" destOrd="0" presId="urn:microsoft.com/office/officeart/2005/8/layout/pyramid1"/>
    <dgm:cxn modelId="{36BF1B3C-87E0-4624-B286-392F258C0673}" type="presOf" srcId="{8EB1C1FD-2F03-40E9-8436-01585094500E}" destId="{EAF236B3-2EDE-4B4C-85C8-B4AE3205037B}" srcOrd="0" destOrd="0" presId="urn:microsoft.com/office/officeart/2005/8/layout/pyramid1"/>
    <dgm:cxn modelId="{1101EF2E-D2CD-4E48-B366-12CF8164B351}" type="presOf" srcId="{B968FDC0-B695-4B95-AA17-0B9FB5B124B1}" destId="{D4F7E2E1-85EB-4DC3-8543-F6EDF0F574BD}" srcOrd="1" destOrd="0" presId="urn:microsoft.com/office/officeart/2005/8/layout/pyramid1"/>
    <dgm:cxn modelId="{40029340-1CFA-4171-A16F-3FFE32039E56}" type="presOf" srcId="{D595CBE7-6580-4EDF-A726-A904E17D99D1}" destId="{7AB1249E-838D-4929-B238-2DAAA4948763}" srcOrd="0" destOrd="0" presId="urn:microsoft.com/office/officeart/2005/8/layout/pyramid1"/>
    <dgm:cxn modelId="{F01E8730-3A25-4BCE-84F5-58DADA90C4C1}" type="presOf" srcId="{8EB1C1FD-2F03-40E9-8436-01585094500E}" destId="{BBE563C5-F393-4AB0-A48E-48A5CE7422D9}" srcOrd="1" destOrd="0" presId="urn:microsoft.com/office/officeart/2005/8/layout/pyramid1"/>
    <dgm:cxn modelId="{21A36801-A7C1-4223-ADAE-70DF7F3E6FC1}" type="presParOf" srcId="{F7C79B6B-B2BB-457F-B0F0-D7EF1409EC1A}" destId="{0DDAE685-A0D3-47A5-94D2-B272914245C5}" srcOrd="0" destOrd="0" presId="urn:microsoft.com/office/officeart/2005/8/layout/pyramid1"/>
    <dgm:cxn modelId="{30830896-4661-4C2A-8009-C7D186827B3D}" type="presParOf" srcId="{0DDAE685-A0D3-47A5-94D2-B272914245C5}" destId="{8A2FB4DA-AE54-4B62-9423-276465339447}" srcOrd="0" destOrd="0" presId="urn:microsoft.com/office/officeart/2005/8/layout/pyramid1"/>
    <dgm:cxn modelId="{0ECB759E-6D78-40E3-B57A-399CD8AA5989}" type="presParOf" srcId="{0DDAE685-A0D3-47A5-94D2-B272914245C5}" destId="{AD845C30-8D6B-46A0-92C1-E46613C76403}" srcOrd="1" destOrd="0" presId="urn:microsoft.com/office/officeart/2005/8/layout/pyramid1"/>
    <dgm:cxn modelId="{4CE8956D-140D-4F28-B200-BB86391082AD}" type="presParOf" srcId="{F7C79B6B-B2BB-457F-B0F0-D7EF1409EC1A}" destId="{D3AA666D-D140-4FA7-B822-8A41C4088524}" srcOrd="1" destOrd="0" presId="urn:microsoft.com/office/officeart/2005/8/layout/pyramid1"/>
    <dgm:cxn modelId="{2AB03DC4-E725-489C-AE80-8CB44DA22946}" type="presParOf" srcId="{D3AA666D-D140-4FA7-B822-8A41C4088524}" destId="{02F13E0A-DE75-410D-A718-954BEEDC8D34}" srcOrd="0" destOrd="0" presId="urn:microsoft.com/office/officeart/2005/8/layout/pyramid1"/>
    <dgm:cxn modelId="{A030EFE5-3506-4C4A-B19B-5916883AF951}" type="presParOf" srcId="{D3AA666D-D140-4FA7-B822-8A41C4088524}" destId="{D4F7E2E1-85EB-4DC3-8543-F6EDF0F574BD}" srcOrd="1" destOrd="0" presId="urn:microsoft.com/office/officeart/2005/8/layout/pyramid1"/>
    <dgm:cxn modelId="{206AC4AD-530B-4C80-881C-20F559E82160}" type="presParOf" srcId="{F7C79B6B-B2BB-457F-B0F0-D7EF1409EC1A}" destId="{991DBD5A-103F-4490-9651-E0E766752406}" srcOrd="2" destOrd="0" presId="urn:microsoft.com/office/officeart/2005/8/layout/pyramid1"/>
    <dgm:cxn modelId="{7FB70163-12E4-4A17-ACEB-25E11B5D49B0}" type="presParOf" srcId="{991DBD5A-103F-4490-9651-E0E766752406}" destId="{EAF236B3-2EDE-4B4C-85C8-B4AE3205037B}" srcOrd="0" destOrd="0" presId="urn:microsoft.com/office/officeart/2005/8/layout/pyramid1"/>
    <dgm:cxn modelId="{460A9600-71D8-4B0D-97E3-3C759ADEB640}" type="presParOf" srcId="{991DBD5A-103F-4490-9651-E0E766752406}" destId="{BBE563C5-F393-4AB0-A48E-48A5CE7422D9}" srcOrd="1" destOrd="0" presId="urn:microsoft.com/office/officeart/2005/8/layout/pyramid1"/>
    <dgm:cxn modelId="{D4A220D1-C933-441B-8A5C-CD88FEAC0B66}" type="presParOf" srcId="{F7C79B6B-B2BB-457F-B0F0-D7EF1409EC1A}" destId="{F24AD2D7-EFBE-43BB-8269-103E4E167516}" srcOrd="3" destOrd="0" presId="urn:microsoft.com/office/officeart/2005/8/layout/pyramid1"/>
    <dgm:cxn modelId="{8E6F6E79-C390-4CC7-9E3F-727AD3D3FFB7}" type="presParOf" srcId="{F24AD2D7-EFBE-43BB-8269-103E4E167516}" destId="{4CB7FB2B-68E7-4A56-9E40-06D7E59386AD}" srcOrd="0" destOrd="0" presId="urn:microsoft.com/office/officeart/2005/8/layout/pyramid1"/>
    <dgm:cxn modelId="{41A6DB5B-FDBC-45BE-B555-D0FAE0EC0FC6}" type="presParOf" srcId="{F24AD2D7-EFBE-43BB-8269-103E4E167516}" destId="{FF034A05-E326-4B68-99EE-FC4175B0DCFE}" srcOrd="1" destOrd="0" presId="urn:microsoft.com/office/officeart/2005/8/layout/pyramid1"/>
    <dgm:cxn modelId="{37991004-E927-4EBC-8E63-7358B8C35D0C}" type="presParOf" srcId="{F7C79B6B-B2BB-457F-B0F0-D7EF1409EC1A}" destId="{82C353AF-F874-4345-9A55-2441A52DBA82}" srcOrd="4" destOrd="0" presId="urn:microsoft.com/office/officeart/2005/8/layout/pyramid1"/>
    <dgm:cxn modelId="{51693B0E-7358-46E8-9E47-524A415A8D6A}" type="presParOf" srcId="{82C353AF-F874-4345-9A55-2441A52DBA82}" destId="{7AB1249E-838D-4929-B238-2DAAA4948763}" srcOrd="0" destOrd="0" presId="urn:microsoft.com/office/officeart/2005/8/layout/pyramid1"/>
    <dgm:cxn modelId="{3B3C6A9E-77D0-4861-A4DD-E525E5A69CED}" type="presParOf" srcId="{82C353AF-F874-4345-9A55-2441A52DBA82}" destId="{0E35911E-DBB4-4F67-AE60-8679B70D403A}" srcOrd="1" destOrd="0" presId="urn:microsoft.com/office/officeart/2005/8/layout/pyramid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ea typeface="+mn-ea"/>
                <a:cs typeface="+mn-cs"/>
              </a:defRPr>
            </a:lvl1pPr>
          </a:lstStyle>
          <a:p>
            <a:pPr>
              <a:defRPr/>
            </a:pPr>
            <a:fld id="{F26ED622-7DB6-1647-BF67-06894C64E8A6}" type="datetimeFigureOut">
              <a:rPr lang="en-US"/>
              <a:pPr>
                <a:defRPr/>
              </a:pPr>
              <a:t>12/31/2023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ea typeface="+mn-ea"/>
                <a:cs typeface="+mn-cs"/>
              </a:defRPr>
            </a:lvl1pPr>
          </a:lstStyle>
          <a:p>
            <a:pPr>
              <a:defRPr/>
            </a:pPr>
            <a:fld id="{C79E43F0-17D7-9042-B560-DDCF3897C405}" type="slidenum">
              <a:rPr lang="en-US"/>
              <a:pPr>
                <a:defRPr/>
              </a:pPr>
              <a:t>‹#›</a:t>
            </a:fld>
            <a:endParaRPr lang="en-US"/>
          </a:p>
        </p:txBody>
      </p:sp>
    </p:spTree>
    <p:extLst>
      <p:ext uri="{BB962C8B-B14F-4D97-AF65-F5344CB8AC3E}">
        <p14:creationId xmlns:p14="http://schemas.microsoft.com/office/powerpoint/2010/main" val="141217726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ea typeface="+mn-ea"/>
                <a:cs typeface="+mn-cs"/>
              </a:defRPr>
            </a:lvl1pPr>
          </a:lstStyle>
          <a:p>
            <a:pPr>
              <a:defRPr/>
            </a:pPr>
            <a:fld id="{CD918526-E670-A741-9DF2-9B9FD1F522BE}" type="datetimeFigureOut">
              <a:rPr lang="en-US"/>
              <a:pPr>
                <a:defRPr/>
              </a:pPr>
              <a:t>12/31/2023</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ea typeface="+mn-ea"/>
                <a:cs typeface="+mn-cs"/>
              </a:defRPr>
            </a:lvl1pPr>
          </a:lstStyle>
          <a:p>
            <a:pPr>
              <a:defRPr/>
            </a:pPr>
            <a:fld id="{0FCFE407-59DA-4749-9C33-228AC5BC3DEB}" type="slidenum">
              <a:rPr lang="en-US"/>
              <a:pPr>
                <a:defRPr/>
              </a:pPr>
              <a:t>‹#›</a:t>
            </a:fld>
            <a:endParaRPr lang="en-US"/>
          </a:p>
        </p:txBody>
      </p:sp>
    </p:spTree>
    <p:extLst>
      <p:ext uri="{BB962C8B-B14F-4D97-AF65-F5344CB8AC3E}">
        <p14:creationId xmlns:p14="http://schemas.microsoft.com/office/powerpoint/2010/main" val="242274271"/>
      </p:ext>
    </p:extLst>
  </p:cSld>
  <p:clrMap bg1="lt1" tx1="dk1" bg2="lt2" tx2="dk2" accent1="accent1" accent2="accent2" accent3="accent3" accent4="accent4" accent5="accent5" accent6="accent6" hlink="hlink" folHlink="folHlink"/>
  <p:hf hdr="0" ftr="0" dt="0"/>
  <p:notesStyle>
    <a:lvl1pPr algn="l" defTabSz="653110" rtl="0" fontAlgn="base">
      <a:spcBef>
        <a:spcPct val="30000"/>
      </a:spcBef>
      <a:spcAft>
        <a:spcPct val="0"/>
      </a:spcAft>
      <a:defRPr sz="1700" kern="1200">
        <a:solidFill>
          <a:schemeClr val="tx1"/>
        </a:solidFill>
        <a:latin typeface="+mn-lt"/>
        <a:ea typeface="ＭＳ Ｐゴシック" charset="0"/>
        <a:cs typeface="ＭＳ Ｐゴシック" charset="0"/>
      </a:defRPr>
    </a:lvl1pPr>
    <a:lvl2pPr marL="653110" algn="l" defTabSz="653110" rtl="0" fontAlgn="base">
      <a:spcBef>
        <a:spcPct val="30000"/>
      </a:spcBef>
      <a:spcAft>
        <a:spcPct val="0"/>
      </a:spcAft>
      <a:defRPr sz="1700" kern="1200">
        <a:solidFill>
          <a:schemeClr val="tx1"/>
        </a:solidFill>
        <a:latin typeface="+mn-lt"/>
        <a:ea typeface="ＭＳ Ｐゴシック" charset="0"/>
        <a:cs typeface="+mn-cs"/>
      </a:defRPr>
    </a:lvl2pPr>
    <a:lvl3pPr marL="1306220" algn="l" defTabSz="653110" rtl="0" fontAlgn="base">
      <a:spcBef>
        <a:spcPct val="30000"/>
      </a:spcBef>
      <a:spcAft>
        <a:spcPct val="0"/>
      </a:spcAft>
      <a:defRPr sz="1700" kern="1200">
        <a:solidFill>
          <a:schemeClr val="tx1"/>
        </a:solidFill>
        <a:latin typeface="+mn-lt"/>
        <a:ea typeface="ＭＳ Ｐゴシック" charset="0"/>
        <a:cs typeface="+mn-cs"/>
      </a:defRPr>
    </a:lvl3pPr>
    <a:lvl4pPr marL="1959331" algn="l" defTabSz="653110" rtl="0" fontAlgn="base">
      <a:spcBef>
        <a:spcPct val="30000"/>
      </a:spcBef>
      <a:spcAft>
        <a:spcPct val="0"/>
      </a:spcAft>
      <a:defRPr sz="1700" kern="1200">
        <a:solidFill>
          <a:schemeClr val="tx1"/>
        </a:solidFill>
        <a:latin typeface="+mn-lt"/>
        <a:ea typeface="ＭＳ Ｐゴシック" charset="0"/>
        <a:cs typeface="+mn-cs"/>
      </a:defRPr>
    </a:lvl4pPr>
    <a:lvl5pPr marL="2612441" algn="l" defTabSz="653110" rtl="0" fontAlgn="base">
      <a:spcBef>
        <a:spcPct val="30000"/>
      </a:spcBef>
      <a:spcAft>
        <a:spcPct val="0"/>
      </a:spcAft>
      <a:defRPr sz="1700" kern="1200">
        <a:solidFill>
          <a:schemeClr val="tx1"/>
        </a:solidFill>
        <a:latin typeface="+mn-lt"/>
        <a:ea typeface="ＭＳ Ｐゴシック" charset="0"/>
        <a:cs typeface="+mn-cs"/>
      </a:defRPr>
    </a:lvl5pPr>
    <a:lvl6pPr marL="3265551" algn="l" defTabSz="653110" rtl="0" eaLnBrk="1" latinLnBrk="0" hangingPunct="1">
      <a:defRPr sz="1700" kern="1200">
        <a:solidFill>
          <a:schemeClr val="tx1"/>
        </a:solidFill>
        <a:latin typeface="+mn-lt"/>
        <a:ea typeface="+mn-ea"/>
        <a:cs typeface="+mn-cs"/>
      </a:defRPr>
    </a:lvl6pPr>
    <a:lvl7pPr marL="3918661" algn="l" defTabSz="653110" rtl="0" eaLnBrk="1" latinLnBrk="0" hangingPunct="1">
      <a:defRPr sz="1700" kern="1200">
        <a:solidFill>
          <a:schemeClr val="tx1"/>
        </a:solidFill>
        <a:latin typeface="+mn-lt"/>
        <a:ea typeface="+mn-ea"/>
        <a:cs typeface="+mn-cs"/>
      </a:defRPr>
    </a:lvl7pPr>
    <a:lvl8pPr marL="4571771" algn="l" defTabSz="653110" rtl="0" eaLnBrk="1" latinLnBrk="0" hangingPunct="1">
      <a:defRPr sz="1700" kern="1200">
        <a:solidFill>
          <a:schemeClr val="tx1"/>
        </a:solidFill>
        <a:latin typeface="+mn-lt"/>
        <a:ea typeface="+mn-ea"/>
        <a:cs typeface="+mn-cs"/>
      </a:defRPr>
    </a:lvl8pPr>
    <a:lvl9pPr marL="5224882" algn="l" defTabSz="653110" rtl="0" eaLnBrk="1" latinLnBrk="0" hangingPunct="1">
      <a:defRPr sz="17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introductions </a:t>
            </a:r>
          </a:p>
        </p:txBody>
      </p:sp>
    </p:spTree>
    <p:extLst>
      <p:ext uri="{BB962C8B-B14F-4D97-AF65-F5344CB8AC3E}">
        <p14:creationId xmlns:p14="http://schemas.microsoft.com/office/powerpoint/2010/main" val="14359073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sz="1600" b="0" i="0" u="none" strike="noStrike" baseline="0" dirty="0">
                <a:solidFill>
                  <a:srgbClr val="000000"/>
                </a:solidFill>
                <a:latin typeface="Cambria" panose="02040503050406030204" pitchFamily="18" charset="0"/>
              </a:rPr>
              <a:t>All devices will have some level of risk. What is “Acceptable” varies from culture to culture and person to person. Device risk has to be considered in the context of the benefits it provides weighed against the risks. The broad definition of “Unacceptable risk” is if the benefits a device provides does not outweigh its risks</a:t>
            </a:r>
          </a:p>
          <a:p>
            <a:pPr algn="just"/>
            <a:r>
              <a:rPr lang="en-US" sz="1600" b="0" i="0" u="none" strike="noStrike" baseline="0" dirty="0">
                <a:solidFill>
                  <a:srgbClr val="000000"/>
                </a:solidFill>
                <a:latin typeface="Cambria" panose="02040503050406030204" pitchFamily="18" charset="0"/>
              </a:rPr>
              <a:t>Definition of Risk: the combination of the probability of occurrence of </a:t>
            </a:r>
            <a:r>
              <a:rPr lang="en-US" sz="1600" b="0" i="1" u="none" strike="noStrike" baseline="0" dirty="0">
                <a:solidFill>
                  <a:srgbClr val="000000"/>
                </a:solidFill>
                <a:latin typeface="Cambria" panose="02040503050406030204" pitchFamily="18" charset="0"/>
              </a:rPr>
              <a:t>harm </a:t>
            </a:r>
            <a:r>
              <a:rPr lang="en-US" sz="1600" b="0" i="0" u="none" strike="noStrike" baseline="0" dirty="0">
                <a:solidFill>
                  <a:srgbClr val="000000"/>
                </a:solidFill>
                <a:latin typeface="Cambria" panose="02040503050406030204" pitchFamily="18" charset="0"/>
              </a:rPr>
              <a:t>and the </a:t>
            </a:r>
            <a:r>
              <a:rPr lang="en-US" sz="1600" b="0" i="1" u="none" strike="noStrike" baseline="0" dirty="0">
                <a:solidFill>
                  <a:srgbClr val="000000"/>
                </a:solidFill>
                <a:latin typeface="Cambria" panose="02040503050406030204" pitchFamily="18" charset="0"/>
              </a:rPr>
              <a:t>severity</a:t>
            </a:r>
            <a:r>
              <a:rPr lang="en-US" sz="1600" b="0" i="0" u="none" strike="noStrike" baseline="0" dirty="0">
                <a:solidFill>
                  <a:srgbClr val="000000"/>
                </a:solidFill>
                <a:latin typeface="Cambria" panose="02040503050406030204" pitchFamily="18" charset="0"/>
              </a:rPr>
              <a:t> of that </a:t>
            </a:r>
            <a:r>
              <a:rPr lang="en-US" sz="1600" b="0" i="1" u="none" strike="noStrike" baseline="0" dirty="0">
                <a:solidFill>
                  <a:srgbClr val="000000"/>
                </a:solidFill>
                <a:latin typeface="Cambria" panose="02040503050406030204" pitchFamily="18" charset="0"/>
              </a:rPr>
              <a:t>harm</a:t>
            </a:r>
            <a:endParaRPr lang="en-US" sz="1600" dirty="0"/>
          </a:p>
        </p:txBody>
      </p:sp>
      <p:sp>
        <p:nvSpPr>
          <p:cNvPr id="4" name="Slide Number Placeholder 3"/>
          <p:cNvSpPr>
            <a:spLocks noGrp="1"/>
          </p:cNvSpPr>
          <p:nvPr>
            <p:ph type="sldNum" sz="quarter" idx="5"/>
          </p:nvPr>
        </p:nvSpPr>
        <p:spPr/>
        <p:txBody>
          <a:bodyPr/>
          <a:lstStyle/>
          <a:p>
            <a:pPr>
              <a:defRPr/>
            </a:pPr>
            <a:fld id="{0FCFE407-59DA-4749-9C33-228AC5BC3DEB}" type="slidenum">
              <a:rPr lang="en-US" smtClean="0"/>
              <a:pPr>
                <a:defRPr/>
              </a:pPr>
              <a:t>2</a:t>
            </a:fld>
            <a:endParaRPr lang="en-US"/>
          </a:p>
        </p:txBody>
      </p:sp>
    </p:spTree>
    <p:extLst>
      <p:ext uri="{BB962C8B-B14F-4D97-AF65-F5344CB8AC3E}">
        <p14:creationId xmlns:p14="http://schemas.microsoft.com/office/powerpoint/2010/main" val="13095995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is to present a high-level overview of some of the key elements of medical device RM based on ISO 14971 – internationally recognized device RM standard</a:t>
            </a:r>
          </a:p>
        </p:txBody>
      </p:sp>
      <p:sp>
        <p:nvSpPr>
          <p:cNvPr id="4" name="Slide Number Placeholder 3"/>
          <p:cNvSpPr>
            <a:spLocks noGrp="1"/>
          </p:cNvSpPr>
          <p:nvPr>
            <p:ph type="sldNum" sz="quarter" idx="5"/>
          </p:nvPr>
        </p:nvSpPr>
        <p:spPr/>
        <p:txBody>
          <a:bodyPr/>
          <a:lstStyle/>
          <a:p>
            <a:pPr>
              <a:defRPr/>
            </a:pPr>
            <a:fld id="{0FCFE407-59DA-4749-9C33-228AC5BC3DEB}" type="slidenum">
              <a:rPr lang="en-US" smtClean="0"/>
              <a:pPr>
                <a:defRPr/>
              </a:pPr>
              <a:t>3</a:t>
            </a:fld>
            <a:endParaRPr lang="en-US"/>
          </a:p>
        </p:txBody>
      </p:sp>
    </p:spTree>
    <p:extLst>
      <p:ext uri="{BB962C8B-B14F-4D97-AF65-F5344CB8AC3E}">
        <p14:creationId xmlns:p14="http://schemas.microsoft.com/office/powerpoint/2010/main" val="32173598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does ISO 14971 fit into the regulatory framework? Standards are voluntary but in general can help implement the intent of the regulations</a:t>
            </a:r>
          </a:p>
          <a:p>
            <a:r>
              <a:rPr lang="en-US" dirty="0"/>
              <a:t>Note: level of detail generally decreases moving up the triangle. Companies use standards and guidance to inform their policies and procedure to meet the requirements of the regulations and laws.</a:t>
            </a:r>
          </a:p>
        </p:txBody>
      </p:sp>
      <p:sp>
        <p:nvSpPr>
          <p:cNvPr id="4" name="Slide Number Placeholder 3"/>
          <p:cNvSpPr>
            <a:spLocks noGrp="1"/>
          </p:cNvSpPr>
          <p:nvPr>
            <p:ph type="sldNum" sz="quarter" idx="5"/>
          </p:nvPr>
        </p:nvSpPr>
        <p:spPr/>
        <p:txBody>
          <a:bodyPr/>
          <a:lstStyle/>
          <a:p>
            <a:pPr>
              <a:defRPr/>
            </a:pPr>
            <a:fld id="{0FCFE407-59DA-4749-9C33-228AC5BC3DEB}" type="slidenum">
              <a:rPr lang="en-US" smtClean="0"/>
              <a:pPr>
                <a:defRPr/>
              </a:pPr>
              <a:t>5</a:t>
            </a:fld>
            <a:endParaRPr lang="en-US"/>
          </a:p>
        </p:txBody>
      </p:sp>
    </p:spTree>
    <p:extLst>
      <p:ext uri="{BB962C8B-B14F-4D97-AF65-F5344CB8AC3E}">
        <p14:creationId xmlns:p14="http://schemas.microsoft.com/office/powerpoint/2010/main" val="14180528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many medical device standards that should be used to help develop safe and effective products. I’ve included a few for reference. Note specifically IEC 62366-1 for the usability engineering process. </a:t>
            </a:r>
          </a:p>
        </p:txBody>
      </p:sp>
      <p:sp>
        <p:nvSpPr>
          <p:cNvPr id="4" name="Slide Number Placeholder 3"/>
          <p:cNvSpPr>
            <a:spLocks noGrp="1"/>
          </p:cNvSpPr>
          <p:nvPr>
            <p:ph type="sldNum" sz="quarter" idx="5"/>
          </p:nvPr>
        </p:nvSpPr>
        <p:spPr/>
        <p:txBody>
          <a:bodyPr/>
          <a:lstStyle/>
          <a:p>
            <a:pPr>
              <a:defRPr/>
            </a:pPr>
            <a:fld id="{0FCFE407-59DA-4749-9C33-228AC5BC3DEB}" type="slidenum">
              <a:rPr lang="en-US" smtClean="0"/>
              <a:pPr>
                <a:defRPr/>
              </a:pPr>
              <a:t>6</a:t>
            </a:fld>
            <a:endParaRPr lang="en-US"/>
          </a:p>
        </p:txBody>
      </p:sp>
    </p:spTree>
    <p:extLst>
      <p:ext uri="{BB962C8B-B14F-4D97-AF65-F5344CB8AC3E}">
        <p14:creationId xmlns:p14="http://schemas.microsoft.com/office/powerpoint/2010/main" val="27007353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53110" rtl="0" eaLnBrk="1" fontAlgn="base" latinLnBrk="0" hangingPunct="1">
              <a:lnSpc>
                <a:spcPct val="100000"/>
              </a:lnSpc>
              <a:spcBef>
                <a:spcPct val="30000"/>
              </a:spcBef>
              <a:spcAft>
                <a:spcPct val="0"/>
              </a:spcAft>
              <a:buClrTx/>
              <a:buSzTx/>
              <a:buFontTx/>
              <a:buNone/>
              <a:tabLst/>
              <a:defRPr/>
            </a:pPr>
            <a:r>
              <a:rPr lang="en-US" dirty="0"/>
              <a:t>Note the difference between process standards and product safety standards. Process standards define requirements for a process while product safety standards identify hazards/risks and requirements for controlling those risks.</a:t>
            </a:r>
          </a:p>
          <a:p>
            <a:endParaRPr lang="en-US" dirty="0"/>
          </a:p>
        </p:txBody>
      </p:sp>
      <p:sp>
        <p:nvSpPr>
          <p:cNvPr id="4" name="Slide Number Placeholder 3"/>
          <p:cNvSpPr>
            <a:spLocks noGrp="1"/>
          </p:cNvSpPr>
          <p:nvPr>
            <p:ph type="sldNum" sz="quarter" idx="5"/>
          </p:nvPr>
        </p:nvSpPr>
        <p:spPr/>
        <p:txBody>
          <a:bodyPr/>
          <a:lstStyle/>
          <a:p>
            <a:pPr>
              <a:defRPr/>
            </a:pPr>
            <a:fld id="{0FCFE407-59DA-4749-9C33-228AC5BC3DEB}" type="slidenum">
              <a:rPr lang="en-US" smtClean="0"/>
              <a:pPr>
                <a:defRPr/>
              </a:pPr>
              <a:t>7</a:t>
            </a:fld>
            <a:endParaRPr lang="en-US"/>
          </a:p>
        </p:txBody>
      </p:sp>
    </p:spTree>
    <p:extLst>
      <p:ext uri="{BB962C8B-B14F-4D97-AF65-F5344CB8AC3E}">
        <p14:creationId xmlns:p14="http://schemas.microsoft.com/office/powerpoint/2010/main" val="29749355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standards are voluntary (at least for FDA). However, FDA and other regulatory bodies “recognize” certain standards as “state of the art” and being able to show conformance to a recognized standard reduces regulatory burden for companies. Product safety standards are good sources of hazards and possible controls. Same with FDA guidance documents. </a:t>
            </a:r>
          </a:p>
        </p:txBody>
      </p:sp>
      <p:sp>
        <p:nvSpPr>
          <p:cNvPr id="4" name="Slide Number Placeholder 3"/>
          <p:cNvSpPr>
            <a:spLocks noGrp="1"/>
          </p:cNvSpPr>
          <p:nvPr>
            <p:ph type="sldNum" sz="quarter" idx="5"/>
          </p:nvPr>
        </p:nvSpPr>
        <p:spPr/>
        <p:txBody>
          <a:bodyPr/>
          <a:lstStyle/>
          <a:p>
            <a:pPr>
              <a:defRPr/>
            </a:pPr>
            <a:fld id="{0FCFE407-59DA-4749-9C33-228AC5BC3DEB}" type="slidenum">
              <a:rPr lang="en-US" smtClean="0"/>
              <a:pPr>
                <a:defRPr/>
              </a:pPr>
              <a:t>8</a:t>
            </a:fld>
            <a:endParaRPr lang="en-US"/>
          </a:p>
        </p:txBody>
      </p:sp>
    </p:spTree>
    <p:extLst>
      <p:ext uri="{BB962C8B-B14F-4D97-AF65-F5344CB8AC3E}">
        <p14:creationId xmlns:p14="http://schemas.microsoft.com/office/powerpoint/2010/main" val="6266003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14971 provides high level requirements for RM but does not specify implementation. It leaves the actual implementation up to medical device manufacturers</a:t>
            </a:r>
          </a:p>
        </p:txBody>
      </p:sp>
      <p:sp>
        <p:nvSpPr>
          <p:cNvPr id="4" name="Slide Number Placeholder 3"/>
          <p:cNvSpPr>
            <a:spLocks noGrp="1"/>
          </p:cNvSpPr>
          <p:nvPr>
            <p:ph type="sldNum" sz="quarter" idx="5"/>
          </p:nvPr>
        </p:nvSpPr>
        <p:spPr/>
        <p:txBody>
          <a:bodyPr/>
          <a:lstStyle/>
          <a:p>
            <a:pPr>
              <a:defRPr/>
            </a:pPr>
            <a:fld id="{0FCFE407-59DA-4749-9C33-228AC5BC3DEB}" type="slidenum">
              <a:rPr lang="en-US" smtClean="0"/>
              <a:pPr>
                <a:defRPr/>
              </a:pPr>
              <a:t>9</a:t>
            </a:fld>
            <a:endParaRPr lang="en-US"/>
          </a:p>
        </p:txBody>
      </p:sp>
    </p:spTree>
    <p:extLst>
      <p:ext uri="{BB962C8B-B14F-4D97-AF65-F5344CB8AC3E}">
        <p14:creationId xmlns:p14="http://schemas.microsoft.com/office/powerpoint/2010/main" val="2221022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53110" rtl="0" eaLnBrk="1" fontAlgn="base" latinLnBrk="0" hangingPunct="1">
              <a:lnSpc>
                <a:spcPct val="100000"/>
              </a:lnSpc>
              <a:spcBef>
                <a:spcPct val="30000"/>
              </a:spcBef>
              <a:spcAft>
                <a:spcPct val="0"/>
              </a:spcAft>
              <a:buClrTx/>
              <a:buSzTx/>
              <a:buFontTx/>
              <a:buNone/>
              <a:tabLst/>
              <a:defRPr/>
            </a:pPr>
            <a:r>
              <a:rPr lang="en-US" dirty="0"/>
              <a:t>14971 is a process standard – defines a standardized RM process framework. Steps in the process are defined in the flow chart. Note that process steps include inputs and generate outputs used in other steps. Also note that RM is iterative and outputs from the process are used in other QMS processes like design controls and human factors (and vice versa). Focus on Risk Analysis, Risk Evaluation, Risk Control, Evaluation of Overall Residual Risk</a:t>
            </a:r>
          </a:p>
        </p:txBody>
      </p:sp>
      <p:sp>
        <p:nvSpPr>
          <p:cNvPr id="4" name="Slide Number Placeholder 3"/>
          <p:cNvSpPr>
            <a:spLocks noGrp="1"/>
          </p:cNvSpPr>
          <p:nvPr>
            <p:ph type="sldNum" sz="quarter" idx="5"/>
          </p:nvPr>
        </p:nvSpPr>
        <p:spPr/>
        <p:txBody>
          <a:bodyPr/>
          <a:lstStyle/>
          <a:p>
            <a:pPr>
              <a:defRPr/>
            </a:pPr>
            <a:fld id="{0FCFE407-59DA-4749-9C33-228AC5BC3DEB}" type="slidenum">
              <a:rPr lang="en-US" smtClean="0"/>
              <a:pPr>
                <a:defRPr/>
              </a:pPr>
              <a:t>10</a:t>
            </a:fld>
            <a:endParaRPr lang="en-US"/>
          </a:p>
        </p:txBody>
      </p:sp>
    </p:spTree>
    <p:extLst>
      <p:ext uri="{BB962C8B-B14F-4D97-AF65-F5344CB8AC3E}">
        <p14:creationId xmlns:p14="http://schemas.microsoft.com/office/powerpoint/2010/main" val="10955742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Usability (and use error) is a key component of medical device risk management. This diagram taken from 62366-1 shows the interactions between the usability engineering process and the risk management process define in ISO 14971</a:t>
            </a:r>
          </a:p>
        </p:txBody>
      </p:sp>
      <p:sp>
        <p:nvSpPr>
          <p:cNvPr id="4" name="Slide Number Placeholder 3"/>
          <p:cNvSpPr>
            <a:spLocks noGrp="1"/>
          </p:cNvSpPr>
          <p:nvPr>
            <p:ph type="sldNum" sz="quarter" idx="5"/>
          </p:nvPr>
        </p:nvSpPr>
        <p:spPr/>
        <p:txBody>
          <a:bodyPr/>
          <a:lstStyle/>
          <a:p>
            <a:pPr>
              <a:defRPr/>
            </a:pPr>
            <a:fld id="{0FCFE407-59DA-4749-9C33-228AC5BC3DEB}" type="slidenum">
              <a:rPr lang="en-US" smtClean="0"/>
              <a:pPr>
                <a:defRPr/>
              </a:pPr>
              <a:t>11</a:t>
            </a:fld>
            <a:endParaRPr lang="en-US"/>
          </a:p>
        </p:txBody>
      </p:sp>
    </p:spTree>
    <p:extLst>
      <p:ext uri="{BB962C8B-B14F-4D97-AF65-F5344CB8AC3E}">
        <p14:creationId xmlns:p14="http://schemas.microsoft.com/office/powerpoint/2010/main" val="11467788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from ISO 14971 have been included for reference. Key concepts for analyzing risk are Intended use, Hazard, Hazardous situation and Harm.  </a:t>
            </a:r>
          </a:p>
        </p:txBody>
      </p:sp>
      <p:sp>
        <p:nvSpPr>
          <p:cNvPr id="4" name="Slide Number Placeholder 3"/>
          <p:cNvSpPr>
            <a:spLocks noGrp="1"/>
          </p:cNvSpPr>
          <p:nvPr>
            <p:ph type="sldNum" sz="quarter" idx="5"/>
          </p:nvPr>
        </p:nvSpPr>
        <p:spPr/>
        <p:txBody>
          <a:bodyPr/>
          <a:lstStyle/>
          <a:p>
            <a:pPr>
              <a:defRPr/>
            </a:pPr>
            <a:fld id="{0FCFE407-59DA-4749-9C33-228AC5BC3DEB}" type="slidenum">
              <a:rPr lang="en-US" smtClean="0"/>
              <a:pPr>
                <a:defRPr/>
              </a:pPr>
              <a:t>12</a:t>
            </a:fld>
            <a:endParaRPr lang="en-US"/>
          </a:p>
        </p:txBody>
      </p:sp>
    </p:spTree>
    <p:extLst>
      <p:ext uri="{BB962C8B-B14F-4D97-AF65-F5344CB8AC3E}">
        <p14:creationId xmlns:p14="http://schemas.microsoft.com/office/powerpoint/2010/main" val="18615279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t>This is the process flow diagram from before. Discuss Risk analysis first. Defined as the Systematic use of available information to identify hazards and to estimate the risk</a:t>
            </a:r>
            <a:endParaRPr lang="en-US" dirty="0"/>
          </a:p>
          <a:p>
            <a:endParaRPr lang="en-US" dirty="0"/>
          </a:p>
        </p:txBody>
      </p:sp>
      <p:sp>
        <p:nvSpPr>
          <p:cNvPr id="4" name="Slide Number Placeholder 3"/>
          <p:cNvSpPr>
            <a:spLocks noGrp="1"/>
          </p:cNvSpPr>
          <p:nvPr>
            <p:ph type="sldNum" sz="quarter" idx="5"/>
          </p:nvPr>
        </p:nvSpPr>
        <p:spPr/>
        <p:txBody>
          <a:bodyPr/>
          <a:lstStyle/>
          <a:p>
            <a:pPr>
              <a:defRPr/>
            </a:pPr>
            <a:fld id="{0FCFE407-59DA-4749-9C33-228AC5BC3DEB}" type="slidenum">
              <a:rPr lang="en-US" smtClean="0"/>
              <a:pPr>
                <a:defRPr/>
              </a:pPr>
              <a:t>14</a:t>
            </a:fld>
            <a:endParaRPr lang="en-US"/>
          </a:p>
        </p:txBody>
      </p:sp>
    </p:spTree>
    <p:extLst>
      <p:ext uri="{BB962C8B-B14F-4D97-AF65-F5344CB8AC3E}">
        <p14:creationId xmlns:p14="http://schemas.microsoft.com/office/powerpoint/2010/main" val="22956062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t>Risk analysis is the “Systematic use of available information to identify hazards and to estimate the risk”</a:t>
            </a:r>
          </a:p>
          <a:p>
            <a:r>
              <a:rPr lang="en-US" dirty="0"/>
              <a:t>Risk analysis includes several required steps listed here. The first two bullets are inputs to the RA process - generally taken directly from the usability engineering process. Refer to the 14971 – 62366-1 interaction diagram </a:t>
            </a:r>
          </a:p>
        </p:txBody>
      </p:sp>
      <p:sp>
        <p:nvSpPr>
          <p:cNvPr id="4" name="Slide Number Placeholder 3"/>
          <p:cNvSpPr>
            <a:spLocks noGrp="1"/>
          </p:cNvSpPr>
          <p:nvPr>
            <p:ph type="sldNum" sz="quarter" idx="5"/>
          </p:nvPr>
        </p:nvSpPr>
        <p:spPr/>
        <p:txBody>
          <a:bodyPr/>
          <a:lstStyle/>
          <a:p>
            <a:pPr>
              <a:defRPr/>
            </a:pPr>
            <a:fld id="{0FCFE407-59DA-4749-9C33-228AC5BC3DEB}" type="slidenum">
              <a:rPr lang="en-US" smtClean="0"/>
              <a:pPr>
                <a:defRPr/>
              </a:pPr>
              <a:t>15</a:t>
            </a:fld>
            <a:endParaRPr lang="en-US"/>
          </a:p>
        </p:txBody>
      </p:sp>
    </p:spTree>
    <p:extLst>
      <p:ext uri="{BB962C8B-B14F-4D97-AF65-F5344CB8AC3E}">
        <p14:creationId xmlns:p14="http://schemas.microsoft.com/office/powerpoint/2010/main" val="31052370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“reasonably foreseeable misuse” and “normal and fault conditions”</a:t>
            </a:r>
          </a:p>
          <a:p>
            <a:r>
              <a:rPr lang="en-US" dirty="0"/>
              <a:t> and sources of risks – traditionally design, manufacturing and use</a:t>
            </a:r>
          </a:p>
        </p:txBody>
      </p:sp>
      <p:sp>
        <p:nvSpPr>
          <p:cNvPr id="4" name="Slide Number Placeholder 3"/>
          <p:cNvSpPr>
            <a:spLocks noGrp="1"/>
          </p:cNvSpPr>
          <p:nvPr>
            <p:ph type="sldNum" sz="quarter" idx="5"/>
          </p:nvPr>
        </p:nvSpPr>
        <p:spPr/>
        <p:txBody>
          <a:bodyPr/>
          <a:lstStyle/>
          <a:p>
            <a:pPr>
              <a:defRPr/>
            </a:pPr>
            <a:fld id="{0FCFE407-59DA-4749-9C33-228AC5BC3DEB}" type="slidenum">
              <a:rPr lang="en-US" smtClean="0"/>
              <a:pPr>
                <a:defRPr/>
              </a:pPr>
              <a:t>16</a:t>
            </a:fld>
            <a:endParaRPr lang="en-US"/>
          </a:p>
        </p:txBody>
      </p:sp>
    </p:spTree>
    <p:extLst>
      <p:ext uri="{BB962C8B-B14F-4D97-AF65-F5344CB8AC3E}">
        <p14:creationId xmlns:p14="http://schemas.microsoft.com/office/powerpoint/2010/main" val="28848280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Hazard identification is a key step in Risk analysis. Standards are a good source of examples of hazards and hazardous situations. Annex C in 14971 lists categories that many companies use a “checklist” when identifying hazards to be analyzed based on a specific device</a:t>
            </a:r>
          </a:p>
        </p:txBody>
      </p:sp>
      <p:sp>
        <p:nvSpPr>
          <p:cNvPr id="4" name="Slide Number Placeholder 3"/>
          <p:cNvSpPr>
            <a:spLocks noGrp="1"/>
          </p:cNvSpPr>
          <p:nvPr>
            <p:ph type="sldNum" sz="quarter" idx="5"/>
          </p:nvPr>
        </p:nvSpPr>
        <p:spPr/>
        <p:txBody>
          <a:bodyPr/>
          <a:lstStyle/>
          <a:p>
            <a:pPr>
              <a:defRPr/>
            </a:pPr>
            <a:fld id="{0FCFE407-59DA-4749-9C33-228AC5BC3DEB}" type="slidenum">
              <a:rPr lang="en-US" smtClean="0"/>
              <a:pPr>
                <a:defRPr/>
              </a:pPr>
              <a:t>17</a:t>
            </a:fld>
            <a:endParaRPr lang="en-US"/>
          </a:p>
        </p:txBody>
      </p:sp>
    </p:spTree>
    <p:extLst>
      <p:ext uri="{BB962C8B-B14F-4D97-AF65-F5344CB8AC3E}">
        <p14:creationId xmlns:p14="http://schemas.microsoft.com/office/powerpoint/2010/main" val="11633960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some examples taken from 14971 and 62366. The analysis starts with identification of a hazard – e.g., high voltage, identifies a hazardous situation, the possible harms and a foreseeable sequence of events that could expose the patient to </a:t>
            </a:r>
            <a:r>
              <a:rPr lang="en-US"/>
              <a:t>the hazard. </a:t>
            </a:r>
            <a:endParaRPr lang="en-US" dirty="0"/>
          </a:p>
          <a:p>
            <a:r>
              <a:rPr lang="en-US" dirty="0"/>
              <a:t>After Hazards have been identified, Sequences of Events, Hazardous situations and potential harms have been identified the next step in Risk Analysis is to estimate the risk.</a:t>
            </a:r>
          </a:p>
        </p:txBody>
      </p:sp>
      <p:sp>
        <p:nvSpPr>
          <p:cNvPr id="4" name="Slide Number Placeholder 3"/>
          <p:cNvSpPr>
            <a:spLocks noGrp="1"/>
          </p:cNvSpPr>
          <p:nvPr>
            <p:ph type="sldNum" sz="quarter" idx="5"/>
          </p:nvPr>
        </p:nvSpPr>
        <p:spPr/>
        <p:txBody>
          <a:bodyPr/>
          <a:lstStyle/>
          <a:p>
            <a:pPr>
              <a:defRPr/>
            </a:pPr>
            <a:fld id="{0FCFE407-59DA-4749-9C33-228AC5BC3DEB}" type="slidenum">
              <a:rPr lang="en-US" smtClean="0"/>
              <a:pPr>
                <a:defRPr/>
              </a:pPr>
              <a:t>18</a:t>
            </a:fld>
            <a:endParaRPr lang="en-US"/>
          </a:p>
        </p:txBody>
      </p:sp>
    </p:spTree>
    <p:extLst>
      <p:ext uri="{BB962C8B-B14F-4D97-AF65-F5344CB8AC3E}">
        <p14:creationId xmlns:p14="http://schemas.microsoft.com/office/powerpoint/2010/main" val="1623017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that risk consists of two parts – severity of harm and the probability that the harm (of a certain severity) occurs. Harm severity and probability are evaluated separately </a:t>
            </a:r>
          </a:p>
        </p:txBody>
      </p:sp>
      <p:sp>
        <p:nvSpPr>
          <p:cNvPr id="4" name="Slide Number Placeholder 3"/>
          <p:cNvSpPr>
            <a:spLocks noGrp="1"/>
          </p:cNvSpPr>
          <p:nvPr>
            <p:ph type="sldNum" sz="quarter" idx="5"/>
          </p:nvPr>
        </p:nvSpPr>
        <p:spPr/>
        <p:txBody>
          <a:bodyPr/>
          <a:lstStyle/>
          <a:p>
            <a:pPr>
              <a:defRPr/>
            </a:pPr>
            <a:fld id="{0FCFE407-59DA-4749-9C33-228AC5BC3DEB}" type="slidenum">
              <a:rPr lang="en-US" smtClean="0"/>
              <a:pPr>
                <a:defRPr/>
              </a:pPr>
              <a:t>19</a:t>
            </a:fld>
            <a:endParaRPr lang="en-US"/>
          </a:p>
        </p:txBody>
      </p:sp>
    </p:spTree>
    <p:extLst>
      <p:ext uri="{BB962C8B-B14F-4D97-AF65-F5344CB8AC3E}">
        <p14:creationId xmlns:p14="http://schemas.microsoft.com/office/powerpoint/2010/main" val="24007358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53110" rtl="0" eaLnBrk="1" fontAlgn="base" latinLnBrk="0" hangingPunct="1">
              <a:lnSpc>
                <a:spcPct val="100000"/>
              </a:lnSpc>
              <a:spcBef>
                <a:spcPct val="30000"/>
              </a:spcBef>
              <a:spcAft>
                <a:spcPct val="0"/>
              </a:spcAft>
              <a:buClrTx/>
              <a:buSzTx/>
              <a:buFontTx/>
              <a:buNone/>
              <a:tabLst/>
              <a:defRPr/>
            </a:pPr>
            <a:r>
              <a:rPr lang="en-US" dirty="0"/>
              <a:t>Qualitative vs Quantitative: quantitative should only be used when</a:t>
            </a:r>
            <a:r>
              <a:rPr lang="en-US" sz="1800" dirty="0"/>
              <a:t> statistically significant probability data exists</a:t>
            </a:r>
          </a:p>
          <a:p>
            <a:endParaRPr lang="en-US" dirty="0"/>
          </a:p>
        </p:txBody>
      </p:sp>
      <p:sp>
        <p:nvSpPr>
          <p:cNvPr id="4" name="Slide Number Placeholder 3"/>
          <p:cNvSpPr>
            <a:spLocks noGrp="1"/>
          </p:cNvSpPr>
          <p:nvPr>
            <p:ph type="sldNum" sz="quarter" idx="5"/>
          </p:nvPr>
        </p:nvSpPr>
        <p:spPr/>
        <p:txBody>
          <a:bodyPr/>
          <a:lstStyle/>
          <a:p>
            <a:pPr>
              <a:defRPr/>
            </a:pPr>
            <a:fld id="{0FCFE407-59DA-4749-9C33-228AC5BC3DEB}" type="slidenum">
              <a:rPr lang="en-US" smtClean="0"/>
              <a:pPr>
                <a:defRPr/>
              </a:pPr>
              <a:t>20</a:t>
            </a:fld>
            <a:endParaRPr lang="en-US"/>
          </a:p>
        </p:txBody>
      </p:sp>
    </p:spTree>
    <p:extLst>
      <p:ext uri="{BB962C8B-B14F-4D97-AF65-F5344CB8AC3E}">
        <p14:creationId xmlns:p14="http://schemas.microsoft.com/office/powerpoint/2010/main" val="30219664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P1 x P2 approach is not required. This shows an example of a risk matrix and how it’s often used for risk evaluation in the device industry.  However, the approach is not required by 14971 although 24971 shows an example. Each manufacturer has to define its own risk estimation process and scales.</a:t>
            </a:r>
          </a:p>
        </p:txBody>
      </p:sp>
      <p:sp>
        <p:nvSpPr>
          <p:cNvPr id="4" name="Slide Number Placeholder 3"/>
          <p:cNvSpPr>
            <a:spLocks noGrp="1"/>
          </p:cNvSpPr>
          <p:nvPr>
            <p:ph type="sldNum" sz="quarter" idx="5"/>
          </p:nvPr>
        </p:nvSpPr>
        <p:spPr/>
        <p:txBody>
          <a:bodyPr/>
          <a:lstStyle/>
          <a:p>
            <a:pPr>
              <a:defRPr/>
            </a:pPr>
            <a:fld id="{0FCFE407-59DA-4749-9C33-228AC5BC3DEB}" type="slidenum">
              <a:rPr lang="en-US" smtClean="0"/>
              <a:pPr>
                <a:defRPr/>
              </a:pPr>
              <a:t>21</a:t>
            </a:fld>
            <a:endParaRPr lang="en-US"/>
          </a:p>
        </p:txBody>
      </p:sp>
    </p:spTree>
    <p:extLst>
      <p:ext uri="{BB962C8B-B14F-4D97-AF65-F5344CB8AC3E}">
        <p14:creationId xmlns:p14="http://schemas.microsoft.com/office/powerpoint/2010/main" val="42175080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53110" rtl="0" eaLnBrk="1" fontAlgn="base" latinLnBrk="0" hangingPunct="1">
              <a:lnSpc>
                <a:spcPct val="100000"/>
              </a:lnSpc>
              <a:spcBef>
                <a:spcPct val="30000"/>
              </a:spcBef>
              <a:spcAft>
                <a:spcPct val="0"/>
              </a:spcAft>
              <a:buClrTx/>
              <a:buSzTx/>
              <a:buFontTx/>
              <a:buNone/>
              <a:tabLst/>
              <a:defRPr/>
            </a:pPr>
            <a:r>
              <a:rPr lang="en-US" sz="1800" dirty="0"/>
              <a:t>After risk has been estimated it must be evaluated. Risk evaluation is used to determine if risk control is required to reduce a risk to an acceptable level, i.e., it’s input to the risk control process step</a:t>
            </a:r>
          </a:p>
          <a:p>
            <a:endParaRPr lang="en-US" dirty="0"/>
          </a:p>
        </p:txBody>
      </p:sp>
      <p:sp>
        <p:nvSpPr>
          <p:cNvPr id="4" name="Slide Number Placeholder 3"/>
          <p:cNvSpPr>
            <a:spLocks noGrp="1"/>
          </p:cNvSpPr>
          <p:nvPr>
            <p:ph type="sldNum" sz="quarter" idx="5"/>
          </p:nvPr>
        </p:nvSpPr>
        <p:spPr/>
        <p:txBody>
          <a:bodyPr/>
          <a:lstStyle/>
          <a:p>
            <a:pPr>
              <a:defRPr/>
            </a:pPr>
            <a:fld id="{0FCFE407-59DA-4749-9C33-228AC5BC3DEB}" type="slidenum">
              <a:rPr lang="en-US" smtClean="0"/>
              <a:pPr>
                <a:defRPr/>
              </a:pPr>
              <a:t>22</a:t>
            </a:fld>
            <a:endParaRPr lang="en-US"/>
          </a:p>
        </p:txBody>
      </p:sp>
    </p:spTree>
    <p:extLst>
      <p:ext uri="{BB962C8B-B14F-4D97-AF65-F5344CB8AC3E}">
        <p14:creationId xmlns:p14="http://schemas.microsoft.com/office/powerpoint/2010/main" val="41711333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commonly used approach but is not in 14971. Each device company has to define its own risk evaluation process and risk acceptability. 24971 provides some examples. </a:t>
            </a:r>
          </a:p>
        </p:txBody>
      </p:sp>
      <p:sp>
        <p:nvSpPr>
          <p:cNvPr id="4" name="Slide Number Placeholder 3"/>
          <p:cNvSpPr>
            <a:spLocks noGrp="1"/>
          </p:cNvSpPr>
          <p:nvPr>
            <p:ph type="sldNum" sz="quarter" idx="5"/>
          </p:nvPr>
        </p:nvSpPr>
        <p:spPr/>
        <p:txBody>
          <a:bodyPr/>
          <a:lstStyle/>
          <a:p>
            <a:pPr>
              <a:defRPr/>
            </a:pPr>
            <a:fld id="{0FCFE407-59DA-4749-9C33-228AC5BC3DEB}" type="slidenum">
              <a:rPr lang="en-US" smtClean="0"/>
              <a:pPr>
                <a:defRPr/>
              </a:pPr>
              <a:t>23</a:t>
            </a:fld>
            <a:endParaRPr lang="en-US"/>
          </a:p>
        </p:txBody>
      </p:sp>
    </p:spTree>
    <p:extLst>
      <p:ext uri="{BB962C8B-B14F-4D97-AF65-F5344CB8AC3E}">
        <p14:creationId xmlns:p14="http://schemas.microsoft.com/office/powerpoint/2010/main" val="8226493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FCFE407-59DA-4749-9C33-228AC5BC3DEB}" type="slidenum">
              <a:rPr lang="en-US" smtClean="0"/>
              <a:pPr>
                <a:defRPr/>
              </a:pPr>
              <a:t>24</a:t>
            </a:fld>
            <a:endParaRPr lang="en-US"/>
          </a:p>
        </p:txBody>
      </p:sp>
    </p:spTree>
    <p:extLst>
      <p:ext uri="{BB962C8B-B14F-4D97-AF65-F5344CB8AC3E}">
        <p14:creationId xmlns:p14="http://schemas.microsoft.com/office/powerpoint/2010/main" val="27701164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FCFE407-59DA-4749-9C33-228AC5BC3DEB}" type="slidenum">
              <a:rPr lang="en-US" smtClean="0"/>
              <a:pPr>
                <a:defRPr/>
              </a:pPr>
              <a:t>26</a:t>
            </a:fld>
            <a:endParaRPr lang="en-US"/>
          </a:p>
        </p:txBody>
      </p:sp>
    </p:spTree>
    <p:extLst>
      <p:ext uri="{BB962C8B-B14F-4D97-AF65-F5344CB8AC3E}">
        <p14:creationId xmlns:p14="http://schemas.microsoft.com/office/powerpoint/2010/main" val="8627331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of what each type of control might entail. More specific examples to follow</a:t>
            </a:r>
          </a:p>
        </p:txBody>
      </p:sp>
      <p:sp>
        <p:nvSpPr>
          <p:cNvPr id="4" name="Slide Number Placeholder 3"/>
          <p:cNvSpPr>
            <a:spLocks noGrp="1"/>
          </p:cNvSpPr>
          <p:nvPr>
            <p:ph type="sldNum" sz="quarter" idx="5"/>
          </p:nvPr>
        </p:nvSpPr>
        <p:spPr/>
        <p:txBody>
          <a:bodyPr/>
          <a:lstStyle/>
          <a:p>
            <a:pPr>
              <a:defRPr/>
            </a:pPr>
            <a:fld id="{0FCFE407-59DA-4749-9C33-228AC5BC3DEB}" type="slidenum">
              <a:rPr lang="en-US" smtClean="0"/>
              <a:pPr>
                <a:defRPr/>
              </a:pPr>
              <a:t>27</a:t>
            </a:fld>
            <a:endParaRPr lang="en-US"/>
          </a:p>
        </p:txBody>
      </p:sp>
    </p:spTree>
    <p:extLst>
      <p:ext uri="{BB962C8B-B14F-4D97-AF65-F5344CB8AC3E}">
        <p14:creationId xmlns:p14="http://schemas.microsoft.com/office/powerpoint/2010/main" val="29029815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included for reference. Again, standards and TIRs are good sources for controls</a:t>
            </a:r>
          </a:p>
        </p:txBody>
      </p:sp>
      <p:sp>
        <p:nvSpPr>
          <p:cNvPr id="4" name="Slide Number Placeholder 3"/>
          <p:cNvSpPr>
            <a:spLocks noGrp="1"/>
          </p:cNvSpPr>
          <p:nvPr>
            <p:ph type="sldNum" sz="quarter" idx="5"/>
          </p:nvPr>
        </p:nvSpPr>
        <p:spPr/>
        <p:txBody>
          <a:bodyPr/>
          <a:lstStyle/>
          <a:p>
            <a:pPr>
              <a:defRPr/>
            </a:pPr>
            <a:fld id="{0FCFE407-59DA-4749-9C33-228AC5BC3DEB}" type="slidenum">
              <a:rPr lang="en-US" smtClean="0"/>
              <a:pPr>
                <a:defRPr/>
              </a:pPr>
              <a:t>28</a:t>
            </a:fld>
            <a:endParaRPr lang="en-US"/>
          </a:p>
        </p:txBody>
      </p:sp>
    </p:spTree>
    <p:extLst>
      <p:ext uri="{BB962C8B-B14F-4D97-AF65-F5344CB8AC3E}">
        <p14:creationId xmlns:p14="http://schemas.microsoft.com/office/powerpoint/2010/main" val="7408496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FCFE407-59DA-4749-9C33-228AC5BC3DEB}" type="slidenum">
              <a:rPr lang="en-US" smtClean="0"/>
              <a:pPr>
                <a:defRPr/>
              </a:pPr>
              <a:t>29</a:t>
            </a:fld>
            <a:endParaRPr lang="en-US"/>
          </a:p>
        </p:txBody>
      </p:sp>
    </p:spTree>
    <p:extLst>
      <p:ext uri="{BB962C8B-B14F-4D97-AF65-F5344CB8AC3E}">
        <p14:creationId xmlns:p14="http://schemas.microsoft.com/office/powerpoint/2010/main" val="10807502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FCFE407-59DA-4749-9C33-228AC5BC3DEB}" type="slidenum">
              <a:rPr lang="en-US" smtClean="0"/>
              <a:pPr>
                <a:defRPr/>
              </a:pPr>
              <a:t>30</a:t>
            </a:fld>
            <a:endParaRPr lang="en-US"/>
          </a:p>
        </p:txBody>
      </p:sp>
    </p:spTree>
    <p:extLst>
      <p:ext uri="{BB962C8B-B14F-4D97-AF65-F5344CB8AC3E}">
        <p14:creationId xmlns:p14="http://schemas.microsoft.com/office/powerpoint/2010/main" val="321702527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 for reference</a:t>
            </a:r>
          </a:p>
        </p:txBody>
      </p:sp>
      <p:sp>
        <p:nvSpPr>
          <p:cNvPr id="4" name="Slide Number Placeholder 3"/>
          <p:cNvSpPr>
            <a:spLocks noGrp="1"/>
          </p:cNvSpPr>
          <p:nvPr>
            <p:ph type="sldNum" sz="quarter" idx="5"/>
          </p:nvPr>
        </p:nvSpPr>
        <p:spPr/>
        <p:txBody>
          <a:bodyPr/>
          <a:lstStyle/>
          <a:p>
            <a:pPr>
              <a:defRPr/>
            </a:pPr>
            <a:fld id="{0FCFE407-59DA-4749-9C33-228AC5BC3DEB}" type="slidenum">
              <a:rPr lang="en-US" smtClean="0"/>
              <a:pPr>
                <a:defRPr/>
              </a:pPr>
              <a:t>31</a:t>
            </a:fld>
            <a:endParaRPr lang="en-US"/>
          </a:p>
        </p:txBody>
      </p:sp>
    </p:spTree>
    <p:extLst>
      <p:ext uri="{BB962C8B-B14F-4D97-AF65-F5344CB8AC3E}">
        <p14:creationId xmlns:p14="http://schemas.microsoft.com/office/powerpoint/2010/main" val="1177399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a:t>
            </a:r>
            <a:r>
              <a:rPr lang="en-US" dirty="0" smtClean="0"/>
              <a:t>risk control</a:t>
            </a:r>
            <a:r>
              <a:rPr lang="en-US" baseline="0" dirty="0" smtClean="0"/>
              <a:t> measures</a:t>
            </a:r>
            <a:r>
              <a:rPr lang="en-US" dirty="0" smtClean="0"/>
              <a:t> </a:t>
            </a:r>
            <a:r>
              <a:rPr lang="en-US" dirty="0"/>
              <a:t>have been identified they are implemented in the design or manufacturing process and </a:t>
            </a:r>
            <a:r>
              <a:rPr lang="en-US" dirty="0" smtClean="0"/>
              <a:t>have to be verified </a:t>
            </a:r>
            <a:r>
              <a:rPr lang="en-US" dirty="0"/>
              <a:t>to </a:t>
            </a:r>
            <a:r>
              <a:rPr lang="en-US" dirty="0" smtClean="0"/>
              <a:t>show</a:t>
            </a:r>
            <a:r>
              <a:rPr lang="en-US" baseline="0" dirty="0" smtClean="0"/>
              <a:t> that they are</a:t>
            </a:r>
            <a:r>
              <a:rPr lang="en-US" dirty="0" smtClean="0"/>
              <a:t> effective</a:t>
            </a:r>
            <a:r>
              <a:rPr lang="en-US" baseline="0" dirty="0" smtClean="0"/>
              <a:t> in reducing risk. Note: Design V&amp;V is sometimes used to show </a:t>
            </a:r>
            <a:r>
              <a:rPr lang="en-US" baseline="0" dirty="0" err="1" smtClean="0"/>
              <a:t>VoE</a:t>
            </a:r>
            <a:r>
              <a:rPr lang="en-US" baseline="0" dirty="0" smtClean="0"/>
              <a:t> but these are </a:t>
            </a:r>
            <a:r>
              <a:rPr lang="en-US" baseline="0" smtClean="0"/>
              <a:t>different concepts </a:t>
            </a:r>
            <a:r>
              <a:rPr lang="en-US" smtClean="0"/>
              <a:t> </a:t>
            </a:r>
            <a:endParaRPr lang="en-US" dirty="0"/>
          </a:p>
        </p:txBody>
      </p:sp>
      <p:sp>
        <p:nvSpPr>
          <p:cNvPr id="4" name="Slide Number Placeholder 3"/>
          <p:cNvSpPr>
            <a:spLocks noGrp="1"/>
          </p:cNvSpPr>
          <p:nvPr>
            <p:ph type="sldNum" sz="quarter" idx="5"/>
          </p:nvPr>
        </p:nvSpPr>
        <p:spPr/>
        <p:txBody>
          <a:bodyPr/>
          <a:lstStyle/>
          <a:p>
            <a:pPr>
              <a:defRPr/>
            </a:pPr>
            <a:fld id="{0FCFE407-59DA-4749-9C33-228AC5BC3DEB}" type="slidenum">
              <a:rPr lang="en-US" smtClean="0"/>
              <a:pPr>
                <a:defRPr/>
              </a:pPr>
              <a:t>32</a:t>
            </a:fld>
            <a:endParaRPr lang="en-US"/>
          </a:p>
        </p:txBody>
      </p:sp>
    </p:spTree>
    <p:extLst>
      <p:ext uri="{BB962C8B-B14F-4D97-AF65-F5344CB8AC3E}">
        <p14:creationId xmlns:p14="http://schemas.microsoft.com/office/powerpoint/2010/main" val="138445715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FCFE407-59DA-4749-9C33-228AC5BC3DEB}" type="slidenum">
              <a:rPr lang="en-US" smtClean="0"/>
              <a:pPr>
                <a:defRPr/>
              </a:pPr>
              <a:t>33</a:t>
            </a:fld>
            <a:endParaRPr lang="en-US"/>
          </a:p>
        </p:txBody>
      </p:sp>
    </p:spTree>
    <p:extLst>
      <p:ext uri="{BB962C8B-B14F-4D97-AF65-F5344CB8AC3E}">
        <p14:creationId xmlns:p14="http://schemas.microsoft.com/office/powerpoint/2010/main" val="3110542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iterative process</a:t>
            </a:r>
          </a:p>
        </p:txBody>
      </p:sp>
      <p:sp>
        <p:nvSpPr>
          <p:cNvPr id="4" name="Slide Number Placeholder 3"/>
          <p:cNvSpPr>
            <a:spLocks noGrp="1"/>
          </p:cNvSpPr>
          <p:nvPr>
            <p:ph type="sldNum" sz="quarter" idx="5"/>
          </p:nvPr>
        </p:nvSpPr>
        <p:spPr/>
        <p:txBody>
          <a:bodyPr/>
          <a:lstStyle/>
          <a:p>
            <a:pPr>
              <a:defRPr/>
            </a:pPr>
            <a:fld id="{0FCFE407-59DA-4749-9C33-228AC5BC3DEB}" type="slidenum">
              <a:rPr lang="en-US" smtClean="0"/>
              <a:pPr>
                <a:defRPr/>
              </a:pPr>
              <a:t>34</a:t>
            </a:fld>
            <a:endParaRPr lang="en-US"/>
          </a:p>
        </p:txBody>
      </p:sp>
    </p:spTree>
    <p:extLst>
      <p:ext uri="{BB962C8B-B14F-4D97-AF65-F5344CB8AC3E}">
        <p14:creationId xmlns:p14="http://schemas.microsoft.com/office/powerpoint/2010/main" val="23195523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key step – Overall Residual Risk acceptability</a:t>
            </a:r>
          </a:p>
        </p:txBody>
      </p:sp>
      <p:sp>
        <p:nvSpPr>
          <p:cNvPr id="4" name="Slide Number Placeholder 3"/>
          <p:cNvSpPr>
            <a:spLocks noGrp="1"/>
          </p:cNvSpPr>
          <p:nvPr>
            <p:ph type="sldNum" sz="quarter" idx="5"/>
          </p:nvPr>
        </p:nvSpPr>
        <p:spPr/>
        <p:txBody>
          <a:bodyPr/>
          <a:lstStyle/>
          <a:p>
            <a:pPr>
              <a:defRPr/>
            </a:pPr>
            <a:fld id="{0FCFE407-59DA-4749-9C33-228AC5BC3DEB}" type="slidenum">
              <a:rPr lang="en-US" smtClean="0"/>
              <a:pPr>
                <a:defRPr/>
              </a:pPr>
              <a:t>35</a:t>
            </a:fld>
            <a:endParaRPr lang="en-US"/>
          </a:p>
        </p:txBody>
      </p:sp>
    </p:spTree>
    <p:extLst>
      <p:ext uri="{BB962C8B-B14F-4D97-AF65-F5344CB8AC3E}">
        <p14:creationId xmlns:p14="http://schemas.microsoft.com/office/powerpoint/2010/main" val="10954014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Requires weighing the totality of risks against the benefits of using the device</a:t>
            </a:r>
          </a:p>
        </p:txBody>
      </p:sp>
      <p:sp>
        <p:nvSpPr>
          <p:cNvPr id="4" name="Slide Number Placeholder 3"/>
          <p:cNvSpPr>
            <a:spLocks noGrp="1"/>
          </p:cNvSpPr>
          <p:nvPr>
            <p:ph type="sldNum" sz="quarter" idx="5"/>
          </p:nvPr>
        </p:nvSpPr>
        <p:spPr/>
        <p:txBody>
          <a:bodyPr/>
          <a:lstStyle/>
          <a:p>
            <a:pPr>
              <a:defRPr/>
            </a:pPr>
            <a:fld id="{0FCFE407-59DA-4749-9C33-228AC5BC3DEB}" type="slidenum">
              <a:rPr lang="en-US" smtClean="0"/>
              <a:pPr>
                <a:defRPr/>
              </a:pPr>
              <a:t>36</a:t>
            </a:fld>
            <a:endParaRPr lang="en-US"/>
          </a:p>
        </p:txBody>
      </p:sp>
    </p:spTree>
    <p:extLst>
      <p:ext uri="{BB962C8B-B14F-4D97-AF65-F5344CB8AC3E}">
        <p14:creationId xmlns:p14="http://schemas.microsoft.com/office/powerpoint/2010/main" val="9142359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71AB31B-34B2-5BDD-792C-77E095359A3C}"/>
              </a:ext>
            </a:extLst>
          </p:cNvPr>
          <p:cNvSpPr>
            <a:spLocks noGrp="1"/>
          </p:cNvSpPr>
          <p:nvPr>
            <p:ph type="title"/>
          </p:nvPr>
        </p:nvSpPr>
        <p:spPr>
          <a:xfrm>
            <a:off x="1005840" y="0"/>
            <a:ext cx="12618720" cy="1590676"/>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xmlns="" id="{3B5CFDF2-5068-B36E-44C2-76C328325A79}"/>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xmlns="" id="{80309E0A-CE97-24FB-F3F4-8D9256D6FAEB}"/>
              </a:ext>
            </a:extLst>
          </p:cNvPr>
          <p:cNvSpPr>
            <a:spLocks noGrp="1"/>
          </p:cNvSpPr>
          <p:nvPr>
            <p:ph type="dt" sz="half" idx="10"/>
          </p:nvPr>
        </p:nvSpPr>
        <p:spPr/>
        <p:txBody>
          <a:bodyPr/>
          <a:lstStyle/>
          <a:p>
            <a:pPr>
              <a:defRPr/>
            </a:pPr>
            <a:endParaRPr lang="en-US" dirty="0"/>
          </a:p>
        </p:txBody>
      </p:sp>
      <p:sp>
        <p:nvSpPr>
          <p:cNvPr id="9" name="Footer Placeholder 8">
            <a:extLst>
              <a:ext uri="{FF2B5EF4-FFF2-40B4-BE49-F238E27FC236}">
                <a16:creationId xmlns:a16="http://schemas.microsoft.com/office/drawing/2014/main" xmlns="" id="{BCC7880E-C781-647C-D2AC-57959B462541}"/>
              </a:ext>
            </a:extLst>
          </p:cNvPr>
          <p:cNvSpPr>
            <a:spLocks noGrp="1"/>
          </p:cNvSpPr>
          <p:nvPr>
            <p:ph type="ftr" sz="quarter" idx="11"/>
          </p:nvPr>
        </p:nvSpPr>
        <p:spPr/>
        <p:txBody>
          <a:bodyPr/>
          <a:lstStyle/>
          <a:p>
            <a:pPr>
              <a:defRPr/>
            </a:pPr>
            <a:endParaRPr lang="en-US" dirty="0"/>
          </a:p>
        </p:txBody>
      </p:sp>
      <p:sp>
        <p:nvSpPr>
          <p:cNvPr id="10" name="Slide Number Placeholder 9">
            <a:extLst>
              <a:ext uri="{FF2B5EF4-FFF2-40B4-BE49-F238E27FC236}">
                <a16:creationId xmlns:a16="http://schemas.microsoft.com/office/drawing/2014/main" xmlns="" id="{E4F0E0CA-5929-D392-9A21-C34177600CEC}"/>
              </a:ext>
            </a:extLst>
          </p:cNvPr>
          <p:cNvSpPr>
            <a:spLocks noGrp="1"/>
          </p:cNvSpPr>
          <p:nvPr>
            <p:ph type="sldNum" sz="quarter" idx="12"/>
          </p:nvPr>
        </p:nvSpPr>
        <p:spPr/>
        <p:txBody>
          <a:bodyPr/>
          <a:lstStyle/>
          <a:p>
            <a:pPr>
              <a:defRPr/>
            </a:pPr>
            <a:fld id="{AA26E4DD-3705-C34F-BBF3-04369A652A45}" type="slidenum">
              <a:rPr lang="en-US" smtClean="0"/>
              <a:pPr>
                <a:defRPr/>
              </a:pPr>
              <a:t>‹#›</a:t>
            </a:fld>
            <a:endParaRPr lang="en-US" dirty="0"/>
          </a:p>
        </p:txBody>
      </p:sp>
    </p:spTree>
    <p:extLst>
      <p:ext uri="{BB962C8B-B14F-4D97-AF65-F5344CB8AC3E}">
        <p14:creationId xmlns:p14="http://schemas.microsoft.com/office/powerpoint/2010/main" val="41697616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6AF0577-172C-DC29-6B5F-F09C5B1FB205}"/>
              </a:ext>
            </a:extLst>
          </p:cNvPr>
          <p:cNvSpPr>
            <a:spLocks noGrp="1"/>
          </p:cNvSpPr>
          <p:nvPr>
            <p:ph type="title"/>
          </p:nvPr>
        </p:nvSpPr>
        <p:spPr>
          <a:xfrm>
            <a:off x="998220" y="2051686"/>
            <a:ext cx="12618720" cy="3423284"/>
          </a:xfrm>
        </p:spPr>
        <p:txBody>
          <a:bodyPr anchor="b"/>
          <a:lstStyle>
            <a:lvl1pPr>
              <a:defRPr sz="7200"/>
            </a:lvl1pPr>
          </a:lstStyle>
          <a:p>
            <a:r>
              <a:rPr lang="en-US"/>
              <a:t>Click to edit Master title style</a:t>
            </a:r>
          </a:p>
        </p:txBody>
      </p:sp>
      <p:sp>
        <p:nvSpPr>
          <p:cNvPr id="3" name="Text Placeholder 2">
            <a:extLst>
              <a:ext uri="{FF2B5EF4-FFF2-40B4-BE49-F238E27FC236}">
                <a16:creationId xmlns:a16="http://schemas.microsoft.com/office/drawing/2014/main" xmlns="" id="{88F940CF-EC4F-A33A-8AE5-4279396BFA23}"/>
              </a:ext>
            </a:extLst>
          </p:cNvPr>
          <p:cNvSpPr>
            <a:spLocks noGrp="1"/>
          </p:cNvSpPr>
          <p:nvPr>
            <p:ph type="body" idx="1"/>
          </p:nvPr>
        </p:nvSpPr>
        <p:spPr>
          <a:xfrm>
            <a:off x="998220" y="5507356"/>
            <a:ext cx="12618720" cy="1800224"/>
          </a:xfrm>
        </p:spPr>
        <p:txBody>
          <a:bodyPr/>
          <a:lstStyle>
            <a:lvl1pPr marL="0" indent="0">
              <a:buNone/>
              <a:defRPr sz="2880">
                <a:solidFill>
                  <a:schemeClr val="tx1">
                    <a:tint val="75000"/>
                  </a:schemeClr>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2BFFB1CB-EA51-B4F3-43E3-19E224900DD3}"/>
              </a:ext>
            </a:extLst>
          </p:cNvPr>
          <p:cNvSpPr>
            <a:spLocks noGrp="1"/>
          </p:cNvSpPr>
          <p:nvPr>
            <p:ph type="dt" sz="half" idx="10"/>
          </p:nvPr>
        </p:nvSpPr>
        <p:spPr/>
        <p:txBody>
          <a:bodyPr/>
          <a:lstStyle/>
          <a:p>
            <a:pPr>
              <a:defRPr/>
            </a:pPr>
            <a:endParaRPr lang="en-US" dirty="0"/>
          </a:p>
        </p:txBody>
      </p:sp>
      <p:sp>
        <p:nvSpPr>
          <p:cNvPr id="5" name="Footer Placeholder 4">
            <a:extLst>
              <a:ext uri="{FF2B5EF4-FFF2-40B4-BE49-F238E27FC236}">
                <a16:creationId xmlns:a16="http://schemas.microsoft.com/office/drawing/2014/main" xmlns="" id="{C60A0A7E-0BCC-4122-0C36-7CFE1DF96B0F}"/>
              </a:ext>
            </a:extLst>
          </p:cNvPr>
          <p:cNvSpPr>
            <a:spLocks noGrp="1"/>
          </p:cNvSpPr>
          <p:nvPr>
            <p:ph type="ftr" sz="quarter" idx="11"/>
          </p:nvPr>
        </p:nvSpPr>
        <p:spPr/>
        <p:txBody>
          <a:bodyPr/>
          <a:lstStyle/>
          <a:p>
            <a:pPr>
              <a:defRPr/>
            </a:pPr>
            <a:endParaRPr lang="en-US" dirty="0"/>
          </a:p>
        </p:txBody>
      </p:sp>
      <p:sp>
        <p:nvSpPr>
          <p:cNvPr id="6" name="Slide Number Placeholder 5">
            <a:extLst>
              <a:ext uri="{FF2B5EF4-FFF2-40B4-BE49-F238E27FC236}">
                <a16:creationId xmlns:a16="http://schemas.microsoft.com/office/drawing/2014/main" xmlns="" id="{E5CE72E3-DB4F-329C-C5DA-53190B5413A5}"/>
              </a:ext>
            </a:extLst>
          </p:cNvPr>
          <p:cNvSpPr>
            <a:spLocks noGrp="1"/>
          </p:cNvSpPr>
          <p:nvPr>
            <p:ph type="sldNum" sz="quarter" idx="12"/>
          </p:nvPr>
        </p:nvSpPr>
        <p:spPr/>
        <p:txBody>
          <a:bodyPr/>
          <a:lstStyle/>
          <a:p>
            <a:pPr>
              <a:defRPr/>
            </a:pPr>
            <a:fld id="{B7AF3C62-1A59-4F44-B82E-3DE82A2B4602}" type="slidenum">
              <a:rPr lang="en-US" smtClean="0"/>
              <a:pPr>
                <a:defRPr/>
              </a:pPr>
              <a:t>‹#›</a:t>
            </a:fld>
            <a:endParaRPr lang="en-US"/>
          </a:p>
        </p:txBody>
      </p:sp>
      <p:sp>
        <p:nvSpPr>
          <p:cNvPr id="7" name="Rectangle 6">
            <a:extLst>
              <a:ext uri="{FF2B5EF4-FFF2-40B4-BE49-F238E27FC236}">
                <a16:creationId xmlns:a16="http://schemas.microsoft.com/office/drawing/2014/main" xmlns="" id="{CAC96E21-22F8-BF4B-2665-8ECE072FD6D4}"/>
              </a:ext>
            </a:extLst>
          </p:cNvPr>
          <p:cNvSpPr/>
          <p:nvPr userDrawn="1"/>
        </p:nvSpPr>
        <p:spPr>
          <a:xfrm>
            <a:off x="0" y="0"/>
            <a:ext cx="14630400" cy="8229600"/>
          </a:xfrm>
          <a:prstGeom prst="rect">
            <a:avLst/>
          </a:prstGeom>
          <a:solidFill>
            <a:schemeClr val="accent5"/>
          </a:solidFill>
        </p:spPr>
        <p:style>
          <a:lnRef idx="1">
            <a:schemeClr val="accent1"/>
          </a:lnRef>
          <a:fillRef idx="3">
            <a:schemeClr val="accent1"/>
          </a:fillRef>
          <a:effectRef idx="2">
            <a:schemeClr val="accent1"/>
          </a:effectRef>
          <a:fontRef idx="minor">
            <a:schemeClr val="lt1"/>
          </a:fontRef>
        </p:style>
        <p:txBody>
          <a:bodyPr lIns="130622" tIns="65311" rIns="130622" bIns="65311" anchor="ctr"/>
          <a:lstStyle/>
          <a:p>
            <a:pPr algn="ctr" fontAlgn="auto">
              <a:spcBef>
                <a:spcPts val="0"/>
              </a:spcBef>
              <a:spcAft>
                <a:spcPts val="0"/>
              </a:spcAft>
              <a:defRPr/>
            </a:pPr>
            <a:endParaRPr lang="en-US"/>
          </a:p>
        </p:txBody>
      </p:sp>
    </p:spTree>
    <p:extLst>
      <p:ext uri="{BB962C8B-B14F-4D97-AF65-F5344CB8AC3E}">
        <p14:creationId xmlns:p14="http://schemas.microsoft.com/office/powerpoint/2010/main" val="26550650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C829D00-5ECD-B99C-9D01-53D13B89FE5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6D9286C3-2127-7E65-6629-A509E4E329CF}"/>
              </a:ext>
            </a:extLst>
          </p:cNvPr>
          <p:cNvSpPr>
            <a:spLocks noGrp="1"/>
          </p:cNvSpPr>
          <p:nvPr>
            <p:ph sz="half" idx="1"/>
          </p:nvPr>
        </p:nvSpPr>
        <p:spPr>
          <a:xfrm>
            <a:off x="10058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FC207F9D-DBA7-2317-9132-3E16252014E0}"/>
              </a:ext>
            </a:extLst>
          </p:cNvPr>
          <p:cNvSpPr>
            <a:spLocks noGrp="1"/>
          </p:cNvSpPr>
          <p:nvPr>
            <p:ph sz="half" idx="2"/>
          </p:nvPr>
        </p:nvSpPr>
        <p:spPr>
          <a:xfrm>
            <a:off x="74066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xmlns="" id="{4A7D6ED8-825B-81DC-E932-A6F46020D065}"/>
              </a:ext>
            </a:extLst>
          </p:cNvPr>
          <p:cNvSpPr>
            <a:spLocks noGrp="1"/>
          </p:cNvSpPr>
          <p:nvPr>
            <p:ph type="ftr" sz="quarter" idx="11"/>
          </p:nvPr>
        </p:nvSpPr>
        <p:spPr/>
        <p:txBody>
          <a:bodyPr/>
          <a:lstStyle>
            <a:lvl1pPr>
              <a:defRPr/>
            </a:lvl1pPr>
          </a:lstStyle>
          <a:p>
            <a:pPr>
              <a:defRPr/>
            </a:pPr>
            <a:endParaRPr lang="en-US" dirty="0"/>
          </a:p>
        </p:txBody>
      </p:sp>
      <p:sp>
        <p:nvSpPr>
          <p:cNvPr id="7" name="Slide Number Placeholder 6">
            <a:extLst>
              <a:ext uri="{FF2B5EF4-FFF2-40B4-BE49-F238E27FC236}">
                <a16:creationId xmlns:a16="http://schemas.microsoft.com/office/drawing/2014/main" xmlns="" id="{1FFEF549-6EED-BDB1-17F4-1B2D600CF5C1}"/>
              </a:ext>
            </a:extLst>
          </p:cNvPr>
          <p:cNvSpPr>
            <a:spLocks noGrp="1"/>
          </p:cNvSpPr>
          <p:nvPr>
            <p:ph type="sldNum" sz="quarter" idx="12"/>
          </p:nvPr>
        </p:nvSpPr>
        <p:spPr/>
        <p:txBody>
          <a:bodyPr/>
          <a:lstStyle/>
          <a:p>
            <a:pPr>
              <a:defRPr/>
            </a:pPr>
            <a:fld id="{067A8D63-065C-4A40-9406-8D88263CDDD4}" type="slidenum">
              <a:rPr lang="en-US" smtClean="0"/>
              <a:pPr>
                <a:defRPr/>
              </a:pPr>
              <a:t>‹#›</a:t>
            </a:fld>
            <a:endParaRPr lang="en-US"/>
          </a:p>
        </p:txBody>
      </p:sp>
    </p:spTree>
    <p:extLst>
      <p:ext uri="{BB962C8B-B14F-4D97-AF65-F5344CB8AC3E}">
        <p14:creationId xmlns:p14="http://schemas.microsoft.com/office/powerpoint/2010/main" val="32531251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2AA4B58-FD94-2E8E-E8D0-0BBDA954F604}"/>
              </a:ext>
            </a:extLst>
          </p:cNvPr>
          <p:cNvSpPr>
            <a:spLocks noGrp="1"/>
          </p:cNvSpPr>
          <p:nvPr>
            <p:ph type="title"/>
          </p:nvPr>
        </p:nvSpPr>
        <p:spPr>
          <a:xfrm>
            <a:off x="1007746" y="438150"/>
            <a:ext cx="12618720" cy="1590676"/>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CD00DCC2-34FE-B163-0F70-7FD3F568D287}"/>
              </a:ext>
            </a:extLst>
          </p:cNvPr>
          <p:cNvSpPr>
            <a:spLocks noGrp="1"/>
          </p:cNvSpPr>
          <p:nvPr>
            <p:ph type="body" idx="1"/>
          </p:nvPr>
        </p:nvSpPr>
        <p:spPr>
          <a:xfrm>
            <a:off x="1007746"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1FEA09C7-4EBE-EC32-728A-C62FEC7F2E4D}"/>
              </a:ext>
            </a:extLst>
          </p:cNvPr>
          <p:cNvSpPr>
            <a:spLocks noGrp="1"/>
          </p:cNvSpPr>
          <p:nvPr>
            <p:ph sz="half" idx="2"/>
          </p:nvPr>
        </p:nvSpPr>
        <p:spPr>
          <a:xfrm>
            <a:off x="1007746" y="3006090"/>
            <a:ext cx="6189344"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1FD939CF-9B8B-5917-24F5-EEB875E0489E}"/>
              </a:ext>
            </a:extLst>
          </p:cNvPr>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0980C5EC-AEB8-2189-68AC-AD6D02A05EC3}"/>
              </a:ext>
            </a:extLst>
          </p:cNvPr>
          <p:cNvSpPr>
            <a:spLocks noGrp="1"/>
          </p:cNvSpPr>
          <p:nvPr>
            <p:ph sz="quarter" idx="4"/>
          </p:nvPr>
        </p:nvSpPr>
        <p:spPr>
          <a:xfrm>
            <a:off x="7406640" y="3006090"/>
            <a:ext cx="6219826"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xmlns="" id="{0786A84A-29AD-E754-3EC2-8DA33AEB9766}"/>
              </a:ext>
            </a:extLst>
          </p:cNvPr>
          <p:cNvSpPr>
            <a:spLocks noGrp="1"/>
          </p:cNvSpPr>
          <p:nvPr>
            <p:ph type="ftr" sz="quarter" idx="11"/>
          </p:nvPr>
        </p:nvSpPr>
        <p:spPr/>
        <p:txBody>
          <a:bodyPr/>
          <a:lstStyle>
            <a:lvl1pPr>
              <a:defRPr/>
            </a:lvl1pPr>
          </a:lstStyle>
          <a:p>
            <a:pPr>
              <a:defRPr/>
            </a:pPr>
            <a:endParaRPr lang="en-US" dirty="0"/>
          </a:p>
        </p:txBody>
      </p:sp>
      <p:sp>
        <p:nvSpPr>
          <p:cNvPr id="9" name="Slide Number Placeholder 8">
            <a:extLst>
              <a:ext uri="{FF2B5EF4-FFF2-40B4-BE49-F238E27FC236}">
                <a16:creationId xmlns:a16="http://schemas.microsoft.com/office/drawing/2014/main" xmlns="" id="{6347279E-3E09-FE9D-0995-968F76BB8FD1}"/>
              </a:ext>
            </a:extLst>
          </p:cNvPr>
          <p:cNvSpPr>
            <a:spLocks noGrp="1"/>
          </p:cNvSpPr>
          <p:nvPr>
            <p:ph type="sldNum" sz="quarter" idx="12"/>
          </p:nvPr>
        </p:nvSpPr>
        <p:spPr/>
        <p:txBody>
          <a:bodyPr/>
          <a:lstStyle/>
          <a:p>
            <a:pPr>
              <a:defRPr/>
            </a:pPr>
            <a:fld id="{DACBA610-1FD4-6D4F-A58A-4231F7E62DC6}" type="slidenum">
              <a:rPr lang="en-US" smtClean="0"/>
              <a:pPr>
                <a:defRPr/>
              </a:pPr>
              <a:t>‹#›</a:t>
            </a:fld>
            <a:endParaRPr lang="en-US" dirty="0"/>
          </a:p>
        </p:txBody>
      </p:sp>
    </p:spTree>
    <p:extLst>
      <p:ext uri="{BB962C8B-B14F-4D97-AF65-F5344CB8AC3E}">
        <p14:creationId xmlns:p14="http://schemas.microsoft.com/office/powerpoint/2010/main" val="28138957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5" name="Shape 15"/>
          <p:cNvSpPr>
            <a:spLocks noGrp="1"/>
          </p:cNvSpPr>
          <p:nvPr>
            <p:ph type="sldNum" sz="quarter" idx="2"/>
          </p:nvPr>
        </p:nvSpPr>
        <p:spPr>
          <a:xfrm>
            <a:off x="13045440" y="7959210"/>
            <a:ext cx="1219200" cy="184666"/>
          </a:xfrm>
          <a:prstGeom prst="rect">
            <a:avLst/>
          </a:prstGeom>
        </p:spPr>
        <p:txBody>
          <a:bodyPr/>
          <a:lstStyle>
            <a:lvl1pPr>
              <a:defRPr sz="1200"/>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81348908"/>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10160"/>
            <a:ext cx="14630400" cy="8239760"/>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808481" y="2885441"/>
            <a:ext cx="9320323" cy="1975562"/>
          </a:xfrm>
        </p:spPr>
        <p:txBody>
          <a:bodyPr anchor="b">
            <a:noAutofit/>
          </a:bodyPr>
          <a:lstStyle>
            <a:lvl1pPr algn="r">
              <a:defRPr sz="648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808481" y="4861000"/>
            <a:ext cx="9320323" cy="1316279"/>
          </a:xfrm>
        </p:spPr>
        <p:txBody>
          <a:bodyPr anchor="t"/>
          <a:lstStyle>
            <a:lvl1pPr marL="0" indent="0" algn="r">
              <a:buNone/>
              <a:defRPr>
                <a:solidFill>
                  <a:schemeClr val="tx1">
                    <a:lumMod val="50000"/>
                    <a:lumOff val="50000"/>
                  </a:schemeClr>
                </a:solidFill>
              </a:defRPr>
            </a:lvl1pPr>
            <a:lvl2pPr marL="548640" indent="0" algn="ctr">
              <a:buNone/>
              <a:defRPr>
                <a:solidFill>
                  <a:schemeClr val="tx1">
                    <a:tint val="75000"/>
                  </a:schemeClr>
                </a:solidFill>
              </a:defRPr>
            </a:lvl2pPr>
            <a:lvl3pPr marL="1097280" indent="0" algn="ctr">
              <a:buNone/>
              <a:defRPr>
                <a:solidFill>
                  <a:schemeClr val="tx1">
                    <a:tint val="75000"/>
                  </a:schemeClr>
                </a:solidFill>
              </a:defRPr>
            </a:lvl3pPr>
            <a:lvl4pPr marL="1645920" indent="0" algn="ctr">
              <a:buNone/>
              <a:defRPr>
                <a:solidFill>
                  <a:schemeClr val="tx1">
                    <a:tint val="75000"/>
                  </a:schemeClr>
                </a:solidFill>
              </a:defRPr>
            </a:lvl4pPr>
            <a:lvl5pPr marL="2194560" indent="0" algn="ctr">
              <a:buNone/>
              <a:defRPr>
                <a:solidFill>
                  <a:schemeClr val="tx1">
                    <a:tint val="75000"/>
                  </a:schemeClr>
                </a:solidFill>
              </a:defRPr>
            </a:lvl5pPr>
            <a:lvl6pPr marL="2743200" indent="0" algn="ctr">
              <a:buNone/>
              <a:defRPr>
                <a:solidFill>
                  <a:schemeClr val="tx1">
                    <a:tint val="75000"/>
                  </a:schemeClr>
                </a:solidFill>
              </a:defRPr>
            </a:lvl6pPr>
            <a:lvl7pPr marL="3291840" indent="0" algn="ctr">
              <a:buNone/>
              <a:defRPr>
                <a:solidFill>
                  <a:schemeClr val="tx1">
                    <a:tint val="75000"/>
                  </a:schemeClr>
                </a:solidFill>
              </a:defRPr>
            </a:lvl7pPr>
            <a:lvl8pPr marL="3840480" indent="0" algn="ctr">
              <a:buNone/>
              <a:defRPr>
                <a:solidFill>
                  <a:schemeClr val="tx1">
                    <a:tint val="75000"/>
                  </a:schemeClr>
                </a:solidFill>
              </a:defRPr>
            </a:lvl8pPr>
            <a:lvl9pPr marL="4389120" indent="0" algn="ctr">
              <a:buNone/>
              <a:defRPr>
                <a:solidFill>
                  <a:schemeClr val="tx1">
                    <a:tint val="75000"/>
                  </a:schemeClr>
                </a:solidFill>
              </a:defRPr>
            </a:lvl9pPr>
          </a:lstStyle>
          <a:p>
            <a:r>
              <a:rPr lang="en-US"/>
              <a:t>Click to edit Master subtitle style</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7977737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32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8485879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2802" y="3241041"/>
            <a:ext cx="10316002" cy="2191897"/>
          </a:xfrm>
        </p:spPr>
        <p:txBody>
          <a:bodyPr anchor="b"/>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812802" y="5432938"/>
            <a:ext cx="10316002" cy="1032480"/>
          </a:xfrm>
        </p:spPr>
        <p:txBody>
          <a:bodyPr anchor="t"/>
          <a:lstStyle>
            <a:lvl1pPr marL="0" indent="0" algn="l">
              <a:buNone/>
              <a:defRPr sz="2400">
                <a:solidFill>
                  <a:schemeClr val="tx1">
                    <a:lumMod val="50000"/>
                    <a:lumOff val="50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2874756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2801" y="2592707"/>
            <a:ext cx="5020842" cy="46569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07964" y="2592707"/>
            <a:ext cx="5020841" cy="46569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extLst>
      <p:ext uri="{BB962C8B-B14F-4D97-AF65-F5344CB8AC3E}">
        <p14:creationId xmlns:p14="http://schemas.microsoft.com/office/powerpoint/2010/main" val="32297483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0894" y="2593180"/>
            <a:ext cx="5022748" cy="691514"/>
          </a:xfrm>
        </p:spPr>
        <p:txBody>
          <a:bodyPr anchor="b">
            <a:noAutofit/>
          </a:bodyPr>
          <a:lstStyle>
            <a:lvl1pPr marL="0" indent="0">
              <a:buNone/>
              <a:defRPr sz="288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810894" y="3284695"/>
            <a:ext cx="5022748" cy="396494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06059" y="2593180"/>
            <a:ext cx="5022742" cy="691514"/>
          </a:xfrm>
        </p:spPr>
        <p:txBody>
          <a:bodyPr anchor="b">
            <a:noAutofit/>
          </a:bodyPr>
          <a:lstStyle>
            <a:lvl1pPr marL="0" indent="0">
              <a:buNone/>
              <a:defRPr sz="288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6106062" y="3284695"/>
            <a:ext cx="5022740" cy="396494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1477480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12801" y="731520"/>
            <a:ext cx="10316002" cy="1584960"/>
          </a:xfrm>
        </p:spPr>
        <p:txBody>
          <a:bodyPr/>
          <a:lstStyle/>
          <a:p>
            <a:r>
              <a:rPr lang="en-US"/>
              <a:t>Click to edit Master title style</a:t>
            </a:r>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5240569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0473848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1" y="1798325"/>
            <a:ext cx="4625434" cy="1534159"/>
          </a:xfrm>
        </p:spPr>
        <p:txBody>
          <a:bodyPr anchor="b">
            <a:normAutofit/>
          </a:bodyPr>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5712554" y="617910"/>
            <a:ext cx="5416249" cy="66317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12801" y="3332483"/>
            <a:ext cx="4625434" cy="3101339"/>
          </a:xfrm>
        </p:spPr>
        <p:txBody>
          <a:bodyPr>
            <a:normAutofit/>
          </a:bodyPr>
          <a:lstStyle>
            <a:lvl1pPr marL="0" indent="0">
              <a:buNone/>
              <a:defRPr sz="1680"/>
            </a:lvl1pPr>
            <a:lvl2pPr marL="548476" indent="0">
              <a:buNone/>
              <a:defRPr sz="1680"/>
            </a:lvl2pPr>
            <a:lvl3pPr marL="1096951" indent="0">
              <a:buNone/>
              <a:defRPr sz="1440"/>
            </a:lvl3pPr>
            <a:lvl4pPr marL="1645427" indent="0">
              <a:buNone/>
              <a:defRPr sz="1200"/>
            </a:lvl4pPr>
            <a:lvl5pPr marL="2193901" indent="0">
              <a:buNone/>
              <a:defRPr sz="1200"/>
            </a:lvl5pPr>
            <a:lvl6pPr marL="2742377" indent="0">
              <a:buNone/>
              <a:defRPr sz="1200"/>
            </a:lvl6pPr>
            <a:lvl7pPr marL="3290852" indent="0">
              <a:buNone/>
              <a:defRPr sz="1200"/>
            </a:lvl7pPr>
            <a:lvl8pPr marL="3839328" indent="0">
              <a:buNone/>
              <a:defRPr sz="1200"/>
            </a:lvl8pPr>
            <a:lvl9pPr marL="4387804" indent="0">
              <a:buNone/>
              <a:defRPr sz="12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extLst>
      <p:ext uri="{BB962C8B-B14F-4D97-AF65-F5344CB8AC3E}">
        <p14:creationId xmlns:p14="http://schemas.microsoft.com/office/powerpoint/2010/main" val="12126106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2" y="5760720"/>
            <a:ext cx="10316000" cy="680086"/>
          </a:xfrm>
        </p:spPr>
        <p:txBody>
          <a:bodyPr anchor="b">
            <a:normAutofit/>
          </a:bodyPr>
          <a:lstStyle>
            <a:lvl1pPr algn="l">
              <a:defRPr sz="288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801" y="731520"/>
            <a:ext cx="10316002" cy="4614862"/>
          </a:xfrm>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4" name="Text Placeholder 3"/>
          <p:cNvSpPr>
            <a:spLocks noGrp="1"/>
          </p:cNvSpPr>
          <p:nvPr>
            <p:ph type="body" sz="half" idx="2"/>
          </p:nvPr>
        </p:nvSpPr>
        <p:spPr>
          <a:xfrm>
            <a:off x="812802" y="6440806"/>
            <a:ext cx="10316000" cy="808829"/>
          </a:xfrm>
        </p:spPr>
        <p:txBody>
          <a:bodyPr>
            <a:normAutofit/>
          </a:bodyPr>
          <a:lstStyle>
            <a:lvl1pPr marL="0" indent="0">
              <a:buNone/>
              <a:defRPr sz="144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492597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2" y="731520"/>
            <a:ext cx="10316002" cy="4084320"/>
          </a:xfrm>
        </p:spPr>
        <p:txBody>
          <a:bodyPr anchor="ctr">
            <a:normAutofit/>
          </a:bodyPr>
          <a:lstStyle>
            <a:lvl1pPr algn="l">
              <a:defRPr sz="5280" b="0" cap="none"/>
            </a:lvl1pPr>
          </a:lstStyle>
          <a:p>
            <a:r>
              <a:rPr lang="en-US"/>
              <a:t>Click to edit Master title style</a:t>
            </a:r>
            <a:endParaRPr lang="en-US" dirty="0"/>
          </a:p>
        </p:txBody>
      </p:sp>
      <p:sp>
        <p:nvSpPr>
          <p:cNvPr id="3" name="Text Placeholder 2"/>
          <p:cNvSpPr>
            <a:spLocks noGrp="1"/>
          </p:cNvSpPr>
          <p:nvPr>
            <p:ph type="body" idx="1"/>
          </p:nvPr>
        </p:nvSpPr>
        <p:spPr>
          <a:xfrm>
            <a:off x="812802" y="5364480"/>
            <a:ext cx="10316002" cy="1885154"/>
          </a:xfrm>
        </p:spPr>
        <p:txBody>
          <a:bodyPr anchor="ctr">
            <a:normAutofit/>
          </a:bodyPr>
          <a:lstStyle>
            <a:lvl1pPr marL="0" indent="0" algn="l">
              <a:buNone/>
              <a:defRPr sz="2160">
                <a:solidFill>
                  <a:schemeClr val="tx1">
                    <a:lumMod val="75000"/>
                    <a:lumOff val="2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20025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7601" y="731520"/>
            <a:ext cx="9712961" cy="3627120"/>
          </a:xfrm>
        </p:spPr>
        <p:txBody>
          <a:bodyPr anchor="ctr">
            <a:normAutofit/>
          </a:bodyPr>
          <a:lstStyle>
            <a:lvl1pPr algn="l">
              <a:defRPr sz="528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639367" y="4358640"/>
            <a:ext cx="8669429" cy="457200"/>
          </a:xfrm>
        </p:spPr>
        <p:txBody>
          <a:bodyPr anchor="ctr">
            <a:noAutofit/>
          </a:bodyPr>
          <a:lstStyle>
            <a:lvl1pPr marL="0" indent="0">
              <a:buFontTx/>
              <a:buNone/>
              <a:defRPr sz="1920">
                <a:solidFill>
                  <a:schemeClr val="tx1">
                    <a:lumMod val="50000"/>
                    <a:lumOff val="50000"/>
                  </a:schemeClr>
                </a:solidFill>
              </a:defRPr>
            </a:lvl1pPr>
            <a:lvl2pPr marL="548640" indent="0">
              <a:buFontTx/>
              <a:buNone/>
              <a:defRPr/>
            </a:lvl2pPr>
            <a:lvl3pPr marL="1097280" indent="0">
              <a:buFontTx/>
              <a:buNone/>
              <a:defRPr/>
            </a:lvl3pPr>
            <a:lvl4pPr marL="1645920" indent="0">
              <a:buFontTx/>
              <a:buNone/>
              <a:defRPr/>
            </a:lvl4pPr>
            <a:lvl5pPr marL="2194560" indent="0">
              <a:buFontTx/>
              <a:buNone/>
              <a:defRPr/>
            </a:lvl5pPr>
          </a:lstStyle>
          <a:p>
            <a:pPr lvl="0"/>
            <a:r>
              <a:rPr lang="en-US"/>
              <a:t>Click to edit Master text styles</a:t>
            </a:r>
          </a:p>
        </p:txBody>
      </p:sp>
      <p:sp>
        <p:nvSpPr>
          <p:cNvPr id="3" name="Text Placeholder 2"/>
          <p:cNvSpPr>
            <a:spLocks noGrp="1"/>
          </p:cNvSpPr>
          <p:nvPr>
            <p:ph type="body" idx="1"/>
          </p:nvPr>
        </p:nvSpPr>
        <p:spPr>
          <a:xfrm>
            <a:off x="812802" y="5364480"/>
            <a:ext cx="10316002" cy="1885154"/>
          </a:xfrm>
        </p:spPr>
        <p:txBody>
          <a:bodyPr anchor="ctr">
            <a:normAutofit/>
          </a:bodyPr>
          <a:lstStyle>
            <a:lvl1pPr marL="0" indent="0" algn="l">
              <a:buNone/>
              <a:defRPr sz="2160">
                <a:solidFill>
                  <a:schemeClr val="tx1">
                    <a:lumMod val="75000"/>
                    <a:lumOff val="2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650244" y="948454"/>
            <a:ext cx="731520" cy="701731"/>
          </a:xfrm>
          <a:prstGeom prst="rect">
            <a:avLst/>
          </a:prstGeom>
        </p:spPr>
        <p:txBody>
          <a:bodyPr vert="horz" lIns="109728" tIns="54864" rIns="109728" bIns="54864" rtlCol="0" anchor="ctr">
            <a:noAutofit/>
          </a:bodyPr>
          <a:lstStyle/>
          <a:p>
            <a:pPr lvl="0"/>
            <a:r>
              <a:rPr lang="en-US" sz="96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10671613" y="3463867"/>
            <a:ext cx="731520" cy="701731"/>
          </a:xfrm>
          <a:prstGeom prst="rect">
            <a:avLst/>
          </a:prstGeom>
        </p:spPr>
        <p:txBody>
          <a:bodyPr vert="horz" lIns="109728" tIns="54864" rIns="109728" bIns="54864" rtlCol="0" anchor="ctr">
            <a:noAutofit/>
          </a:bodyPr>
          <a:lstStyle/>
          <a:p>
            <a:pPr lvl="0"/>
            <a:r>
              <a:rPr lang="en-US" sz="9600" baseline="0" dirty="0">
                <a:ln w="3175" cmpd="sng">
                  <a:noFill/>
                </a:ln>
                <a:solidFill>
                  <a:schemeClr val="accent1">
                    <a:lumMod val="60000"/>
                    <a:lumOff val="40000"/>
                  </a:schemeClr>
                </a:solidFill>
                <a:latin typeface="Arial"/>
              </a:rPr>
              <a:t>”</a:t>
            </a:r>
            <a:endParaRPr lang="en-US" sz="2160" dirty="0">
              <a:solidFill>
                <a:schemeClr val="accent1">
                  <a:lumMod val="60000"/>
                  <a:lumOff val="40000"/>
                </a:schemeClr>
              </a:solidFill>
              <a:latin typeface="Arial"/>
            </a:endParaRPr>
          </a:p>
        </p:txBody>
      </p:sp>
    </p:spTree>
    <p:extLst>
      <p:ext uri="{BB962C8B-B14F-4D97-AF65-F5344CB8AC3E}">
        <p14:creationId xmlns:p14="http://schemas.microsoft.com/office/powerpoint/2010/main" val="31647482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12802" y="2318386"/>
            <a:ext cx="10316002" cy="3114552"/>
          </a:xfrm>
        </p:spPr>
        <p:txBody>
          <a:bodyPr anchor="b">
            <a:normAutofit/>
          </a:bodyPr>
          <a:lstStyle>
            <a:lvl1pPr algn="l">
              <a:defRPr sz="5280" b="0" cap="none"/>
            </a:lvl1pPr>
          </a:lstStyle>
          <a:p>
            <a:r>
              <a:rPr lang="en-US"/>
              <a:t>Click to edit Master title style</a:t>
            </a:r>
            <a:endParaRPr lang="en-US" dirty="0"/>
          </a:p>
        </p:txBody>
      </p:sp>
      <p:sp>
        <p:nvSpPr>
          <p:cNvPr id="3" name="Text Placeholder 2"/>
          <p:cNvSpPr>
            <a:spLocks noGrp="1"/>
          </p:cNvSpPr>
          <p:nvPr>
            <p:ph type="body" idx="1"/>
          </p:nvPr>
        </p:nvSpPr>
        <p:spPr>
          <a:xfrm>
            <a:off x="812802" y="5432938"/>
            <a:ext cx="10316002" cy="1816697"/>
          </a:xfrm>
        </p:spPr>
        <p:txBody>
          <a:bodyPr anchor="t">
            <a:normAutofit/>
          </a:bodyPr>
          <a:lstStyle>
            <a:lvl1pPr marL="0" indent="0" algn="l">
              <a:buNone/>
              <a:defRPr sz="2160">
                <a:solidFill>
                  <a:schemeClr val="tx1">
                    <a:lumMod val="75000"/>
                    <a:lumOff val="2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2706742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7601" y="731520"/>
            <a:ext cx="9712961" cy="3627120"/>
          </a:xfrm>
        </p:spPr>
        <p:txBody>
          <a:bodyPr anchor="ctr">
            <a:normAutofit/>
          </a:bodyPr>
          <a:lstStyle>
            <a:lvl1pPr algn="l">
              <a:defRPr sz="528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812799" y="4815840"/>
            <a:ext cx="10316003" cy="617098"/>
          </a:xfrm>
        </p:spPr>
        <p:txBody>
          <a:bodyPr anchor="b">
            <a:noAutofit/>
          </a:bodyPr>
          <a:lstStyle>
            <a:lvl1pPr marL="0" indent="0">
              <a:buFontTx/>
              <a:buNone/>
              <a:defRPr sz="2880">
                <a:solidFill>
                  <a:schemeClr val="tx1">
                    <a:lumMod val="75000"/>
                    <a:lumOff val="25000"/>
                  </a:schemeClr>
                </a:solidFill>
              </a:defRPr>
            </a:lvl1pPr>
            <a:lvl2pPr marL="548640" indent="0">
              <a:buFontTx/>
              <a:buNone/>
              <a:defRPr/>
            </a:lvl2pPr>
            <a:lvl3pPr marL="1097280" indent="0">
              <a:buFontTx/>
              <a:buNone/>
              <a:defRPr/>
            </a:lvl3pPr>
            <a:lvl4pPr marL="1645920" indent="0">
              <a:buFontTx/>
              <a:buNone/>
              <a:defRPr/>
            </a:lvl4pPr>
            <a:lvl5pPr marL="2194560" indent="0">
              <a:buFontTx/>
              <a:buNone/>
              <a:defRPr/>
            </a:lvl5pPr>
          </a:lstStyle>
          <a:p>
            <a:pPr lvl="0"/>
            <a:r>
              <a:rPr lang="en-US"/>
              <a:t>Click to edit Master text styles</a:t>
            </a:r>
          </a:p>
        </p:txBody>
      </p:sp>
      <p:sp>
        <p:nvSpPr>
          <p:cNvPr id="3" name="Text Placeholder 2"/>
          <p:cNvSpPr>
            <a:spLocks noGrp="1"/>
          </p:cNvSpPr>
          <p:nvPr>
            <p:ph type="body" idx="1"/>
          </p:nvPr>
        </p:nvSpPr>
        <p:spPr>
          <a:xfrm>
            <a:off x="812802" y="5432938"/>
            <a:ext cx="10316002" cy="1816697"/>
          </a:xfrm>
        </p:spPr>
        <p:txBody>
          <a:bodyPr anchor="t">
            <a:normAutofit/>
          </a:bodyPr>
          <a:lstStyle>
            <a:lvl1pPr marL="0" indent="0" algn="l">
              <a:buNone/>
              <a:defRPr sz="2160">
                <a:solidFill>
                  <a:schemeClr val="tx1">
                    <a:lumMod val="50000"/>
                    <a:lumOff val="50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650244" y="948454"/>
            <a:ext cx="731520" cy="701731"/>
          </a:xfrm>
          <a:prstGeom prst="rect">
            <a:avLst/>
          </a:prstGeom>
        </p:spPr>
        <p:txBody>
          <a:bodyPr vert="horz" lIns="109728" tIns="54864" rIns="109728" bIns="54864" rtlCol="0" anchor="ctr">
            <a:noAutofit/>
          </a:bodyPr>
          <a:lstStyle/>
          <a:p>
            <a:pPr lvl="0"/>
            <a:r>
              <a:rPr lang="en-US" sz="96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10671613" y="3463867"/>
            <a:ext cx="731520" cy="701731"/>
          </a:xfrm>
          <a:prstGeom prst="rect">
            <a:avLst/>
          </a:prstGeom>
        </p:spPr>
        <p:txBody>
          <a:bodyPr vert="horz" lIns="109728" tIns="54864" rIns="109728" bIns="54864" rtlCol="0" anchor="ctr">
            <a:noAutofit/>
          </a:bodyPr>
          <a:lstStyle/>
          <a:p>
            <a:pPr lvl="0"/>
            <a:r>
              <a:rPr lang="en-US" sz="96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5988197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822959" y="731520"/>
            <a:ext cx="10305844" cy="3627120"/>
          </a:xfrm>
        </p:spPr>
        <p:txBody>
          <a:bodyPr anchor="ctr">
            <a:normAutofit/>
          </a:bodyPr>
          <a:lstStyle>
            <a:lvl1pPr algn="l">
              <a:defRPr sz="528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812799" y="4815840"/>
            <a:ext cx="10316003" cy="617098"/>
          </a:xfrm>
        </p:spPr>
        <p:txBody>
          <a:bodyPr anchor="b">
            <a:noAutofit/>
          </a:bodyPr>
          <a:lstStyle>
            <a:lvl1pPr marL="0" indent="0">
              <a:buFontTx/>
              <a:buNone/>
              <a:defRPr sz="2880">
                <a:solidFill>
                  <a:schemeClr val="accent1"/>
                </a:solidFill>
              </a:defRPr>
            </a:lvl1pPr>
            <a:lvl2pPr marL="548640" indent="0">
              <a:buFontTx/>
              <a:buNone/>
              <a:defRPr/>
            </a:lvl2pPr>
            <a:lvl3pPr marL="1097280" indent="0">
              <a:buFontTx/>
              <a:buNone/>
              <a:defRPr/>
            </a:lvl3pPr>
            <a:lvl4pPr marL="1645920" indent="0">
              <a:buFontTx/>
              <a:buNone/>
              <a:defRPr/>
            </a:lvl4pPr>
            <a:lvl5pPr marL="2194560" indent="0">
              <a:buFontTx/>
              <a:buNone/>
              <a:defRPr/>
            </a:lvl5pPr>
          </a:lstStyle>
          <a:p>
            <a:pPr lvl="0"/>
            <a:r>
              <a:rPr lang="en-US"/>
              <a:t>Click to edit Master text styles</a:t>
            </a:r>
          </a:p>
        </p:txBody>
      </p:sp>
      <p:sp>
        <p:nvSpPr>
          <p:cNvPr id="3" name="Text Placeholder 2"/>
          <p:cNvSpPr>
            <a:spLocks noGrp="1"/>
          </p:cNvSpPr>
          <p:nvPr>
            <p:ph type="body" idx="1"/>
          </p:nvPr>
        </p:nvSpPr>
        <p:spPr>
          <a:xfrm>
            <a:off x="812802" y="5432938"/>
            <a:ext cx="10316002" cy="1816697"/>
          </a:xfrm>
        </p:spPr>
        <p:txBody>
          <a:bodyPr anchor="t">
            <a:normAutofit/>
          </a:bodyPr>
          <a:lstStyle>
            <a:lvl1pPr marL="0" indent="0" algn="l">
              <a:buNone/>
              <a:defRPr sz="2160">
                <a:solidFill>
                  <a:schemeClr val="tx1">
                    <a:lumMod val="50000"/>
                    <a:lumOff val="50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192023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extLst>
      <p:ext uri="{BB962C8B-B14F-4D97-AF65-F5344CB8AC3E}">
        <p14:creationId xmlns:p14="http://schemas.microsoft.com/office/powerpoint/2010/main" val="13471906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61208" y="731520"/>
            <a:ext cx="1565692" cy="630174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812802" y="731520"/>
            <a:ext cx="8472180" cy="630174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5596301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17" Type="http://schemas.openxmlformats.org/officeDocument/2006/relationships/theme" Target="../theme/theme2.xml"/><Relationship Id="rId2" Type="http://schemas.openxmlformats.org/officeDocument/2006/relationships/slideLayout" Target="../slideLayouts/slideLayout7.xml"/><Relationship Id="rId16" Type="http://schemas.openxmlformats.org/officeDocument/2006/relationships/slideLayout" Target="../slideLayouts/slideLayout21.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slideLayout" Target="../slideLayouts/slideLayout2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4BEF9B13-D8B8-ED90-525D-597B376F066A}"/>
              </a:ext>
            </a:extLst>
          </p:cNvPr>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96F17D19-9CB1-8922-9F2F-4C9BFC665BD2}"/>
              </a:ext>
            </a:extLst>
          </p:cNvPr>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F90B5FC1-85C8-B777-F2E4-3F7ADF70AD1C}"/>
              </a:ext>
            </a:extLst>
          </p:cNvPr>
          <p:cNvSpPr>
            <a:spLocks noGrp="1"/>
          </p:cNvSpPr>
          <p:nvPr>
            <p:ph type="dt" sz="half" idx="2"/>
          </p:nvPr>
        </p:nvSpPr>
        <p:spPr>
          <a:xfrm>
            <a:off x="1005840" y="7627621"/>
            <a:ext cx="3291840" cy="438150"/>
          </a:xfrm>
          <a:prstGeom prst="rect">
            <a:avLst/>
          </a:prstGeom>
        </p:spPr>
        <p:txBody>
          <a:bodyPr vert="horz" lIns="91440" tIns="45720" rIns="91440" bIns="45720" rtlCol="0" anchor="ctr"/>
          <a:lstStyle>
            <a:lvl1pPr algn="l">
              <a:defRPr sz="1440">
                <a:solidFill>
                  <a:schemeClr val="tx1">
                    <a:tint val="75000"/>
                  </a:schemeClr>
                </a:solidFill>
              </a:defRPr>
            </a:lvl1pPr>
          </a:lstStyle>
          <a:p>
            <a:pPr>
              <a:defRPr/>
            </a:pPr>
            <a:endParaRPr lang="en-US" dirty="0"/>
          </a:p>
        </p:txBody>
      </p:sp>
      <p:sp>
        <p:nvSpPr>
          <p:cNvPr id="5" name="Footer Placeholder 4">
            <a:extLst>
              <a:ext uri="{FF2B5EF4-FFF2-40B4-BE49-F238E27FC236}">
                <a16:creationId xmlns:a16="http://schemas.microsoft.com/office/drawing/2014/main" xmlns="" id="{C3B82822-0814-B1B7-BB23-E0ABDC5758B3}"/>
              </a:ext>
            </a:extLst>
          </p:cNvPr>
          <p:cNvSpPr>
            <a:spLocks noGrp="1"/>
          </p:cNvSpPr>
          <p:nvPr>
            <p:ph type="ftr" sz="quarter" idx="3"/>
          </p:nvPr>
        </p:nvSpPr>
        <p:spPr>
          <a:xfrm>
            <a:off x="4846320" y="7627621"/>
            <a:ext cx="4937760" cy="438150"/>
          </a:xfrm>
          <a:prstGeom prst="rect">
            <a:avLst/>
          </a:prstGeom>
        </p:spPr>
        <p:txBody>
          <a:bodyPr vert="horz" lIns="91440" tIns="45720" rIns="91440" bIns="45720" rtlCol="0" anchor="ctr"/>
          <a:lstStyle>
            <a:lvl1pPr algn="ctr">
              <a:defRPr sz="1440">
                <a:solidFill>
                  <a:schemeClr val="tx1">
                    <a:tint val="75000"/>
                  </a:schemeClr>
                </a:solidFill>
              </a:defRPr>
            </a:lvl1pPr>
          </a:lstStyle>
          <a:p>
            <a:pPr>
              <a:defRPr/>
            </a:pPr>
            <a:endParaRPr lang="en-US" dirty="0"/>
          </a:p>
        </p:txBody>
      </p:sp>
      <p:sp>
        <p:nvSpPr>
          <p:cNvPr id="6" name="Slide Number Placeholder 5">
            <a:extLst>
              <a:ext uri="{FF2B5EF4-FFF2-40B4-BE49-F238E27FC236}">
                <a16:creationId xmlns:a16="http://schemas.microsoft.com/office/drawing/2014/main" xmlns="" id="{BD4CAEB7-2992-0F5F-F079-ACE35741218B}"/>
              </a:ext>
            </a:extLst>
          </p:cNvPr>
          <p:cNvSpPr>
            <a:spLocks noGrp="1"/>
          </p:cNvSpPr>
          <p:nvPr>
            <p:ph type="sldNum" sz="quarter" idx="4"/>
          </p:nvPr>
        </p:nvSpPr>
        <p:spPr>
          <a:xfrm>
            <a:off x="10332720" y="7627621"/>
            <a:ext cx="3291840" cy="438150"/>
          </a:xfrm>
          <a:prstGeom prst="rect">
            <a:avLst/>
          </a:prstGeom>
        </p:spPr>
        <p:txBody>
          <a:bodyPr vert="horz" lIns="91440" tIns="45720" rIns="91440" bIns="45720" rtlCol="0" anchor="ctr"/>
          <a:lstStyle>
            <a:lvl1pPr algn="r">
              <a:defRPr sz="1440">
                <a:solidFill>
                  <a:schemeClr val="tx1">
                    <a:tint val="75000"/>
                  </a:schemeClr>
                </a:solidFill>
              </a:defRPr>
            </a:lvl1pPr>
          </a:lstStyle>
          <a:p>
            <a:pPr>
              <a:defRPr/>
            </a:pPr>
            <a:fld id="{AA26E4DD-3705-C34F-BBF3-04369A652A45}" type="slidenum">
              <a:rPr lang="en-US" smtClean="0"/>
              <a:pPr>
                <a:defRPr/>
              </a:pPr>
              <a:t>‹#›</a:t>
            </a:fld>
            <a:endParaRPr lang="en-US" dirty="0"/>
          </a:p>
        </p:txBody>
      </p:sp>
      <p:pic>
        <p:nvPicPr>
          <p:cNvPr id="7" name="Picture 6" descr="CorporateSlides3.jpg">
            <a:extLst>
              <a:ext uri="{FF2B5EF4-FFF2-40B4-BE49-F238E27FC236}">
                <a16:creationId xmlns:a16="http://schemas.microsoft.com/office/drawing/2014/main" xmlns="" id="{D0C39B89-A688-D18F-3196-D6AFBD911CD5}"/>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Tree>
    <p:extLst>
      <p:ext uri="{BB962C8B-B14F-4D97-AF65-F5344CB8AC3E}">
        <p14:creationId xmlns:p14="http://schemas.microsoft.com/office/powerpoint/2010/main" val="3526510456"/>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702" r:id="rId5"/>
  </p:sldLayoutIdLst>
  <p:hf sldNum="0"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10160"/>
            <a:ext cx="14630400" cy="8239760"/>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812801" y="731520"/>
            <a:ext cx="10316002" cy="158496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812801" y="2592707"/>
            <a:ext cx="10316002" cy="46569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812801" y="7249635"/>
            <a:ext cx="7557134" cy="438150"/>
          </a:xfrm>
          <a:prstGeom prst="rect">
            <a:avLst/>
          </a:prstGeom>
        </p:spPr>
        <p:txBody>
          <a:bodyPr vert="horz" lIns="91440" tIns="45720" rIns="91440" bIns="45720" rtlCol="0" anchor="ctr"/>
          <a:lstStyle>
            <a:lvl1pPr algn="l">
              <a:defRPr sz="108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308796" y="7249635"/>
            <a:ext cx="820007" cy="438150"/>
          </a:xfrm>
          <a:prstGeom prst="rect">
            <a:avLst/>
          </a:prstGeom>
        </p:spPr>
        <p:txBody>
          <a:bodyPr vert="horz" lIns="91440" tIns="45720" rIns="91440" bIns="45720" rtlCol="0" anchor="ctr"/>
          <a:lstStyle>
            <a:lvl1pPr algn="r">
              <a:defRPr sz="1080">
                <a:solidFill>
                  <a:schemeClr val="accent1"/>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91938846"/>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 id="2147483700" r:id="rId15"/>
    <p:sldLayoutId id="2147483701" r:id="rId16"/>
  </p:sldLayoutIdLst>
  <p:hf sldNum="0" hdr="0" ftr="0" dt="0"/>
  <p:txStyles>
    <p:titleStyle>
      <a:lvl1pPr algn="l" defTabSz="548640" rtl="0" eaLnBrk="1" latinLnBrk="0" hangingPunct="1">
        <a:spcBef>
          <a:spcPct val="0"/>
        </a:spcBef>
        <a:buNone/>
        <a:defRPr sz="432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411480" indent="-411480" algn="l" defTabSz="548640" rtl="0" eaLnBrk="1" latinLnBrk="0" hangingPunct="1">
        <a:spcBef>
          <a:spcPts val="1200"/>
        </a:spcBef>
        <a:spcAft>
          <a:spcPts val="0"/>
        </a:spcAft>
        <a:buClr>
          <a:schemeClr val="accent1"/>
        </a:buClr>
        <a:buSzPct val="80000"/>
        <a:buFont typeface="Wingdings 3" charset="2"/>
        <a:buChar char=""/>
        <a:defRPr sz="2160" kern="1200">
          <a:solidFill>
            <a:schemeClr val="tx1">
              <a:lumMod val="75000"/>
              <a:lumOff val="25000"/>
            </a:schemeClr>
          </a:solidFill>
          <a:latin typeface="+mn-lt"/>
          <a:ea typeface="+mn-ea"/>
          <a:cs typeface="+mn-cs"/>
        </a:defRPr>
      </a:lvl1pPr>
      <a:lvl2pPr marL="891540" indent="-342900" algn="l" defTabSz="548640" rtl="0" eaLnBrk="1" latinLnBrk="0" hangingPunct="1">
        <a:spcBef>
          <a:spcPts val="1200"/>
        </a:spcBef>
        <a:spcAft>
          <a:spcPts val="0"/>
        </a:spcAft>
        <a:buClr>
          <a:schemeClr val="accent1"/>
        </a:buClr>
        <a:buSzPct val="80000"/>
        <a:buFont typeface="Wingdings 3" charset="2"/>
        <a:buChar char=""/>
        <a:defRPr sz="1920" kern="1200">
          <a:solidFill>
            <a:schemeClr val="tx1">
              <a:lumMod val="75000"/>
              <a:lumOff val="25000"/>
            </a:schemeClr>
          </a:solidFill>
          <a:latin typeface="+mn-lt"/>
          <a:ea typeface="+mn-ea"/>
          <a:cs typeface="+mn-cs"/>
        </a:defRPr>
      </a:lvl2pPr>
      <a:lvl3pPr marL="1371600" indent="-274320" algn="l" defTabSz="548640" rtl="0" eaLnBrk="1" latinLnBrk="0" hangingPunct="1">
        <a:spcBef>
          <a:spcPts val="1200"/>
        </a:spcBef>
        <a:spcAft>
          <a:spcPts val="0"/>
        </a:spcAft>
        <a:buClr>
          <a:schemeClr val="accent1"/>
        </a:buClr>
        <a:buSzPct val="80000"/>
        <a:buFont typeface="Wingdings 3" charset="2"/>
        <a:buChar char=""/>
        <a:defRPr sz="1680" kern="1200">
          <a:solidFill>
            <a:schemeClr val="tx1">
              <a:lumMod val="75000"/>
              <a:lumOff val="25000"/>
            </a:schemeClr>
          </a:solidFill>
          <a:latin typeface="+mn-lt"/>
          <a:ea typeface="+mn-ea"/>
          <a:cs typeface="+mn-cs"/>
        </a:defRPr>
      </a:lvl3pPr>
      <a:lvl4pPr marL="192024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mn-lt"/>
          <a:ea typeface="+mn-ea"/>
          <a:cs typeface="+mn-cs"/>
        </a:defRPr>
      </a:lvl4pPr>
      <a:lvl5pPr marL="246888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mn-lt"/>
          <a:ea typeface="+mn-ea"/>
          <a:cs typeface="+mn-cs"/>
        </a:defRPr>
      </a:lvl5pPr>
      <a:lvl6pPr marL="301752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mn-lt"/>
          <a:ea typeface="+mn-ea"/>
          <a:cs typeface="+mn-cs"/>
        </a:defRPr>
      </a:lvl6pPr>
      <a:lvl7pPr marL="356616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mn-lt"/>
          <a:ea typeface="+mn-ea"/>
          <a:cs typeface="+mn-cs"/>
        </a:defRPr>
      </a:lvl7pPr>
      <a:lvl8pPr marL="411480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mn-lt"/>
          <a:ea typeface="+mn-ea"/>
          <a:cs typeface="+mn-cs"/>
        </a:defRPr>
      </a:lvl8pPr>
      <a:lvl9pPr marL="466344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mn-lt"/>
          <a:ea typeface="+mn-ea"/>
          <a:cs typeface="+mn-cs"/>
        </a:defRPr>
      </a:lvl9pPr>
    </p:bodyStyle>
    <p:otherStyle>
      <a:defPPr>
        <a:defRPr lang="en-US"/>
      </a:defPPr>
      <a:lvl1pPr marL="0" algn="l" defTabSz="548640" rtl="0" eaLnBrk="1" latinLnBrk="0" hangingPunct="1">
        <a:defRPr sz="2160" kern="1200">
          <a:solidFill>
            <a:schemeClr val="tx1"/>
          </a:solidFill>
          <a:latin typeface="+mn-lt"/>
          <a:ea typeface="+mn-ea"/>
          <a:cs typeface="+mn-cs"/>
        </a:defRPr>
      </a:lvl1pPr>
      <a:lvl2pPr marL="548640" algn="l" defTabSz="548640" rtl="0" eaLnBrk="1" latinLnBrk="0" hangingPunct="1">
        <a:defRPr sz="2160" kern="1200">
          <a:solidFill>
            <a:schemeClr val="tx1"/>
          </a:solidFill>
          <a:latin typeface="+mn-lt"/>
          <a:ea typeface="+mn-ea"/>
          <a:cs typeface="+mn-cs"/>
        </a:defRPr>
      </a:lvl2pPr>
      <a:lvl3pPr marL="1097280" algn="l" defTabSz="548640" rtl="0" eaLnBrk="1" latinLnBrk="0" hangingPunct="1">
        <a:defRPr sz="2160" kern="1200">
          <a:solidFill>
            <a:schemeClr val="tx1"/>
          </a:solidFill>
          <a:latin typeface="+mn-lt"/>
          <a:ea typeface="+mn-ea"/>
          <a:cs typeface="+mn-cs"/>
        </a:defRPr>
      </a:lvl3pPr>
      <a:lvl4pPr marL="1645920" algn="l" defTabSz="548640" rtl="0" eaLnBrk="1" latinLnBrk="0" hangingPunct="1">
        <a:defRPr sz="2160" kern="1200">
          <a:solidFill>
            <a:schemeClr val="tx1"/>
          </a:solidFill>
          <a:latin typeface="+mn-lt"/>
          <a:ea typeface="+mn-ea"/>
          <a:cs typeface="+mn-cs"/>
        </a:defRPr>
      </a:lvl4pPr>
      <a:lvl5pPr marL="2194560" algn="l" defTabSz="548640" rtl="0" eaLnBrk="1" latinLnBrk="0" hangingPunct="1">
        <a:defRPr sz="2160" kern="1200">
          <a:solidFill>
            <a:schemeClr val="tx1"/>
          </a:solidFill>
          <a:latin typeface="+mn-lt"/>
          <a:ea typeface="+mn-ea"/>
          <a:cs typeface="+mn-cs"/>
        </a:defRPr>
      </a:lvl5pPr>
      <a:lvl6pPr marL="2743200" algn="l" defTabSz="548640" rtl="0" eaLnBrk="1" latinLnBrk="0" hangingPunct="1">
        <a:defRPr sz="2160" kern="1200">
          <a:solidFill>
            <a:schemeClr val="tx1"/>
          </a:solidFill>
          <a:latin typeface="+mn-lt"/>
          <a:ea typeface="+mn-ea"/>
          <a:cs typeface="+mn-cs"/>
        </a:defRPr>
      </a:lvl6pPr>
      <a:lvl7pPr marL="3291840" algn="l" defTabSz="548640" rtl="0" eaLnBrk="1" latinLnBrk="0" hangingPunct="1">
        <a:defRPr sz="2160" kern="1200">
          <a:solidFill>
            <a:schemeClr val="tx1"/>
          </a:solidFill>
          <a:latin typeface="+mn-lt"/>
          <a:ea typeface="+mn-ea"/>
          <a:cs typeface="+mn-cs"/>
        </a:defRPr>
      </a:lvl7pPr>
      <a:lvl8pPr marL="3840480" algn="l" defTabSz="548640" rtl="0" eaLnBrk="1" latinLnBrk="0" hangingPunct="1">
        <a:defRPr sz="2160" kern="1200">
          <a:solidFill>
            <a:schemeClr val="tx1"/>
          </a:solidFill>
          <a:latin typeface="+mn-lt"/>
          <a:ea typeface="+mn-ea"/>
          <a:cs typeface="+mn-cs"/>
        </a:defRPr>
      </a:lvl8pPr>
      <a:lvl9pPr marL="4389120" algn="l" defTabSz="54864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www.accessdata.fda.gov/scripts/cdrh/cfdocs/cfstandards/search.cfm"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hyperlink" Target="https://ec.europa.eu/docsroom/documents/48579"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6.xml"/><Relationship Id="rId1" Type="http://schemas.openxmlformats.org/officeDocument/2006/relationships/slideLayout" Target="../slideLayouts/slideLayout4.xml"/><Relationship Id="rId5" Type="http://schemas.openxmlformats.org/officeDocument/2006/relationships/image" Target="../media/image9.emf"/><Relationship Id="rId4" Type="http://schemas.openxmlformats.org/officeDocument/2006/relationships/image" Target="../media/image8.emf"/></Relationships>
</file>

<file path=ppt/slides/_rels/slide19.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15.emf"/><Relationship Id="rId4" Type="http://schemas.openxmlformats.org/officeDocument/2006/relationships/image" Target="../media/image14.emf"/></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Shape 62"/>
          <p:cNvSpPr/>
          <p:nvPr/>
        </p:nvSpPr>
        <p:spPr>
          <a:xfrm>
            <a:off x="2497092" y="4023360"/>
            <a:ext cx="9024348" cy="0"/>
          </a:xfrm>
          <a:prstGeom prst="line">
            <a:avLst/>
          </a:prstGeom>
          <a:ln>
            <a:solidFill>
              <a:srgbClr val="6A9DAE"/>
            </a:solidFill>
            <a:round/>
          </a:ln>
        </p:spPr>
        <p:txBody>
          <a:bodyPr lIns="0" tIns="0" rIns="0" bIns="0"/>
          <a:lstStyle/>
          <a:p>
            <a:pPr defTabSz="548640">
              <a:defRPr sz="1200">
                <a:latin typeface="+mj-lt"/>
                <a:ea typeface="+mj-ea"/>
                <a:cs typeface="+mj-cs"/>
                <a:sym typeface="Helvetica"/>
              </a:defRPr>
            </a:pPr>
            <a:endParaRPr sz="1440"/>
          </a:p>
        </p:txBody>
      </p:sp>
      <p:sp>
        <p:nvSpPr>
          <p:cNvPr id="64" name="Shape 64"/>
          <p:cNvSpPr/>
          <p:nvPr/>
        </p:nvSpPr>
        <p:spPr>
          <a:xfrm>
            <a:off x="3745228" y="7519226"/>
            <a:ext cx="7776212" cy="258532"/>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b">
            <a:spAutoFit/>
          </a:bodyPr>
          <a:lstStyle>
            <a:lvl1pPr algn="r">
              <a:spcBef>
                <a:spcPts val="200"/>
              </a:spcBef>
              <a:defRPr sz="1200"/>
            </a:lvl1pPr>
          </a:lstStyle>
          <a:p>
            <a:pPr lvl="0">
              <a:defRPr sz="1800"/>
            </a:pPr>
            <a:r>
              <a:rPr lang="en-US" sz="1680" dirty="0">
                <a:latin typeface="+mj-lt"/>
              </a:rPr>
              <a:t>Dave Bonnett and Eric Bergman PhD</a:t>
            </a:r>
          </a:p>
        </p:txBody>
      </p:sp>
      <p:sp>
        <p:nvSpPr>
          <p:cNvPr id="4" name="TextBox 3">
            <a:extLst>
              <a:ext uri="{FF2B5EF4-FFF2-40B4-BE49-F238E27FC236}">
                <a16:creationId xmlns:a16="http://schemas.microsoft.com/office/drawing/2014/main" xmlns="" id="{FD5F1C20-1729-502B-6468-FFD00C5A83A8}"/>
              </a:ext>
            </a:extLst>
          </p:cNvPr>
          <p:cNvSpPr txBox="1"/>
          <p:nvPr/>
        </p:nvSpPr>
        <p:spPr>
          <a:xfrm>
            <a:off x="2467508" y="4089154"/>
            <a:ext cx="9145372" cy="55399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wrap="square" lIns="109728" tIns="54864" rIns="109728" bIns="54864" anchor="t">
            <a:spAutoFit/>
          </a:bodyPr>
          <a:lstStyle/>
          <a:p>
            <a:pPr algn="r"/>
            <a:r>
              <a:rPr lang="en-US" sz="2880" dirty="0"/>
              <a:t>ISO 14971 and Medical Device Risk Management</a:t>
            </a:r>
            <a:endParaRPr lang="en-US" sz="2880" i="1" dirty="0"/>
          </a:p>
        </p:txBody>
      </p:sp>
      <p:pic>
        <p:nvPicPr>
          <p:cNvPr id="2" name="Tufts_univ_seal_blue.jpg">
            <a:extLst>
              <a:ext uri="{FF2B5EF4-FFF2-40B4-BE49-F238E27FC236}">
                <a16:creationId xmlns:a16="http://schemas.microsoft.com/office/drawing/2014/main" xmlns="" id="{FEA64F1D-4538-61CE-818B-2C164FA0CDF7}"/>
              </a:ext>
            </a:extLst>
          </p:cNvPr>
          <p:cNvPicPr/>
          <p:nvPr/>
        </p:nvPicPr>
        <p:blipFill>
          <a:blip r:embed="rId3">
            <a:extLst>
              <a:ext uri="{28A0092B-C50C-407E-A947-70E740481C1C}">
                <a14:useLocalDpi xmlns:a14="http://schemas.microsoft.com/office/drawing/2010/main" val="0"/>
              </a:ext>
            </a:extLst>
          </a:blip>
          <a:srcRect/>
          <a:stretch/>
        </p:blipFill>
        <p:spPr>
          <a:xfrm>
            <a:off x="1864723" y="2560320"/>
            <a:ext cx="3329395" cy="1962700"/>
          </a:xfrm>
          <a:prstGeom prst="rect">
            <a:avLst/>
          </a:prstGeom>
          <a:ln w="12700">
            <a:miter lim="400000"/>
          </a:ln>
        </p:spPr>
      </p:pic>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D195E54-F8CD-47ED-A1C9-207F526AAAD2}"/>
              </a:ext>
            </a:extLst>
          </p:cNvPr>
          <p:cNvSpPr>
            <a:spLocks noGrp="1"/>
          </p:cNvSpPr>
          <p:nvPr>
            <p:ph type="title"/>
          </p:nvPr>
        </p:nvSpPr>
        <p:spPr>
          <a:xfrm>
            <a:off x="731519" y="94048"/>
            <a:ext cx="13544919" cy="1371600"/>
          </a:xfrm>
        </p:spPr>
        <p:txBody>
          <a:bodyPr/>
          <a:lstStyle/>
          <a:p>
            <a:r>
              <a:rPr lang="en-US" dirty="0"/>
              <a:t>What is medical device Risk Management (RM)?</a:t>
            </a:r>
          </a:p>
        </p:txBody>
      </p:sp>
      <p:sp>
        <p:nvSpPr>
          <p:cNvPr id="3" name="Content Placeholder 2">
            <a:extLst>
              <a:ext uri="{FF2B5EF4-FFF2-40B4-BE49-F238E27FC236}">
                <a16:creationId xmlns:a16="http://schemas.microsoft.com/office/drawing/2014/main" xmlns="" id="{1D88F71F-8784-4AF0-B610-67C6A0503C7D}"/>
              </a:ext>
            </a:extLst>
          </p:cNvPr>
          <p:cNvSpPr>
            <a:spLocks noGrp="1"/>
          </p:cNvSpPr>
          <p:nvPr>
            <p:ph idx="1"/>
          </p:nvPr>
        </p:nvSpPr>
        <p:spPr>
          <a:xfrm>
            <a:off x="731520" y="1781693"/>
            <a:ext cx="13167360" cy="5845927"/>
          </a:xfrm>
        </p:spPr>
        <p:txBody>
          <a:bodyPr/>
          <a:lstStyle/>
          <a:p>
            <a:r>
              <a:rPr lang="en-US" sz="3600" dirty="0"/>
              <a:t>Systematic application of management policies, procedures, and practices to the tasks of analyzing, evaluating, controlling and monitoring risk. (ISO 14971:2019)</a:t>
            </a:r>
          </a:p>
          <a:p>
            <a:r>
              <a:rPr lang="en-US" sz="3600" dirty="0"/>
              <a:t>Primary goal: </a:t>
            </a:r>
          </a:p>
          <a:p>
            <a:pPr lvl="1"/>
            <a:r>
              <a:rPr lang="en-US" sz="3600" dirty="0"/>
              <a:t>Ensure safety and effectiveness</a:t>
            </a:r>
          </a:p>
          <a:p>
            <a:pPr lvl="2"/>
            <a:r>
              <a:rPr lang="en-US" sz="2600" dirty="0"/>
              <a:t>Safety = “Freedom from unacceptable risk”</a:t>
            </a:r>
          </a:p>
          <a:p>
            <a:r>
              <a:rPr lang="en-US" sz="3600" dirty="0"/>
              <a:t>Secondary goal:</a:t>
            </a:r>
          </a:p>
          <a:p>
            <a:pPr lvl="1"/>
            <a:r>
              <a:rPr lang="en-US" sz="3800" dirty="0"/>
              <a:t>Meet legal requirements from regulatory bodies</a:t>
            </a:r>
          </a:p>
          <a:p>
            <a:pPr lvl="1"/>
            <a:endParaRPr lang="en-US" sz="3000" dirty="0">
              <a:solidFill>
                <a:schemeClr val="accent6">
                  <a:lumMod val="75000"/>
                </a:schemeClr>
              </a:solidFill>
            </a:endParaRPr>
          </a:p>
        </p:txBody>
      </p:sp>
    </p:spTree>
    <p:extLst>
      <p:ext uri="{BB962C8B-B14F-4D97-AF65-F5344CB8AC3E}">
        <p14:creationId xmlns:p14="http://schemas.microsoft.com/office/powerpoint/2010/main" val="41039918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D195E54-F8CD-47ED-A1C9-207F526AAAD2}"/>
              </a:ext>
            </a:extLst>
          </p:cNvPr>
          <p:cNvSpPr>
            <a:spLocks noGrp="1"/>
          </p:cNvSpPr>
          <p:nvPr>
            <p:ph type="title"/>
          </p:nvPr>
        </p:nvSpPr>
        <p:spPr>
          <a:xfrm>
            <a:off x="731519" y="94048"/>
            <a:ext cx="13544919" cy="1371600"/>
          </a:xfrm>
        </p:spPr>
        <p:txBody>
          <a:bodyPr/>
          <a:lstStyle/>
          <a:p>
            <a:r>
              <a:rPr lang="en-US" dirty="0"/>
              <a:t>Scope of medical device RM</a:t>
            </a:r>
          </a:p>
        </p:txBody>
      </p:sp>
      <p:sp>
        <p:nvSpPr>
          <p:cNvPr id="3" name="Content Placeholder 2">
            <a:extLst>
              <a:ext uri="{FF2B5EF4-FFF2-40B4-BE49-F238E27FC236}">
                <a16:creationId xmlns:a16="http://schemas.microsoft.com/office/drawing/2014/main" xmlns="" id="{1D88F71F-8784-4AF0-B610-67C6A0503C7D}"/>
              </a:ext>
            </a:extLst>
          </p:cNvPr>
          <p:cNvSpPr>
            <a:spLocks noGrp="1"/>
          </p:cNvSpPr>
          <p:nvPr>
            <p:ph idx="1"/>
          </p:nvPr>
        </p:nvSpPr>
        <p:spPr>
          <a:xfrm>
            <a:off x="731520" y="1582057"/>
            <a:ext cx="13167360" cy="5887541"/>
          </a:xfrm>
        </p:spPr>
        <p:txBody>
          <a:bodyPr>
            <a:normAutofit lnSpcReduction="10000"/>
          </a:bodyPr>
          <a:lstStyle/>
          <a:p>
            <a:r>
              <a:rPr lang="en-US" sz="3200" dirty="0"/>
              <a:t>In scope</a:t>
            </a:r>
          </a:p>
          <a:p>
            <a:pPr lvl="1"/>
            <a:r>
              <a:rPr lang="en-US" sz="3200" dirty="0"/>
              <a:t>Medical devices</a:t>
            </a:r>
          </a:p>
          <a:p>
            <a:pPr lvl="1"/>
            <a:r>
              <a:rPr lang="en-US" sz="3200" dirty="0"/>
              <a:t>Device portion of a drug/device combination product</a:t>
            </a:r>
          </a:p>
          <a:p>
            <a:pPr lvl="1"/>
            <a:r>
              <a:rPr lang="en-US" sz="3200" dirty="0"/>
              <a:t>Impacts of cybersecurity risks on patient safety </a:t>
            </a:r>
          </a:p>
          <a:p>
            <a:r>
              <a:rPr lang="en-US" sz="3200" dirty="0"/>
              <a:t>Out of scope </a:t>
            </a:r>
          </a:p>
          <a:p>
            <a:pPr lvl="1"/>
            <a:r>
              <a:rPr lang="en-US" sz="3200" dirty="0"/>
              <a:t>Products not considered medical devices</a:t>
            </a:r>
          </a:p>
          <a:p>
            <a:pPr lvl="1"/>
            <a:r>
              <a:rPr lang="en-US" sz="3200" dirty="0"/>
              <a:t>Drug products and drug product portion of a combination product</a:t>
            </a:r>
          </a:p>
          <a:p>
            <a:pPr lvl="1"/>
            <a:r>
              <a:rPr lang="en-US" sz="3200" dirty="0"/>
              <a:t>Business, Project, and Financial risks</a:t>
            </a:r>
          </a:p>
          <a:p>
            <a:r>
              <a:rPr lang="en-US" sz="3200" dirty="0"/>
              <a:t>Risk management is an expansive field of which device RM is a subset. There are numerous other standards that govern other types of risk management (e.g., ICH Q9 for drug product RM and ISO 31000 for organizational risk management)</a:t>
            </a:r>
          </a:p>
        </p:txBody>
      </p:sp>
    </p:spTree>
    <p:extLst>
      <p:ext uri="{BB962C8B-B14F-4D97-AF65-F5344CB8AC3E}">
        <p14:creationId xmlns:p14="http://schemas.microsoft.com/office/powerpoint/2010/main" val="28738936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D195E54-F8CD-47ED-A1C9-207F526AAAD2}"/>
              </a:ext>
            </a:extLst>
          </p:cNvPr>
          <p:cNvSpPr>
            <a:spLocks noGrp="1"/>
          </p:cNvSpPr>
          <p:nvPr>
            <p:ph type="title"/>
          </p:nvPr>
        </p:nvSpPr>
        <p:spPr>
          <a:xfrm>
            <a:off x="1005840" y="21906"/>
            <a:ext cx="12618720" cy="1590676"/>
          </a:xfrm>
        </p:spPr>
        <p:txBody>
          <a:bodyPr/>
          <a:lstStyle/>
          <a:p>
            <a:r>
              <a:rPr lang="en-US" dirty="0"/>
              <a:t>Key Principles</a:t>
            </a:r>
          </a:p>
        </p:txBody>
      </p:sp>
      <p:sp>
        <p:nvSpPr>
          <p:cNvPr id="3" name="Content Placeholder 2">
            <a:extLst>
              <a:ext uri="{FF2B5EF4-FFF2-40B4-BE49-F238E27FC236}">
                <a16:creationId xmlns:a16="http://schemas.microsoft.com/office/drawing/2014/main" xmlns="" id="{1D88F71F-8784-4AF0-B610-67C6A0503C7D}"/>
              </a:ext>
            </a:extLst>
          </p:cNvPr>
          <p:cNvSpPr>
            <a:spLocks noGrp="1"/>
          </p:cNvSpPr>
          <p:nvPr>
            <p:ph idx="1"/>
          </p:nvPr>
        </p:nvSpPr>
        <p:spPr>
          <a:xfrm>
            <a:off x="1005840" y="1503997"/>
            <a:ext cx="12618720" cy="5221606"/>
          </a:xfrm>
        </p:spPr>
        <p:txBody>
          <a:bodyPr>
            <a:normAutofit fontScale="92500" lnSpcReduction="10000"/>
          </a:bodyPr>
          <a:lstStyle/>
          <a:p>
            <a:r>
              <a:rPr lang="en-US" sz="3600" dirty="0"/>
              <a:t>Device risk management:</a:t>
            </a:r>
          </a:p>
          <a:p>
            <a:pPr lvl="1"/>
            <a:r>
              <a:rPr lang="en-US" sz="3600" dirty="0"/>
              <a:t>Applies to risks to the patient, user, and environment</a:t>
            </a:r>
          </a:p>
          <a:p>
            <a:pPr lvl="1"/>
            <a:r>
              <a:rPr lang="en-US" sz="3600" dirty="0"/>
              <a:t>Is based on the context – the intended use, intended users and intended use environment</a:t>
            </a:r>
          </a:p>
          <a:p>
            <a:pPr lvl="1"/>
            <a:r>
              <a:rPr lang="en-US" sz="3600" dirty="0"/>
              <a:t>Is required throughout the device’s entire lifecycle</a:t>
            </a:r>
          </a:p>
          <a:p>
            <a:pPr lvl="2"/>
            <a:r>
              <a:rPr lang="en-US" sz="3600" dirty="0"/>
              <a:t>Development, manufacturing, storage, distribution, use, service, disposal</a:t>
            </a:r>
          </a:p>
          <a:p>
            <a:pPr lvl="1"/>
            <a:r>
              <a:rPr lang="en-US" sz="3600" dirty="0"/>
              <a:t>Is commensurate with the level of risk to the patient, user, etc.</a:t>
            </a:r>
          </a:p>
          <a:p>
            <a:pPr lvl="1"/>
            <a:r>
              <a:rPr lang="en-US" sz="3600" dirty="0"/>
              <a:t>Is integrated with many other elements of a device quality management system (QMS) including design controls</a:t>
            </a:r>
          </a:p>
          <a:p>
            <a:pPr lvl="1"/>
            <a:r>
              <a:rPr lang="en-US" sz="3600" dirty="0"/>
              <a:t>Is required by regulatory bodies</a:t>
            </a:r>
          </a:p>
          <a:p>
            <a:pPr marL="653110" lvl="1" indent="0">
              <a:buNone/>
            </a:pPr>
            <a:endParaRPr lang="en-US" sz="3600" dirty="0">
              <a:solidFill>
                <a:schemeClr val="accent6">
                  <a:lumMod val="75000"/>
                </a:schemeClr>
              </a:solidFill>
            </a:endParaRPr>
          </a:p>
        </p:txBody>
      </p:sp>
    </p:spTree>
    <p:extLst>
      <p:ext uri="{BB962C8B-B14F-4D97-AF65-F5344CB8AC3E}">
        <p14:creationId xmlns:p14="http://schemas.microsoft.com/office/powerpoint/2010/main" val="36758348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D195E54-F8CD-47ED-A1C9-207F526AAAD2}"/>
              </a:ext>
            </a:extLst>
          </p:cNvPr>
          <p:cNvSpPr>
            <a:spLocks noGrp="1"/>
          </p:cNvSpPr>
          <p:nvPr>
            <p:ph type="title"/>
          </p:nvPr>
        </p:nvSpPr>
        <p:spPr>
          <a:xfrm>
            <a:off x="731520" y="94048"/>
            <a:ext cx="13589164" cy="1371600"/>
          </a:xfrm>
        </p:spPr>
        <p:txBody>
          <a:bodyPr/>
          <a:lstStyle/>
          <a:p>
            <a:r>
              <a:rPr lang="en-US" sz="6000" dirty="0"/>
              <a:t>Regulations, Standards and Guidance</a:t>
            </a:r>
          </a:p>
        </p:txBody>
      </p:sp>
      <p:graphicFrame>
        <p:nvGraphicFramePr>
          <p:cNvPr id="11" name="Content Placeholder 10">
            <a:extLst>
              <a:ext uri="{FF2B5EF4-FFF2-40B4-BE49-F238E27FC236}">
                <a16:creationId xmlns:a16="http://schemas.microsoft.com/office/drawing/2014/main" xmlns="" id="{F41BF230-5EF6-4BC1-B2D4-A4AAFBD0E54C}"/>
              </a:ext>
            </a:extLst>
          </p:cNvPr>
          <p:cNvGraphicFramePr>
            <a:graphicFrameLocks noGrp="1"/>
          </p:cNvGraphicFramePr>
          <p:nvPr>
            <p:ph idx="1"/>
            <p:extLst>
              <p:ext uri="{D42A27DB-BD31-4B8C-83A1-F6EECF244321}">
                <p14:modId xmlns:p14="http://schemas.microsoft.com/office/powerpoint/2010/main" val="2424774847"/>
              </p:ext>
            </p:extLst>
          </p:nvPr>
        </p:nvGraphicFramePr>
        <p:xfrm>
          <a:off x="1006475" y="2190750"/>
          <a:ext cx="12617450" cy="52212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TextBox 11">
            <a:extLst>
              <a:ext uri="{FF2B5EF4-FFF2-40B4-BE49-F238E27FC236}">
                <a16:creationId xmlns:a16="http://schemas.microsoft.com/office/drawing/2014/main" xmlns="" id="{CA6A4EB6-F56C-43DE-85CE-4C669B2CAF9F}"/>
              </a:ext>
            </a:extLst>
          </p:cNvPr>
          <p:cNvSpPr txBox="1"/>
          <p:nvPr/>
        </p:nvSpPr>
        <p:spPr>
          <a:xfrm>
            <a:off x="4395019" y="2219325"/>
            <a:ext cx="958646" cy="369332"/>
          </a:xfrm>
          <a:prstGeom prst="rect">
            <a:avLst/>
          </a:prstGeom>
          <a:noFill/>
        </p:spPr>
        <p:txBody>
          <a:bodyPr wrap="square" rtlCol="0">
            <a:spAutoFit/>
          </a:bodyPr>
          <a:lstStyle/>
          <a:p>
            <a:r>
              <a:rPr lang="en-US" dirty="0"/>
              <a:t>Law</a:t>
            </a:r>
          </a:p>
        </p:txBody>
      </p:sp>
      <p:sp>
        <p:nvSpPr>
          <p:cNvPr id="13" name="TextBox 12">
            <a:extLst>
              <a:ext uri="{FF2B5EF4-FFF2-40B4-BE49-F238E27FC236}">
                <a16:creationId xmlns:a16="http://schemas.microsoft.com/office/drawing/2014/main" xmlns="" id="{D8B40DFC-8084-4775-A4D5-84DB5E138F82}"/>
              </a:ext>
            </a:extLst>
          </p:cNvPr>
          <p:cNvSpPr txBox="1"/>
          <p:nvPr/>
        </p:nvSpPr>
        <p:spPr>
          <a:xfrm>
            <a:off x="3436374" y="3068567"/>
            <a:ext cx="1437968" cy="369332"/>
          </a:xfrm>
          <a:prstGeom prst="rect">
            <a:avLst/>
          </a:prstGeom>
          <a:noFill/>
        </p:spPr>
        <p:txBody>
          <a:bodyPr wrap="square" rtlCol="0">
            <a:spAutoFit/>
          </a:bodyPr>
          <a:lstStyle/>
          <a:p>
            <a:r>
              <a:rPr lang="en-US" dirty="0"/>
              <a:t>Regulation</a:t>
            </a:r>
          </a:p>
        </p:txBody>
      </p:sp>
      <p:sp>
        <p:nvSpPr>
          <p:cNvPr id="14" name="TextBox 13">
            <a:extLst>
              <a:ext uri="{FF2B5EF4-FFF2-40B4-BE49-F238E27FC236}">
                <a16:creationId xmlns:a16="http://schemas.microsoft.com/office/drawing/2014/main" xmlns="" id="{6828284A-0661-4AFA-85A0-A25288F37DCB}"/>
              </a:ext>
            </a:extLst>
          </p:cNvPr>
          <p:cNvSpPr txBox="1"/>
          <p:nvPr/>
        </p:nvSpPr>
        <p:spPr>
          <a:xfrm>
            <a:off x="2032820" y="3992636"/>
            <a:ext cx="1437968" cy="369332"/>
          </a:xfrm>
          <a:prstGeom prst="rect">
            <a:avLst/>
          </a:prstGeom>
          <a:noFill/>
        </p:spPr>
        <p:txBody>
          <a:bodyPr wrap="square" rtlCol="0">
            <a:spAutoFit/>
          </a:bodyPr>
          <a:lstStyle/>
          <a:p>
            <a:r>
              <a:rPr lang="en-US" dirty="0"/>
              <a:t>Standards</a:t>
            </a:r>
          </a:p>
        </p:txBody>
      </p:sp>
      <p:sp>
        <p:nvSpPr>
          <p:cNvPr id="15" name="TextBox 14">
            <a:extLst>
              <a:ext uri="{FF2B5EF4-FFF2-40B4-BE49-F238E27FC236}">
                <a16:creationId xmlns:a16="http://schemas.microsoft.com/office/drawing/2014/main" xmlns="" id="{112C86C1-4D97-4C60-9C42-D130E6596AA0}"/>
              </a:ext>
            </a:extLst>
          </p:cNvPr>
          <p:cNvSpPr txBox="1"/>
          <p:nvPr/>
        </p:nvSpPr>
        <p:spPr>
          <a:xfrm>
            <a:off x="1088922" y="5229354"/>
            <a:ext cx="1437968" cy="369332"/>
          </a:xfrm>
          <a:prstGeom prst="rect">
            <a:avLst/>
          </a:prstGeom>
          <a:noFill/>
        </p:spPr>
        <p:txBody>
          <a:bodyPr wrap="square" rtlCol="0">
            <a:spAutoFit/>
          </a:bodyPr>
          <a:lstStyle/>
          <a:p>
            <a:r>
              <a:rPr lang="en-US" dirty="0"/>
              <a:t>Guidance</a:t>
            </a:r>
          </a:p>
        </p:txBody>
      </p:sp>
      <p:sp>
        <p:nvSpPr>
          <p:cNvPr id="16" name="TextBox 15">
            <a:extLst>
              <a:ext uri="{FF2B5EF4-FFF2-40B4-BE49-F238E27FC236}">
                <a16:creationId xmlns:a16="http://schemas.microsoft.com/office/drawing/2014/main" xmlns="" id="{114157B3-8662-49B9-9129-A5742966C5B6}"/>
              </a:ext>
            </a:extLst>
          </p:cNvPr>
          <p:cNvSpPr txBox="1"/>
          <p:nvPr/>
        </p:nvSpPr>
        <p:spPr>
          <a:xfrm>
            <a:off x="194186" y="6269410"/>
            <a:ext cx="1437968" cy="369332"/>
          </a:xfrm>
          <a:prstGeom prst="rect">
            <a:avLst/>
          </a:prstGeom>
          <a:noFill/>
        </p:spPr>
        <p:txBody>
          <a:bodyPr wrap="square" rtlCol="0">
            <a:spAutoFit/>
          </a:bodyPr>
          <a:lstStyle/>
          <a:p>
            <a:r>
              <a:rPr lang="en-US" dirty="0"/>
              <a:t>Procedures</a:t>
            </a:r>
          </a:p>
        </p:txBody>
      </p:sp>
    </p:spTree>
    <p:extLst>
      <p:ext uri="{BB962C8B-B14F-4D97-AF65-F5344CB8AC3E}">
        <p14:creationId xmlns:p14="http://schemas.microsoft.com/office/powerpoint/2010/main" val="5402127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9089B64-BEBA-4C2A-B8B9-416A6128A9CF}"/>
              </a:ext>
            </a:extLst>
          </p:cNvPr>
          <p:cNvSpPr>
            <a:spLocks noGrp="1"/>
          </p:cNvSpPr>
          <p:nvPr>
            <p:ph type="title"/>
          </p:nvPr>
        </p:nvSpPr>
        <p:spPr/>
        <p:txBody>
          <a:bodyPr/>
          <a:lstStyle/>
          <a:p>
            <a:r>
              <a:rPr lang="en-US" dirty="0"/>
              <a:t>Relevant Standards &amp; Guidance</a:t>
            </a:r>
          </a:p>
        </p:txBody>
      </p:sp>
      <p:sp>
        <p:nvSpPr>
          <p:cNvPr id="3" name="Content Placeholder 2">
            <a:extLst>
              <a:ext uri="{FF2B5EF4-FFF2-40B4-BE49-F238E27FC236}">
                <a16:creationId xmlns:a16="http://schemas.microsoft.com/office/drawing/2014/main" xmlns="" id="{C232D8EA-B90A-4AB9-846D-935A1BCB568C}"/>
              </a:ext>
            </a:extLst>
          </p:cNvPr>
          <p:cNvSpPr>
            <a:spLocks noGrp="1"/>
          </p:cNvSpPr>
          <p:nvPr>
            <p:ph idx="1"/>
          </p:nvPr>
        </p:nvSpPr>
        <p:spPr>
          <a:xfrm>
            <a:off x="731520" y="1465649"/>
            <a:ext cx="13167360" cy="6161972"/>
          </a:xfrm>
        </p:spPr>
        <p:txBody>
          <a:bodyPr/>
          <a:lstStyle/>
          <a:p>
            <a:pPr>
              <a:spcAft>
                <a:spcPts val="1200"/>
              </a:spcAft>
            </a:pPr>
            <a:r>
              <a:rPr lang="en-US" sz="2800" dirty="0"/>
              <a:t>ISO 14971:2019 Medical devices - Application of risk management to medical devices</a:t>
            </a:r>
          </a:p>
          <a:p>
            <a:pPr>
              <a:spcAft>
                <a:spcPts val="1200"/>
              </a:spcAft>
            </a:pPr>
            <a:r>
              <a:rPr lang="en-US" sz="2800" dirty="0"/>
              <a:t>ISO/TR 24971:2020 Medical devices - Guidance on the application of ISO 14971</a:t>
            </a:r>
          </a:p>
          <a:p>
            <a:pPr>
              <a:spcAft>
                <a:spcPts val="1200"/>
              </a:spcAft>
            </a:pPr>
            <a:r>
              <a:rPr lang="it-IT" sz="2800" dirty="0"/>
              <a:t>ANSI/AAMI/IEC 62366-1 Medical devices – Part 1: Application of usability engineering to medical devices</a:t>
            </a:r>
          </a:p>
          <a:p>
            <a:pPr>
              <a:spcAft>
                <a:spcPts val="1200"/>
              </a:spcAft>
            </a:pPr>
            <a:r>
              <a:rPr lang="it-IT" sz="2800" dirty="0"/>
              <a:t>ANSI/AAMI/IEC 62304 - Medical device software - Software life cycle processes</a:t>
            </a:r>
            <a:endParaRPr lang="en-US" sz="2800" dirty="0"/>
          </a:p>
          <a:p>
            <a:pPr>
              <a:spcAft>
                <a:spcPts val="1200"/>
              </a:spcAft>
            </a:pPr>
            <a:r>
              <a:rPr lang="en-US" sz="2800" dirty="0"/>
              <a:t>AAMI TIR45 - Guidance On The Use Of AGILE Practices In The Development Of Medical Device Software</a:t>
            </a:r>
          </a:p>
          <a:p>
            <a:r>
              <a:rPr lang="it-IT" sz="2800" dirty="0"/>
              <a:t>ANSI/AAMI/IEC TIR80002-1 - Medical device software - </a:t>
            </a:r>
            <a:r>
              <a:rPr lang="en-US" sz="2800" dirty="0"/>
              <a:t>Part 1: Guidance on the application of ISO 14971 to medical device software</a:t>
            </a:r>
          </a:p>
        </p:txBody>
      </p:sp>
    </p:spTree>
    <p:extLst>
      <p:ext uri="{BB962C8B-B14F-4D97-AF65-F5344CB8AC3E}">
        <p14:creationId xmlns:p14="http://schemas.microsoft.com/office/powerpoint/2010/main" val="6014964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9089B64-BEBA-4C2A-B8B9-416A6128A9CF}"/>
              </a:ext>
            </a:extLst>
          </p:cNvPr>
          <p:cNvSpPr>
            <a:spLocks noGrp="1"/>
          </p:cNvSpPr>
          <p:nvPr>
            <p:ph type="title"/>
          </p:nvPr>
        </p:nvSpPr>
        <p:spPr/>
        <p:txBody>
          <a:bodyPr/>
          <a:lstStyle/>
          <a:p>
            <a:r>
              <a:rPr lang="en-US" dirty="0"/>
              <a:t>Relevant Standards &amp; Guidance</a:t>
            </a:r>
          </a:p>
        </p:txBody>
      </p:sp>
      <p:sp>
        <p:nvSpPr>
          <p:cNvPr id="3" name="Content Placeholder 2">
            <a:extLst>
              <a:ext uri="{FF2B5EF4-FFF2-40B4-BE49-F238E27FC236}">
                <a16:creationId xmlns:a16="http://schemas.microsoft.com/office/drawing/2014/main" xmlns="" id="{C232D8EA-B90A-4AB9-846D-935A1BCB568C}"/>
              </a:ext>
            </a:extLst>
          </p:cNvPr>
          <p:cNvSpPr>
            <a:spLocks noGrp="1"/>
          </p:cNvSpPr>
          <p:nvPr>
            <p:ph idx="1"/>
          </p:nvPr>
        </p:nvSpPr>
        <p:spPr>
          <a:xfrm>
            <a:off x="731520" y="1497563"/>
            <a:ext cx="13167360" cy="6130057"/>
          </a:xfrm>
        </p:spPr>
        <p:txBody>
          <a:bodyPr/>
          <a:lstStyle/>
          <a:p>
            <a:pPr>
              <a:spcAft>
                <a:spcPts val="1200"/>
              </a:spcAft>
            </a:pPr>
            <a:r>
              <a:rPr lang="it-IT" sz="2800" dirty="0"/>
              <a:t>ISO 13485 Medical devices – Quality management systems – Requirements for regulatory purposes</a:t>
            </a:r>
          </a:p>
          <a:p>
            <a:pPr>
              <a:spcAft>
                <a:spcPts val="1200"/>
              </a:spcAft>
            </a:pPr>
            <a:r>
              <a:rPr lang="it-IT" sz="2800" dirty="0"/>
              <a:t>IEC 60601-1 Medical electrical equipment – Part 1: General requirements for basic safety and essential performance</a:t>
            </a:r>
          </a:p>
          <a:p>
            <a:pPr>
              <a:spcAft>
                <a:spcPts val="1200"/>
              </a:spcAft>
            </a:pPr>
            <a:r>
              <a:rPr lang="it-IT" sz="2800" dirty="0"/>
              <a:t>IEC 60601-2-xxx Particular standards for specific devices</a:t>
            </a:r>
          </a:p>
          <a:p>
            <a:pPr>
              <a:spcAft>
                <a:spcPts val="1200"/>
              </a:spcAft>
            </a:pPr>
            <a:r>
              <a:rPr lang="it-IT" sz="2800" dirty="0"/>
              <a:t>ISO 11608-1 Needle-based injection systems for medical use – Requirements and test methods</a:t>
            </a:r>
          </a:p>
          <a:p>
            <a:pPr>
              <a:spcAft>
                <a:spcPts val="1200"/>
              </a:spcAft>
            </a:pPr>
            <a:r>
              <a:rPr lang="it-IT" sz="2800" dirty="0"/>
              <a:t>ISO 10993-1 </a:t>
            </a:r>
            <a:r>
              <a:rPr lang="en-US" sz="2800" dirty="0"/>
              <a:t>Biological evaluation of medical devices - Part 1: Evaluation and testing within a risk management process</a:t>
            </a:r>
            <a:endParaRPr lang="it-IT" sz="2800" dirty="0"/>
          </a:p>
        </p:txBody>
      </p:sp>
    </p:spTree>
    <p:extLst>
      <p:ext uri="{BB962C8B-B14F-4D97-AF65-F5344CB8AC3E}">
        <p14:creationId xmlns:p14="http://schemas.microsoft.com/office/powerpoint/2010/main" val="1258443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9089B64-BEBA-4C2A-B8B9-416A6128A9CF}"/>
              </a:ext>
            </a:extLst>
          </p:cNvPr>
          <p:cNvSpPr>
            <a:spLocks noGrp="1"/>
          </p:cNvSpPr>
          <p:nvPr>
            <p:ph type="title"/>
          </p:nvPr>
        </p:nvSpPr>
        <p:spPr/>
        <p:txBody>
          <a:bodyPr/>
          <a:lstStyle/>
          <a:p>
            <a:r>
              <a:rPr lang="en-US" dirty="0"/>
              <a:t>Relevant Standards &amp; Guidance</a:t>
            </a:r>
          </a:p>
        </p:txBody>
      </p:sp>
      <p:sp>
        <p:nvSpPr>
          <p:cNvPr id="3" name="Content Placeholder 2">
            <a:extLst>
              <a:ext uri="{FF2B5EF4-FFF2-40B4-BE49-F238E27FC236}">
                <a16:creationId xmlns:a16="http://schemas.microsoft.com/office/drawing/2014/main" xmlns="" id="{C232D8EA-B90A-4AB9-846D-935A1BCB568C}"/>
              </a:ext>
            </a:extLst>
          </p:cNvPr>
          <p:cNvSpPr>
            <a:spLocks noGrp="1"/>
          </p:cNvSpPr>
          <p:nvPr>
            <p:ph idx="1"/>
          </p:nvPr>
        </p:nvSpPr>
        <p:spPr>
          <a:xfrm>
            <a:off x="731520" y="1497563"/>
            <a:ext cx="13167360" cy="6130057"/>
          </a:xfrm>
        </p:spPr>
        <p:txBody>
          <a:bodyPr/>
          <a:lstStyle/>
          <a:p>
            <a:r>
              <a:rPr lang="it-IT" sz="3600" dirty="0"/>
              <a:t>To search for FDA recognized medical device standards:</a:t>
            </a:r>
          </a:p>
          <a:p>
            <a:pPr lvl="1"/>
            <a:r>
              <a:rPr lang="it-IT" sz="2200" dirty="0">
                <a:hlinkClick r:id="rId3"/>
              </a:rPr>
              <a:t>https://www.accessdata.fda.gov/scripts/cdrh/cfdocs/cfstandards/search.cfm</a:t>
            </a:r>
            <a:endParaRPr lang="it-IT" sz="2200" dirty="0"/>
          </a:p>
          <a:p>
            <a:pPr marL="653110" lvl="1" indent="0">
              <a:buNone/>
            </a:pPr>
            <a:endParaRPr lang="it-IT" sz="2200" dirty="0"/>
          </a:p>
          <a:p>
            <a:r>
              <a:rPr lang="it-IT" sz="3600" dirty="0"/>
              <a:t>For EU harmonized standards:</a:t>
            </a:r>
          </a:p>
          <a:p>
            <a:pPr lvl="1"/>
            <a:r>
              <a:rPr lang="en-US" sz="2200" dirty="0">
                <a:hlinkClick r:id="rId4"/>
              </a:rPr>
              <a:t>https://ec.europa.eu/docsroom/documents/48579</a:t>
            </a:r>
            <a:endParaRPr lang="en-US" sz="2200" dirty="0"/>
          </a:p>
          <a:p>
            <a:pPr marL="548640" lvl="1" indent="0">
              <a:buNone/>
            </a:pPr>
            <a:endParaRPr lang="en-US" sz="2200" dirty="0"/>
          </a:p>
          <a:p>
            <a:r>
              <a:rPr lang="en-US" sz="3280" dirty="0"/>
              <a:t>FDA Guidance Documents</a:t>
            </a:r>
          </a:p>
          <a:p>
            <a:pPr lvl="1"/>
            <a:endParaRPr lang="it-IT" sz="2800" dirty="0"/>
          </a:p>
          <a:p>
            <a:pPr marL="0" indent="0">
              <a:buNone/>
            </a:pPr>
            <a:endParaRPr lang="it-IT" sz="2800" dirty="0"/>
          </a:p>
        </p:txBody>
      </p:sp>
    </p:spTree>
    <p:extLst>
      <p:ext uri="{BB962C8B-B14F-4D97-AF65-F5344CB8AC3E}">
        <p14:creationId xmlns:p14="http://schemas.microsoft.com/office/powerpoint/2010/main" val="2800796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D195E54-F8CD-47ED-A1C9-207F526AAAD2}"/>
              </a:ext>
            </a:extLst>
          </p:cNvPr>
          <p:cNvSpPr>
            <a:spLocks noGrp="1"/>
          </p:cNvSpPr>
          <p:nvPr>
            <p:ph type="title"/>
          </p:nvPr>
        </p:nvSpPr>
        <p:spPr>
          <a:xfrm>
            <a:off x="731520" y="94048"/>
            <a:ext cx="13589164" cy="1371600"/>
          </a:xfrm>
        </p:spPr>
        <p:txBody>
          <a:bodyPr/>
          <a:lstStyle/>
          <a:p>
            <a:r>
              <a:rPr lang="en-US" sz="6000" dirty="0"/>
              <a:t>ISO 14971:2019</a:t>
            </a:r>
          </a:p>
        </p:txBody>
      </p:sp>
      <p:sp>
        <p:nvSpPr>
          <p:cNvPr id="3" name="Content Placeholder 2">
            <a:extLst>
              <a:ext uri="{FF2B5EF4-FFF2-40B4-BE49-F238E27FC236}">
                <a16:creationId xmlns:a16="http://schemas.microsoft.com/office/drawing/2014/main" xmlns="" id="{1D88F71F-8784-4AF0-B610-67C6A0503C7D}"/>
              </a:ext>
            </a:extLst>
          </p:cNvPr>
          <p:cNvSpPr>
            <a:spLocks noGrp="1"/>
          </p:cNvSpPr>
          <p:nvPr>
            <p:ph idx="1"/>
          </p:nvPr>
        </p:nvSpPr>
        <p:spPr/>
        <p:txBody>
          <a:bodyPr/>
          <a:lstStyle/>
          <a:p>
            <a:r>
              <a:rPr lang="en-US" sz="3600" dirty="0"/>
              <a:t>Recognized by FDA, and EU (in harmonized version)</a:t>
            </a:r>
          </a:p>
          <a:p>
            <a:r>
              <a:rPr lang="en-US" sz="3600" dirty="0"/>
              <a:t>Required by several other recognized medical device product/process standards (e.g., IEC 60601, IEC 62366-1, IEC 62304)</a:t>
            </a:r>
          </a:p>
          <a:p>
            <a:r>
              <a:rPr lang="en-US" sz="3600" dirty="0"/>
              <a:t>Provides the basis/framework for a device risk management processes</a:t>
            </a:r>
          </a:p>
        </p:txBody>
      </p:sp>
    </p:spTree>
    <p:extLst>
      <p:ext uri="{BB962C8B-B14F-4D97-AF65-F5344CB8AC3E}">
        <p14:creationId xmlns:p14="http://schemas.microsoft.com/office/powerpoint/2010/main" val="40400649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D195E54-F8CD-47ED-A1C9-207F526AAAD2}"/>
              </a:ext>
            </a:extLst>
          </p:cNvPr>
          <p:cNvSpPr>
            <a:spLocks noGrp="1"/>
          </p:cNvSpPr>
          <p:nvPr>
            <p:ph type="title"/>
          </p:nvPr>
        </p:nvSpPr>
        <p:spPr>
          <a:xfrm>
            <a:off x="1005840" y="77179"/>
            <a:ext cx="12618720" cy="1590676"/>
          </a:xfrm>
        </p:spPr>
        <p:txBody>
          <a:bodyPr wrap="square" anchor="ctr">
            <a:normAutofit/>
          </a:bodyPr>
          <a:lstStyle/>
          <a:p>
            <a:r>
              <a:rPr lang="en-US" dirty="0"/>
              <a:t>RM Process</a:t>
            </a:r>
          </a:p>
        </p:txBody>
      </p:sp>
      <p:pic>
        <p:nvPicPr>
          <p:cNvPr id="7" name="Content Placeholder 6">
            <a:extLst>
              <a:ext uri="{FF2B5EF4-FFF2-40B4-BE49-F238E27FC236}">
                <a16:creationId xmlns:a16="http://schemas.microsoft.com/office/drawing/2014/main" xmlns="" id="{2ACD7F4D-2712-4AB1-B5B6-4824EBC55B3A}"/>
              </a:ext>
            </a:extLst>
          </p:cNvPr>
          <p:cNvPicPr>
            <a:picLocks noGrp="1" noChangeAspect="1"/>
          </p:cNvPicPr>
          <p:nvPr>
            <p:ph sz="half" idx="1"/>
          </p:nvPr>
        </p:nvPicPr>
        <p:blipFill>
          <a:blip r:embed="rId3"/>
          <a:stretch>
            <a:fillRect/>
          </a:stretch>
        </p:blipFill>
        <p:spPr>
          <a:xfrm>
            <a:off x="6024983" y="431363"/>
            <a:ext cx="7491774" cy="7442915"/>
          </a:xfrm>
          <a:prstGeom prst="rect">
            <a:avLst/>
          </a:prstGeom>
          <a:noFill/>
        </p:spPr>
      </p:pic>
      <p:sp>
        <p:nvSpPr>
          <p:cNvPr id="8" name="TextBox 7">
            <a:extLst>
              <a:ext uri="{FF2B5EF4-FFF2-40B4-BE49-F238E27FC236}">
                <a16:creationId xmlns:a16="http://schemas.microsoft.com/office/drawing/2014/main" xmlns="" id="{BBDF50FC-144C-4ED4-9F02-3A81989ED5F1}"/>
              </a:ext>
            </a:extLst>
          </p:cNvPr>
          <p:cNvSpPr txBox="1"/>
          <p:nvPr/>
        </p:nvSpPr>
        <p:spPr>
          <a:xfrm>
            <a:off x="481583" y="1859348"/>
            <a:ext cx="5695800" cy="5109091"/>
          </a:xfrm>
          <a:prstGeom prst="rect">
            <a:avLst/>
          </a:prstGeom>
          <a:noFill/>
        </p:spPr>
        <p:txBody>
          <a:bodyPr wrap="square" rtlCol="0">
            <a:spAutoFit/>
          </a:bodyPr>
          <a:lstStyle/>
          <a:p>
            <a:r>
              <a:rPr lang="en-US" sz="2800" dirty="0"/>
              <a:t>Key risk management activities from ISO 14971:</a:t>
            </a:r>
          </a:p>
          <a:p>
            <a:endParaRPr lang="en-US" sz="2800" dirty="0"/>
          </a:p>
          <a:p>
            <a:pPr marL="285750" indent="-285750">
              <a:buFontTx/>
              <a:buChar char="-"/>
            </a:pPr>
            <a:r>
              <a:rPr lang="en-US" sz="2800" dirty="0"/>
              <a:t>Risk management planning</a:t>
            </a:r>
          </a:p>
          <a:p>
            <a:pPr marL="285750" indent="-285750">
              <a:buFontTx/>
              <a:buChar char="-"/>
            </a:pPr>
            <a:r>
              <a:rPr lang="en-US" sz="2800" dirty="0"/>
              <a:t>Risk analysis</a:t>
            </a:r>
          </a:p>
          <a:p>
            <a:pPr marL="285750" indent="-285750">
              <a:buFontTx/>
              <a:buChar char="-"/>
            </a:pPr>
            <a:r>
              <a:rPr lang="en-US" sz="2800" dirty="0"/>
              <a:t>Risk evaluation</a:t>
            </a:r>
          </a:p>
          <a:p>
            <a:pPr marL="285750" indent="-285750">
              <a:buFontTx/>
              <a:buChar char="-"/>
            </a:pPr>
            <a:r>
              <a:rPr lang="en-US" sz="2800" dirty="0"/>
              <a:t>Risk control</a:t>
            </a:r>
          </a:p>
          <a:p>
            <a:pPr marL="285750" indent="-285750">
              <a:buFontTx/>
              <a:buChar char="-"/>
            </a:pPr>
            <a:r>
              <a:rPr lang="en-US" sz="2800" dirty="0"/>
              <a:t>Overall residual risk evaluation</a:t>
            </a:r>
          </a:p>
          <a:p>
            <a:pPr marL="285750" indent="-285750">
              <a:buFontTx/>
              <a:buChar char="-"/>
            </a:pPr>
            <a:r>
              <a:rPr lang="en-US" sz="2800" dirty="0"/>
              <a:t>Risk management review</a:t>
            </a:r>
          </a:p>
          <a:p>
            <a:pPr marL="285750" indent="-285750">
              <a:buFontTx/>
              <a:buChar char="-"/>
            </a:pPr>
            <a:r>
              <a:rPr lang="en-US" sz="2800" dirty="0"/>
              <a:t>Production and post-production activities</a:t>
            </a:r>
          </a:p>
          <a:p>
            <a:pPr marL="285750" indent="-285750">
              <a:buFontTx/>
              <a:buChar char="-"/>
            </a:pPr>
            <a:endParaRPr lang="en-US" dirty="0"/>
          </a:p>
        </p:txBody>
      </p:sp>
      <p:sp>
        <p:nvSpPr>
          <p:cNvPr id="3" name="TextBox 2">
            <a:extLst>
              <a:ext uri="{FF2B5EF4-FFF2-40B4-BE49-F238E27FC236}">
                <a16:creationId xmlns:a16="http://schemas.microsoft.com/office/drawing/2014/main" xmlns="" id="{FC03A789-9C28-F205-5521-264349EE4D94}"/>
              </a:ext>
            </a:extLst>
          </p:cNvPr>
          <p:cNvSpPr txBox="1"/>
          <p:nvPr/>
        </p:nvSpPr>
        <p:spPr>
          <a:xfrm>
            <a:off x="8509000" y="7859674"/>
            <a:ext cx="4851400" cy="276999"/>
          </a:xfrm>
          <a:prstGeom prst="rect">
            <a:avLst/>
          </a:prstGeom>
          <a:noFill/>
        </p:spPr>
        <p:txBody>
          <a:bodyPr wrap="square" rtlCol="0">
            <a:spAutoFit/>
          </a:bodyPr>
          <a:lstStyle/>
          <a:p>
            <a:r>
              <a:rPr lang="en-US" sz="1200" dirty="0"/>
              <a:t>From ISO14971:2019 Figure 1</a:t>
            </a:r>
          </a:p>
        </p:txBody>
      </p:sp>
    </p:spTree>
    <p:extLst>
      <p:ext uri="{BB962C8B-B14F-4D97-AF65-F5344CB8AC3E}">
        <p14:creationId xmlns:p14="http://schemas.microsoft.com/office/powerpoint/2010/main" val="37972067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D195E54-F8CD-47ED-A1C9-207F526AAAD2}"/>
              </a:ext>
            </a:extLst>
          </p:cNvPr>
          <p:cNvSpPr>
            <a:spLocks noGrp="1"/>
          </p:cNvSpPr>
          <p:nvPr>
            <p:ph type="title"/>
          </p:nvPr>
        </p:nvSpPr>
        <p:spPr>
          <a:xfrm>
            <a:off x="481583" y="113415"/>
            <a:ext cx="12618720" cy="1590676"/>
          </a:xfrm>
        </p:spPr>
        <p:txBody>
          <a:bodyPr wrap="square" anchor="ctr">
            <a:normAutofit/>
          </a:bodyPr>
          <a:lstStyle/>
          <a:p>
            <a:r>
              <a:rPr lang="en-US" dirty="0"/>
              <a:t>RM and Usability</a:t>
            </a:r>
          </a:p>
        </p:txBody>
      </p:sp>
      <p:sp>
        <p:nvSpPr>
          <p:cNvPr id="8" name="TextBox 7">
            <a:extLst>
              <a:ext uri="{FF2B5EF4-FFF2-40B4-BE49-F238E27FC236}">
                <a16:creationId xmlns:a16="http://schemas.microsoft.com/office/drawing/2014/main" xmlns="" id="{BBDF50FC-144C-4ED4-9F02-3A81989ED5F1}"/>
              </a:ext>
            </a:extLst>
          </p:cNvPr>
          <p:cNvSpPr txBox="1"/>
          <p:nvPr/>
        </p:nvSpPr>
        <p:spPr>
          <a:xfrm>
            <a:off x="481583" y="1859348"/>
            <a:ext cx="5068317" cy="2246769"/>
          </a:xfrm>
          <a:prstGeom prst="rect">
            <a:avLst/>
          </a:prstGeom>
          <a:noFill/>
        </p:spPr>
        <p:txBody>
          <a:bodyPr wrap="square" rtlCol="0">
            <a:spAutoFit/>
          </a:bodyPr>
          <a:lstStyle/>
          <a:p>
            <a:pPr marL="457200" indent="-457200">
              <a:buFont typeface="Arial" panose="020B0604020202020204" pitchFamily="34" charset="0"/>
              <a:buChar char="•"/>
            </a:pPr>
            <a:r>
              <a:rPr lang="en-US" sz="2800" dirty="0"/>
              <a:t>Key interactions between the RM process defined in ISO 14971 and the Usability Engineering process from IEC 62366-1</a:t>
            </a:r>
          </a:p>
        </p:txBody>
      </p:sp>
      <p:pic>
        <p:nvPicPr>
          <p:cNvPr id="10" name="Picture 9">
            <a:extLst>
              <a:ext uri="{FF2B5EF4-FFF2-40B4-BE49-F238E27FC236}">
                <a16:creationId xmlns:a16="http://schemas.microsoft.com/office/drawing/2014/main" xmlns="" id="{352C3A86-FAA6-3A30-79F1-1508BF134890}"/>
              </a:ext>
            </a:extLst>
          </p:cNvPr>
          <p:cNvPicPr>
            <a:picLocks noChangeAspect="1"/>
          </p:cNvPicPr>
          <p:nvPr/>
        </p:nvPicPr>
        <p:blipFill>
          <a:blip r:embed="rId3"/>
          <a:stretch>
            <a:fillRect/>
          </a:stretch>
        </p:blipFill>
        <p:spPr>
          <a:xfrm>
            <a:off x="6970625" y="-8683"/>
            <a:ext cx="4957362" cy="8229600"/>
          </a:xfrm>
          <a:prstGeom prst="rect">
            <a:avLst/>
          </a:prstGeom>
        </p:spPr>
      </p:pic>
    </p:spTree>
    <p:extLst>
      <p:ext uri="{BB962C8B-B14F-4D97-AF65-F5344CB8AC3E}">
        <p14:creationId xmlns:p14="http://schemas.microsoft.com/office/powerpoint/2010/main" val="4639573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D195E54-F8CD-47ED-A1C9-207F526AAAD2}"/>
              </a:ext>
            </a:extLst>
          </p:cNvPr>
          <p:cNvSpPr>
            <a:spLocks noGrp="1"/>
          </p:cNvSpPr>
          <p:nvPr>
            <p:ph type="title"/>
          </p:nvPr>
        </p:nvSpPr>
        <p:spPr/>
        <p:txBody>
          <a:bodyPr/>
          <a:lstStyle/>
          <a:p>
            <a:r>
              <a:rPr lang="en-US" dirty="0"/>
              <a:t>Definitions</a:t>
            </a:r>
          </a:p>
        </p:txBody>
      </p:sp>
      <p:sp>
        <p:nvSpPr>
          <p:cNvPr id="3" name="Content Placeholder 2">
            <a:extLst>
              <a:ext uri="{FF2B5EF4-FFF2-40B4-BE49-F238E27FC236}">
                <a16:creationId xmlns:a16="http://schemas.microsoft.com/office/drawing/2014/main" xmlns="" id="{1D88F71F-8784-4AF0-B610-67C6A0503C7D}"/>
              </a:ext>
            </a:extLst>
          </p:cNvPr>
          <p:cNvSpPr>
            <a:spLocks noGrp="1"/>
          </p:cNvSpPr>
          <p:nvPr>
            <p:ph idx="1"/>
          </p:nvPr>
        </p:nvSpPr>
        <p:spPr>
          <a:xfrm>
            <a:off x="420624" y="1507031"/>
            <a:ext cx="14081760" cy="6120589"/>
          </a:xfrm>
        </p:spPr>
        <p:txBody>
          <a:bodyPr>
            <a:noAutofit/>
          </a:bodyPr>
          <a:lstStyle/>
          <a:p>
            <a:r>
              <a:rPr lang="en-US" sz="2000" dirty="0"/>
              <a:t>Benefit: </a:t>
            </a:r>
            <a:r>
              <a:rPr lang="en-US" sz="2000" b="0" u="none" strike="noStrike" baseline="0" dirty="0">
                <a:solidFill>
                  <a:srgbClr val="000000"/>
                </a:solidFill>
              </a:rPr>
              <a:t>positive impact or desirable outcome of the use of a medical device on the health of an individual, or a positive impact on patient management or public health</a:t>
            </a:r>
            <a:endParaRPr lang="en-US" sz="2000" dirty="0"/>
          </a:p>
          <a:p>
            <a:r>
              <a:rPr lang="en-US" sz="2000" dirty="0"/>
              <a:t>Harm: Injury or damage to the health of people, or damage to property or the environment</a:t>
            </a:r>
          </a:p>
          <a:p>
            <a:r>
              <a:rPr lang="en-US" sz="2000" dirty="0"/>
              <a:t>Hazard: Potential source of harm</a:t>
            </a:r>
          </a:p>
          <a:p>
            <a:r>
              <a:rPr lang="en-US" sz="2000" dirty="0"/>
              <a:t>Hazardous situation: Circumstance in which people, property, or the environment is/are exposed to one or more hazards</a:t>
            </a:r>
          </a:p>
          <a:p>
            <a:r>
              <a:rPr lang="en-US" sz="2000" dirty="0"/>
              <a:t>Intended use: Intended purpose; use for which a product, process or service is intended according to the specifications, instructions, and information provided by the manufacturer</a:t>
            </a:r>
          </a:p>
          <a:p>
            <a:r>
              <a:rPr lang="en-US" sz="2000" dirty="0"/>
              <a:t>Life cycle: Series of all phases in the life of a medical device, from the initial conception to final decommissioning and disposal</a:t>
            </a:r>
          </a:p>
          <a:p>
            <a:pPr algn="just"/>
            <a:r>
              <a:rPr lang="en-US" sz="2000" dirty="0">
                <a:solidFill>
                  <a:srgbClr val="000000"/>
                </a:solidFill>
              </a:rPr>
              <a:t>R</a:t>
            </a:r>
            <a:r>
              <a:rPr lang="en-US" sz="2000" u="none" strike="noStrike" baseline="0" dirty="0">
                <a:solidFill>
                  <a:srgbClr val="000000"/>
                </a:solidFill>
              </a:rPr>
              <a:t>easonably foreseeable misuse: use of a product or system in a way not intended by the manufacturer but which can result from readily predictable human behavior</a:t>
            </a:r>
            <a:endParaRPr lang="en-US" sz="2000" dirty="0"/>
          </a:p>
          <a:p>
            <a:pPr algn="just"/>
            <a:r>
              <a:rPr lang="en-US" sz="2000" dirty="0">
                <a:solidFill>
                  <a:srgbClr val="000000"/>
                </a:solidFill>
              </a:rPr>
              <a:t>R</a:t>
            </a:r>
            <a:r>
              <a:rPr lang="en-US" sz="2000" u="none" strike="noStrike" baseline="0" dirty="0">
                <a:solidFill>
                  <a:srgbClr val="000000"/>
                </a:solidFill>
              </a:rPr>
              <a:t>esidual risk</a:t>
            </a:r>
            <a:r>
              <a:rPr lang="en-US" sz="2000" dirty="0">
                <a:solidFill>
                  <a:srgbClr val="000000"/>
                </a:solidFill>
              </a:rPr>
              <a:t>: </a:t>
            </a:r>
            <a:r>
              <a:rPr lang="en-US" sz="2000" u="none" strike="noStrike" baseline="0" dirty="0">
                <a:solidFill>
                  <a:srgbClr val="000000"/>
                </a:solidFill>
              </a:rPr>
              <a:t>risk remaining after risk control measures have been implemented</a:t>
            </a:r>
          </a:p>
          <a:p>
            <a:pPr algn="just"/>
            <a:r>
              <a:rPr lang="en-US" sz="2000" u="none" strike="noStrike" baseline="0" dirty="0">
                <a:solidFill>
                  <a:srgbClr val="000000"/>
                </a:solidFill>
                <a:latin typeface="Calibri" panose="020F0502020204030204" pitchFamily="34" charset="0"/>
                <a:cs typeface="Calibri" panose="020F0502020204030204" pitchFamily="34" charset="0"/>
              </a:rPr>
              <a:t>Risk</a:t>
            </a:r>
            <a:r>
              <a:rPr lang="en-US" sz="2000" dirty="0">
                <a:solidFill>
                  <a:srgbClr val="000000"/>
                </a:solidFill>
                <a:latin typeface="Calibri" panose="020F0502020204030204" pitchFamily="34" charset="0"/>
                <a:cs typeface="Calibri" panose="020F0502020204030204" pitchFamily="34" charset="0"/>
              </a:rPr>
              <a:t>: </a:t>
            </a:r>
            <a:r>
              <a:rPr lang="en-US" sz="2000" u="none" strike="noStrike" baseline="0" dirty="0">
                <a:solidFill>
                  <a:srgbClr val="000000"/>
                </a:solidFill>
                <a:latin typeface="Calibri" panose="020F0502020204030204" pitchFamily="34" charset="0"/>
                <a:cs typeface="Calibri" panose="020F0502020204030204" pitchFamily="34" charset="0"/>
              </a:rPr>
              <a:t>combination of the probability of occurrence of harm and the severity of that harm</a:t>
            </a:r>
            <a:endParaRPr lang="en-US" sz="2000" dirty="0">
              <a:latin typeface="Calibri" panose="020F0502020204030204" pitchFamily="34" charset="0"/>
              <a:cs typeface="Calibri" panose="020F0502020204030204" pitchFamily="34" charset="0"/>
            </a:endParaRPr>
          </a:p>
          <a:p>
            <a:r>
              <a:rPr lang="en-US" sz="2000" dirty="0"/>
              <a:t>Risk analysis: Systematic use of available information to identify hazards and to estimate the risk</a:t>
            </a:r>
          </a:p>
          <a:p>
            <a:r>
              <a:rPr lang="en-US" sz="2000" dirty="0"/>
              <a:t>Risk assessment: Overall process comprising a risk analysis and a risk evaluation</a:t>
            </a:r>
          </a:p>
        </p:txBody>
      </p:sp>
    </p:spTree>
    <p:extLst>
      <p:ext uri="{BB962C8B-B14F-4D97-AF65-F5344CB8AC3E}">
        <p14:creationId xmlns:p14="http://schemas.microsoft.com/office/powerpoint/2010/main" val="21634058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D195E54-F8CD-47ED-A1C9-207F526AAAD2}"/>
              </a:ext>
            </a:extLst>
          </p:cNvPr>
          <p:cNvSpPr>
            <a:spLocks noGrp="1"/>
          </p:cNvSpPr>
          <p:nvPr>
            <p:ph type="title"/>
          </p:nvPr>
        </p:nvSpPr>
        <p:spPr/>
        <p:txBody>
          <a:bodyPr/>
          <a:lstStyle/>
          <a:p>
            <a:r>
              <a:rPr lang="en-US" dirty="0"/>
              <a:t>Definitions - continued</a:t>
            </a:r>
          </a:p>
        </p:txBody>
      </p:sp>
      <p:sp>
        <p:nvSpPr>
          <p:cNvPr id="3" name="Content Placeholder 2">
            <a:extLst>
              <a:ext uri="{FF2B5EF4-FFF2-40B4-BE49-F238E27FC236}">
                <a16:creationId xmlns:a16="http://schemas.microsoft.com/office/drawing/2014/main" xmlns="" id="{1D88F71F-8784-4AF0-B610-67C6A0503C7D}"/>
              </a:ext>
            </a:extLst>
          </p:cNvPr>
          <p:cNvSpPr>
            <a:spLocks noGrp="1"/>
          </p:cNvSpPr>
          <p:nvPr>
            <p:ph idx="1"/>
          </p:nvPr>
        </p:nvSpPr>
        <p:spPr>
          <a:xfrm>
            <a:off x="256032" y="1465648"/>
            <a:ext cx="14100048" cy="6120589"/>
          </a:xfrm>
        </p:spPr>
        <p:txBody>
          <a:bodyPr>
            <a:normAutofit/>
          </a:bodyPr>
          <a:lstStyle/>
          <a:p>
            <a:r>
              <a:rPr lang="en-US" sz="2000" dirty="0"/>
              <a:t>Risk control: Process in which decisions are made and measures implemented by which risks are reduced to, or maintained within, specified levels</a:t>
            </a:r>
          </a:p>
          <a:p>
            <a:r>
              <a:rPr lang="en-US" sz="2000" dirty="0"/>
              <a:t>Risk estimation: Process used to assign values to the probability of occurrence of harm and the severity of that harm</a:t>
            </a:r>
          </a:p>
          <a:p>
            <a:r>
              <a:rPr lang="en-US" sz="2000" dirty="0"/>
              <a:t>Risk evaluation: Process of comparing the estimated risk against given risk criteria to determine the acceptability of the risk</a:t>
            </a:r>
          </a:p>
          <a:p>
            <a:r>
              <a:rPr lang="en-US" sz="2000" dirty="0"/>
              <a:t>Risk Management File (RMF): Set of records and other documents that are produced by risk management</a:t>
            </a:r>
          </a:p>
          <a:p>
            <a:r>
              <a:rPr lang="en-US" sz="2000" dirty="0"/>
              <a:t>Safety: Freedom from unacceptable risk</a:t>
            </a:r>
          </a:p>
          <a:p>
            <a:r>
              <a:rPr lang="en-US" sz="2000" dirty="0"/>
              <a:t>Severity: </a:t>
            </a:r>
            <a:r>
              <a:rPr lang="en-US" sz="2000" dirty="0">
                <a:solidFill>
                  <a:srgbClr val="000000"/>
                </a:solidFill>
              </a:rPr>
              <a:t>M</a:t>
            </a:r>
            <a:r>
              <a:rPr lang="en-US" sz="2000" b="0" u="none" strike="noStrike" baseline="0" dirty="0">
                <a:solidFill>
                  <a:srgbClr val="000000"/>
                </a:solidFill>
              </a:rPr>
              <a:t>easure of the possible consequences of a hazard </a:t>
            </a:r>
            <a:endParaRPr lang="en-US" sz="2000" dirty="0"/>
          </a:p>
          <a:p>
            <a:r>
              <a:rPr lang="en-US" sz="2000" dirty="0"/>
              <a:t>Use error: User action or lack of user action while using a medical device that leads to a different result than intended by the manufacturer or expected by the user</a:t>
            </a:r>
          </a:p>
          <a:p>
            <a:r>
              <a:rPr lang="en-US" sz="2000" dirty="0"/>
              <a:t>Verification: Confirmation, through the provision of objective evidence, that specified requirements have been fulfilled</a:t>
            </a:r>
            <a:endParaRPr lang="en-US" sz="2000" dirty="0">
              <a:solidFill>
                <a:schemeClr val="accent6">
                  <a:lumMod val="75000"/>
                </a:schemeClr>
              </a:solidFill>
            </a:endParaRPr>
          </a:p>
        </p:txBody>
      </p:sp>
    </p:spTree>
    <p:extLst>
      <p:ext uri="{BB962C8B-B14F-4D97-AF65-F5344CB8AC3E}">
        <p14:creationId xmlns:p14="http://schemas.microsoft.com/office/powerpoint/2010/main" val="23586791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D195E54-F8CD-47ED-A1C9-207F526AAAD2}"/>
              </a:ext>
            </a:extLst>
          </p:cNvPr>
          <p:cNvSpPr>
            <a:spLocks noGrp="1"/>
          </p:cNvSpPr>
          <p:nvPr>
            <p:ph type="title"/>
          </p:nvPr>
        </p:nvSpPr>
        <p:spPr>
          <a:xfrm>
            <a:off x="312615" y="371816"/>
            <a:ext cx="12618720" cy="1590676"/>
          </a:xfrm>
        </p:spPr>
        <p:txBody>
          <a:bodyPr wrap="square" anchor="ctr">
            <a:normAutofit/>
          </a:bodyPr>
          <a:lstStyle/>
          <a:p>
            <a:r>
              <a:rPr lang="en-US" dirty="0"/>
              <a:t>Risk Analysis</a:t>
            </a:r>
          </a:p>
        </p:txBody>
      </p:sp>
      <p:sp>
        <p:nvSpPr>
          <p:cNvPr id="9" name="TextBox 8">
            <a:extLst>
              <a:ext uri="{FF2B5EF4-FFF2-40B4-BE49-F238E27FC236}">
                <a16:creationId xmlns:a16="http://schemas.microsoft.com/office/drawing/2014/main" xmlns="" id="{9EC59300-9C9A-65A2-F209-88C52EAF2083}"/>
              </a:ext>
            </a:extLst>
          </p:cNvPr>
          <p:cNvSpPr txBox="1"/>
          <p:nvPr/>
        </p:nvSpPr>
        <p:spPr>
          <a:xfrm>
            <a:off x="9538138" y="7540148"/>
            <a:ext cx="3291840" cy="369332"/>
          </a:xfrm>
          <a:prstGeom prst="rect">
            <a:avLst/>
          </a:prstGeom>
          <a:noFill/>
        </p:spPr>
        <p:txBody>
          <a:bodyPr wrap="square" rtlCol="0">
            <a:spAutoFit/>
          </a:bodyPr>
          <a:lstStyle/>
          <a:p>
            <a:r>
              <a:rPr lang="en-US" dirty="0"/>
              <a:t>From ISO 14971:2019 Figure C.1</a:t>
            </a:r>
          </a:p>
        </p:txBody>
      </p:sp>
      <p:pic>
        <p:nvPicPr>
          <p:cNvPr id="8" name="Content Placeholder 6">
            <a:extLst>
              <a:ext uri="{FF2B5EF4-FFF2-40B4-BE49-F238E27FC236}">
                <a16:creationId xmlns:a16="http://schemas.microsoft.com/office/drawing/2014/main" xmlns="" id="{2139526E-4288-D593-D2AA-B67A07F7670E}"/>
              </a:ext>
            </a:extLst>
          </p:cNvPr>
          <p:cNvPicPr>
            <a:picLocks noChangeAspect="1"/>
          </p:cNvPicPr>
          <p:nvPr/>
        </p:nvPicPr>
        <p:blipFill>
          <a:blip r:embed="rId3"/>
          <a:stretch>
            <a:fillRect/>
          </a:stretch>
        </p:blipFill>
        <p:spPr>
          <a:xfrm>
            <a:off x="6024983" y="431363"/>
            <a:ext cx="7491774" cy="7442915"/>
          </a:xfrm>
          <a:prstGeom prst="rect">
            <a:avLst/>
          </a:prstGeom>
          <a:noFill/>
        </p:spPr>
      </p:pic>
      <p:sp>
        <p:nvSpPr>
          <p:cNvPr id="10" name="Rectangle: Rounded Corners 9">
            <a:extLst>
              <a:ext uri="{FF2B5EF4-FFF2-40B4-BE49-F238E27FC236}">
                <a16:creationId xmlns:a16="http://schemas.microsoft.com/office/drawing/2014/main" xmlns="" id="{35BD8629-DE35-4E9C-0E97-4E6C505DE95D}"/>
              </a:ext>
            </a:extLst>
          </p:cNvPr>
          <p:cNvSpPr/>
          <p:nvPr/>
        </p:nvSpPr>
        <p:spPr>
          <a:xfrm>
            <a:off x="7581900" y="431363"/>
            <a:ext cx="3975100" cy="1590676"/>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xmlns="" id="{7AE427E5-2781-92B2-41F7-47A8214A08C8}"/>
              </a:ext>
            </a:extLst>
          </p:cNvPr>
          <p:cNvSpPr txBox="1"/>
          <p:nvPr/>
        </p:nvSpPr>
        <p:spPr>
          <a:xfrm>
            <a:off x="533400" y="2394635"/>
            <a:ext cx="4876800" cy="1815882"/>
          </a:xfrm>
          <a:prstGeom prst="rect">
            <a:avLst/>
          </a:prstGeom>
          <a:noFill/>
        </p:spPr>
        <p:txBody>
          <a:bodyPr wrap="square">
            <a:spAutoFit/>
          </a:bodyPr>
          <a:lstStyle/>
          <a:p>
            <a:pPr marL="457200" indent="-457200">
              <a:buFont typeface="Arial" panose="020B0604020202020204" pitchFamily="34" charset="0"/>
              <a:buChar char="•"/>
            </a:pPr>
            <a:r>
              <a:rPr lang="en-US" sz="2800" dirty="0"/>
              <a:t>Risk analysis: Systematic use of available information to identify hazards and to estimate the risk</a:t>
            </a:r>
          </a:p>
        </p:txBody>
      </p:sp>
    </p:spTree>
    <p:extLst>
      <p:ext uri="{BB962C8B-B14F-4D97-AF65-F5344CB8AC3E}">
        <p14:creationId xmlns:p14="http://schemas.microsoft.com/office/powerpoint/2010/main" val="28590534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D195E54-F8CD-47ED-A1C9-207F526AAAD2}"/>
              </a:ext>
            </a:extLst>
          </p:cNvPr>
          <p:cNvSpPr>
            <a:spLocks noGrp="1"/>
          </p:cNvSpPr>
          <p:nvPr>
            <p:ph type="title"/>
          </p:nvPr>
        </p:nvSpPr>
        <p:spPr>
          <a:xfrm>
            <a:off x="439615" y="232394"/>
            <a:ext cx="12618720" cy="1590676"/>
          </a:xfrm>
        </p:spPr>
        <p:txBody>
          <a:bodyPr wrap="square" anchor="ctr">
            <a:normAutofit/>
          </a:bodyPr>
          <a:lstStyle/>
          <a:p>
            <a:r>
              <a:rPr lang="en-US" dirty="0"/>
              <a:t>Risk Analysis</a:t>
            </a:r>
          </a:p>
        </p:txBody>
      </p:sp>
      <p:sp>
        <p:nvSpPr>
          <p:cNvPr id="3" name="Content Placeholder 2">
            <a:extLst>
              <a:ext uri="{FF2B5EF4-FFF2-40B4-BE49-F238E27FC236}">
                <a16:creationId xmlns:a16="http://schemas.microsoft.com/office/drawing/2014/main" xmlns="" id="{1D88F71F-8784-4AF0-B610-67C6A0503C7D}"/>
              </a:ext>
            </a:extLst>
          </p:cNvPr>
          <p:cNvSpPr>
            <a:spLocks noGrp="1"/>
          </p:cNvSpPr>
          <p:nvPr>
            <p:ph sz="half" idx="2"/>
          </p:nvPr>
        </p:nvSpPr>
        <p:spPr>
          <a:xfrm>
            <a:off x="162524" y="1447799"/>
            <a:ext cx="13462036" cy="4953001"/>
          </a:xfrm>
        </p:spPr>
        <p:txBody>
          <a:bodyPr wrap="square" anchor="t">
            <a:noAutofit/>
          </a:bodyPr>
          <a:lstStyle/>
          <a:p>
            <a:r>
              <a:rPr lang="en-US" sz="2800" dirty="0"/>
              <a:t>Risk Analysis is the process used to identify hazards and to estimate risk. It includes identifying:</a:t>
            </a:r>
          </a:p>
          <a:p>
            <a:pPr lvl="1"/>
            <a:r>
              <a:rPr lang="en-US" sz="2800" dirty="0"/>
              <a:t>The intended use, intended users, and intended use environment of the device*</a:t>
            </a:r>
          </a:p>
          <a:p>
            <a:pPr lvl="1"/>
            <a:r>
              <a:rPr lang="en-US" sz="2800" dirty="0"/>
              <a:t>Reasonably foreseeable misuses of the device*</a:t>
            </a:r>
          </a:p>
          <a:p>
            <a:pPr lvl="1"/>
            <a:r>
              <a:rPr lang="en-US" sz="2800" dirty="0"/>
              <a:t>The characteristics of the device that could impact safety </a:t>
            </a:r>
          </a:p>
          <a:p>
            <a:pPr lvl="1"/>
            <a:r>
              <a:rPr lang="en-US" sz="2800" dirty="0"/>
              <a:t>The Hazards associated with design, manufacturing, and use of the device</a:t>
            </a:r>
          </a:p>
          <a:p>
            <a:pPr lvl="1"/>
            <a:r>
              <a:rPr lang="en-US" sz="2800" dirty="0"/>
              <a:t>Hazardous situations that could arise from the hazards (i.e. how people, property, the environment can be exposed to a hazard)</a:t>
            </a:r>
          </a:p>
          <a:p>
            <a:pPr lvl="1"/>
            <a:r>
              <a:rPr lang="en-US" sz="2800" dirty="0"/>
              <a:t>The resulting harms (i.e. consequences of the exposure to the hazardous situation) </a:t>
            </a:r>
          </a:p>
          <a:p>
            <a:pPr lvl="1"/>
            <a:r>
              <a:rPr lang="en-US" sz="2800" dirty="0"/>
              <a:t>Estimating the risk (i.e., the severity of the harm the probability of the harm occurring)</a:t>
            </a:r>
          </a:p>
        </p:txBody>
      </p:sp>
      <p:sp>
        <p:nvSpPr>
          <p:cNvPr id="4" name="TextBox 3">
            <a:extLst>
              <a:ext uri="{FF2B5EF4-FFF2-40B4-BE49-F238E27FC236}">
                <a16:creationId xmlns:a16="http://schemas.microsoft.com/office/drawing/2014/main" xmlns="" id="{50F26519-5B81-42BF-2763-F609DEAEC488}"/>
              </a:ext>
            </a:extLst>
          </p:cNvPr>
          <p:cNvSpPr txBox="1"/>
          <p:nvPr/>
        </p:nvSpPr>
        <p:spPr>
          <a:xfrm>
            <a:off x="439615" y="6605337"/>
            <a:ext cx="12951532" cy="830997"/>
          </a:xfrm>
          <a:prstGeom prst="rect">
            <a:avLst/>
          </a:prstGeom>
          <a:noFill/>
        </p:spPr>
        <p:txBody>
          <a:bodyPr wrap="square" rtlCol="0">
            <a:spAutoFit/>
          </a:bodyPr>
          <a:lstStyle/>
          <a:p>
            <a:r>
              <a:rPr lang="en-US" sz="2400" dirty="0"/>
              <a:t>* Intended use, users and use environment as well as foreseeable misuses are inputs to the risk analysis process from the “Use Specification” - an output of the Usability Engineering process</a:t>
            </a:r>
          </a:p>
        </p:txBody>
      </p:sp>
    </p:spTree>
    <p:extLst>
      <p:ext uri="{BB962C8B-B14F-4D97-AF65-F5344CB8AC3E}">
        <p14:creationId xmlns:p14="http://schemas.microsoft.com/office/powerpoint/2010/main" val="20047373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D195E54-F8CD-47ED-A1C9-207F526AAAD2}"/>
              </a:ext>
            </a:extLst>
          </p:cNvPr>
          <p:cNvSpPr>
            <a:spLocks noGrp="1"/>
          </p:cNvSpPr>
          <p:nvPr>
            <p:ph type="title"/>
          </p:nvPr>
        </p:nvSpPr>
        <p:spPr>
          <a:xfrm>
            <a:off x="439615" y="107715"/>
            <a:ext cx="12618720" cy="1590676"/>
          </a:xfrm>
        </p:spPr>
        <p:txBody>
          <a:bodyPr wrap="square" anchor="ctr">
            <a:normAutofit/>
          </a:bodyPr>
          <a:lstStyle/>
          <a:p>
            <a:r>
              <a:rPr lang="en-US" dirty="0"/>
              <a:t>Risk Analysis: Key Concepts</a:t>
            </a:r>
          </a:p>
        </p:txBody>
      </p:sp>
      <p:sp>
        <p:nvSpPr>
          <p:cNvPr id="3" name="Content Placeholder 2">
            <a:extLst>
              <a:ext uri="{FF2B5EF4-FFF2-40B4-BE49-F238E27FC236}">
                <a16:creationId xmlns:a16="http://schemas.microsoft.com/office/drawing/2014/main" xmlns="" id="{1D88F71F-8784-4AF0-B610-67C6A0503C7D}"/>
              </a:ext>
            </a:extLst>
          </p:cNvPr>
          <p:cNvSpPr>
            <a:spLocks noGrp="1"/>
          </p:cNvSpPr>
          <p:nvPr>
            <p:ph sz="half" idx="2"/>
          </p:nvPr>
        </p:nvSpPr>
        <p:spPr>
          <a:xfrm>
            <a:off x="84220" y="1528767"/>
            <a:ext cx="8835061" cy="5839306"/>
          </a:xfrm>
        </p:spPr>
        <p:txBody>
          <a:bodyPr wrap="square" anchor="t">
            <a:normAutofit fontScale="92500" lnSpcReduction="20000"/>
          </a:bodyPr>
          <a:lstStyle/>
          <a:p>
            <a:pPr lvl="1"/>
            <a:r>
              <a:rPr lang="en-US" sz="2800" dirty="0"/>
              <a:t>All risk analysis is based on the device’s intended use, intended users, and intended use environment and must include “reasonably foreseeable misuses” of the device and consider risks arising in in normal and fault conditions</a:t>
            </a:r>
          </a:p>
          <a:p>
            <a:pPr lvl="1"/>
            <a:r>
              <a:rPr lang="en-US" sz="2800" dirty="0"/>
              <a:t>Hazards can be associated with design (including software), manufacturing, and use of the device as well as its distribution, storage and servicing</a:t>
            </a:r>
          </a:p>
          <a:p>
            <a:pPr lvl="1"/>
            <a:r>
              <a:rPr lang="en-US" sz="2800" dirty="0"/>
              <a:t>A hazardous situation occurs when people, property or the environment are exposed to a potential source of harm (hazard) through a sequence of events. (Not all hazards lead to hazardous situations)</a:t>
            </a:r>
          </a:p>
          <a:p>
            <a:pPr lvl="1"/>
            <a:r>
              <a:rPr lang="en-US" sz="2800" dirty="0"/>
              <a:t>An injury (harm) can only occur after exposure to the hazard</a:t>
            </a:r>
          </a:p>
          <a:p>
            <a:pPr lvl="1"/>
            <a:r>
              <a:rPr lang="en-US" sz="2800" dirty="0"/>
              <a:t>A hazardous situation may lead to different harms</a:t>
            </a:r>
          </a:p>
          <a:p>
            <a:pPr lvl="1"/>
            <a:r>
              <a:rPr lang="en-US" sz="2800" dirty="0"/>
              <a:t>Clinical expertise is necessary to identify harms and estimate the consequences of the harms (severity) </a:t>
            </a:r>
          </a:p>
          <a:p>
            <a:pPr lvl="1"/>
            <a:r>
              <a:rPr lang="en-US" sz="2800" dirty="0"/>
              <a:t>Risk analysis starts early during product development and continues throughout the product’s life cycle (iterative)</a:t>
            </a:r>
          </a:p>
        </p:txBody>
      </p:sp>
      <p:pic>
        <p:nvPicPr>
          <p:cNvPr id="8" name="Picture 7">
            <a:extLst>
              <a:ext uri="{FF2B5EF4-FFF2-40B4-BE49-F238E27FC236}">
                <a16:creationId xmlns:a16="http://schemas.microsoft.com/office/drawing/2014/main" xmlns="" id="{FE564632-4CA8-4B86-919E-BEB8B04E1A78}"/>
              </a:ext>
            </a:extLst>
          </p:cNvPr>
          <p:cNvPicPr>
            <a:picLocks noChangeAspect="1"/>
          </p:cNvPicPr>
          <p:nvPr/>
        </p:nvPicPr>
        <p:blipFill>
          <a:blip r:embed="rId3"/>
          <a:stretch>
            <a:fillRect/>
          </a:stretch>
        </p:blipFill>
        <p:spPr>
          <a:xfrm>
            <a:off x="9077899" y="735652"/>
            <a:ext cx="5552501" cy="6263089"/>
          </a:xfrm>
          <a:prstGeom prst="rect">
            <a:avLst/>
          </a:prstGeom>
        </p:spPr>
      </p:pic>
      <p:sp>
        <p:nvSpPr>
          <p:cNvPr id="9" name="TextBox 8">
            <a:extLst>
              <a:ext uri="{FF2B5EF4-FFF2-40B4-BE49-F238E27FC236}">
                <a16:creationId xmlns:a16="http://schemas.microsoft.com/office/drawing/2014/main" xmlns="" id="{9EC59300-9C9A-65A2-F209-88C52EAF2083}"/>
              </a:ext>
            </a:extLst>
          </p:cNvPr>
          <p:cNvSpPr txBox="1"/>
          <p:nvPr/>
        </p:nvSpPr>
        <p:spPr>
          <a:xfrm>
            <a:off x="9538138" y="6998741"/>
            <a:ext cx="3291840" cy="369332"/>
          </a:xfrm>
          <a:prstGeom prst="rect">
            <a:avLst/>
          </a:prstGeom>
          <a:noFill/>
        </p:spPr>
        <p:txBody>
          <a:bodyPr wrap="square" rtlCol="0">
            <a:spAutoFit/>
          </a:bodyPr>
          <a:lstStyle/>
          <a:p>
            <a:r>
              <a:rPr lang="en-US" dirty="0"/>
              <a:t>From ISO 14971:2019 Figure C.1</a:t>
            </a:r>
          </a:p>
        </p:txBody>
      </p:sp>
    </p:spTree>
    <p:extLst>
      <p:ext uri="{BB962C8B-B14F-4D97-AF65-F5344CB8AC3E}">
        <p14:creationId xmlns:p14="http://schemas.microsoft.com/office/powerpoint/2010/main" val="35609618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xmlns="" id="{A87ABAA6-7AFE-6164-5C8B-EFA21614CE2A}"/>
              </a:ext>
            </a:extLst>
          </p:cNvPr>
          <p:cNvSpPr>
            <a:spLocks noGrp="1"/>
          </p:cNvSpPr>
          <p:nvPr>
            <p:ph type="title"/>
          </p:nvPr>
        </p:nvSpPr>
        <p:spPr>
          <a:xfrm>
            <a:off x="372746" y="113780"/>
            <a:ext cx="12618720" cy="1590676"/>
          </a:xfrm>
        </p:spPr>
        <p:txBody>
          <a:bodyPr/>
          <a:lstStyle/>
          <a:p>
            <a:r>
              <a:rPr lang="en-US" dirty="0"/>
              <a:t>Risk Analysis – </a:t>
            </a:r>
            <a:br>
              <a:rPr lang="en-US" dirty="0"/>
            </a:br>
            <a:r>
              <a:rPr lang="en-US" dirty="0"/>
              <a:t>Sources of hazards</a:t>
            </a:r>
          </a:p>
        </p:txBody>
      </p:sp>
      <p:pic>
        <p:nvPicPr>
          <p:cNvPr id="16" name="Picture 15">
            <a:extLst>
              <a:ext uri="{FF2B5EF4-FFF2-40B4-BE49-F238E27FC236}">
                <a16:creationId xmlns:a16="http://schemas.microsoft.com/office/drawing/2014/main" xmlns="" id="{1A93F861-EB36-CC2A-299B-698BB3588AF2}"/>
              </a:ext>
            </a:extLst>
          </p:cNvPr>
          <p:cNvPicPr>
            <a:picLocks noChangeAspect="1"/>
          </p:cNvPicPr>
          <p:nvPr/>
        </p:nvPicPr>
        <p:blipFill>
          <a:blip r:embed="rId3"/>
          <a:stretch>
            <a:fillRect/>
          </a:stretch>
        </p:blipFill>
        <p:spPr>
          <a:xfrm>
            <a:off x="8655249" y="502920"/>
            <a:ext cx="5188411" cy="7223760"/>
          </a:xfrm>
          <a:prstGeom prst="rect">
            <a:avLst/>
          </a:prstGeom>
        </p:spPr>
      </p:pic>
      <p:sp>
        <p:nvSpPr>
          <p:cNvPr id="17" name="TextBox 16">
            <a:extLst>
              <a:ext uri="{FF2B5EF4-FFF2-40B4-BE49-F238E27FC236}">
                <a16:creationId xmlns:a16="http://schemas.microsoft.com/office/drawing/2014/main" xmlns="" id="{5B76A29C-D6D0-D9F0-8C1C-302546A6338C}"/>
              </a:ext>
            </a:extLst>
          </p:cNvPr>
          <p:cNvSpPr txBox="1"/>
          <p:nvPr/>
        </p:nvSpPr>
        <p:spPr>
          <a:xfrm>
            <a:off x="9296400" y="7746488"/>
            <a:ext cx="3291840" cy="369332"/>
          </a:xfrm>
          <a:prstGeom prst="rect">
            <a:avLst/>
          </a:prstGeom>
          <a:noFill/>
        </p:spPr>
        <p:txBody>
          <a:bodyPr wrap="square" rtlCol="0">
            <a:spAutoFit/>
          </a:bodyPr>
          <a:lstStyle/>
          <a:p>
            <a:r>
              <a:rPr lang="en-US" dirty="0"/>
              <a:t>From ISO 14971:2019 Table C.1</a:t>
            </a:r>
          </a:p>
        </p:txBody>
      </p:sp>
      <p:sp>
        <p:nvSpPr>
          <p:cNvPr id="18" name="TextBox 17">
            <a:extLst>
              <a:ext uri="{FF2B5EF4-FFF2-40B4-BE49-F238E27FC236}">
                <a16:creationId xmlns:a16="http://schemas.microsoft.com/office/drawing/2014/main" xmlns="" id="{8F04166E-D0B4-082B-C5F2-1186F01F2FF1}"/>
              </a:ext>
            </a:extLst>
          </p:cNvPr>
          <p:cNvSpPr txBox="1"/>
          <p:nvPr/>
        </p:nvSpPr>
        <p:spPr>
          <a:xfrm>
            <a:off x="495300" y="2190416"/>
            <a:ext cx="6819900" cy="3970318"/>
          </a:xfrm>
          <a:prstGeom prst="rect">
            <a:avLst/>
          </a:prstGeom>
          <a:noFill/>
        </p:spPr>
        <p:txBody>
          <a:bodyPr wrap="square" rtlCol="0">
            <a:spAutoFit/>
          </a:bodyPr>
          <a:lstStyle/>
          <a:p>
            <a:pPr marL="285750" indent="-285750">
              <a:buFont typeface="Arial" panose="020B0604020202020204" pitchFamily="34" charset="0"/>
              <a:buChar char="•"/>
            </a:pPr>
            <a:r>
              <a:rPr lang="en-US" sz="2800" dirty="0"/>
              <a:t>ISO 14971 has a list of potential hazards and examples of hazardous situations</a:t>
            </a:r>
          </a:p>
          <a:p>
            <a:pPr marL="285750" indent="-285750">
              <a:buFont typeface="Arial" panose="020B0604020202020204" pitchFamily="34" charset="0"/>
              <a:buChar char="•"/>
            </a:pPr>
            <a:r>
              <a:rPr lang="en-US" sz="2800" dirty="0"/>
              <a:t>Relevant product safety standards (e.g., IEC 60601-1) will also list hazards</a:t>
            </a:r>
          </a:p>
          <a:p>
            <a:pPr marL="285750" indent="-285750">
              <a:buFont typeface="Arial" panose="020B0604020202020204" pitchFamily="34" charset="0"/>
              <a:buChar char="•"/>
            </a:pPr>
            <a:r>
              <a:rPr lang="en-US" sz="2800" dirty="0"/>
              <a:t>IEC 62366-1 Annex B provides examples of hazardous situations related to usability  </a:t>
            </a:r>
          </a:p>
          <a:p>
            <a:pPr marL="285750" indent="-285750">
              <a:buFont typeface="Arial" panose="020B0604020202020204" pitchFamily="34" charset="0"/>
              <a:buChar char="•"/>
            </a:pPr>
            <a:r>
              <a:rPr lang="en-US" sz="2800" dirty="0"/>
              <a:t>Data from similar types of devices/designs should also be evaluated during hazard identification</a:t>
            </a:r>
          </a:p>
        </p:txBody>
      </p:sp>
    </p:spTree>
    <p:extLst>
      <p:ext uri="{BB962C8B-B14F-4D97-AF65-F5344CB8AC3E}">
        <p14:creationId xmlns:p14="http://schemas.microsoft.com/office/powerpoint/2010/main" val="29990297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xmlns="" id="{A87ABAA6-7AFE-6164-5C8B-EFA21614CE2A}"/>
              </a:ext>
            </a:extLst>
          </p:cNvPr>
          <p:cNvSpPr>
            <a:spLocks noGrp="1"/>
          </p:cNvSpPr>
          <p:nvPr>
            <p:ph type="title"/>
          </p:nvPr>
        </p:nvSpPr>
        <p:spPr>
          <a:xfrm>
            <a:off x="372746" y="113780"/>
            <a:ext cx="13251814" cy="1590676"/>
          </a:xfrm>
        </p:spPr>
        <p:txBody>
          <a:bodyPr/>
          <a:lstStyle/>
          <a:p>
            <a:r>
              <a:rPr lang="en-US" dirty="0"/>
              <a:t>Examples of hazards, </a:t>
            </a:r>
            <a:r>
              <a:rPr lang="en-US" dirty="0" err="1"/>
              <a:t>SoEs</a:t>
            </a:r>
            <a:r>
              <a:rPr lang="en-US" dirty="0"/>
              <a:t>, hazardous situations and harms</a:t>
            </a:r>
          </a:p>
        </p:txBody>
      </p:sp>
      <p:sp>
        <p:nvSpPr>
          <p:cNvPr id="17" name="TextBox 16">
            <a:extLst>
              <a:ext uri="{FF2B5EF4-FFF2-40B4-BE49-F238E27FC236}">
                <a16:creationId xmlns:a16="http://schemas.microsoft.com/office/drawing/2014/main" xmlns="" id="{5B76A29C-D6D0-D9F0-8C1C-302546A6338C}"/>
              </a:ext>
            </a:extLst>
          </p:cNvPr>
          <p:cNvSpPr txBox="1"/>
          <p:nvPr/>
        </p:nvSpPr>
        <p:spPr>
          <a:xfrm>
            <a:off x="437006" y="7003560"/>
            <a:ext cx="3291840" cy="369332"/>
          </a:xfrm>
          <a:prstGeom prst="rect">
            <a:avLst/>
          </a:prstGeom>
          <a:noFill/>
        </p:spPr>
        <p:txBody>
          <a:bodyPr wrap="square" rtlCol="0">
            <a:spAutoFit/>
          </a:bodyPr>
          <a:lstStyle/>
          <a:p>
            <a:r>
              <a:rPr lang="en-US" dirty="0"/>
              <a:t>From ISO 14971:2019 Table C.3</a:t>
            </a:r>
          </a:p>
        </p:txBody>
      </p:sp>
      <p:pic>
        <p:nvPicPr>
          <p:cNvPr id="3" name="Picture 2">
            <a:extLst>
              <a:ext uri="{FF2B5EF4-FFF2-40B4-BE49-F238E27FC236}">
                <a16:creationId xmlns:a16="http://schemas.microsoft.com/office/drawing/2014/main" xmlns="" id="{C771CD33-3C23-0867-CC44-22E2D3DD9704}"/>
              </a:ext>
            </a:extLst>
          </p:cNvPr>
          <p:cNvPicPr>
            <a:picLocks noChangeAspect="1"/>
          </p:cNvPicPr>
          <p:nvPr/>
        </p:nvPicPr>
        <p:blipFill>
          <a:blip r:embed="rId3"/>
          <a:stretch>
            <a:fillRect/>
          </a:stretch>
        </p:blipFill>
        <p:spPr>
          <a:xfrm>
            <a:off x="372746" y="1793688"/>
            <a:ext cx="6712200" cy="5120640"/>
          </a:xfrm>
          <a:prstGeom prst="rect">
            <a:avLst/>
          </a:prstGeom>
        </p:spPr>
      </p:pic>
      <p:pic>
        <p:nvPicPr>
          <p:cNvPr id="4" name="Picture 3">
            <a:extLst>
              <a:ext uri="{FF2B5EF4-FFF2-40B4-BE49-F238E27FC236}">
                <a16:creationId xmlns:a16="http://schemas.microsoft.com/office/drawing/2014/main" xmlns="" id="{7988AF70-B3AB-7813-8CE3-1D53755E3EC6}"/>
              </a:ext>
            </a:extLst>
          </p:cNvPr>
          <p:cNvPicPr>
            <a:picLocks noChangeAspect="1"/>
          </p:cNvPicPr>
          <p:nvPr/>
        </p:nvPicPr>
        <p:blipFill>
          <a:blip r:embed="rId4"/>
          <a:stretch>
            <a:fillRect/>
          </a:stretch>
        </p:blipFill>
        <p:spPr>
          <a:xfrm>
            <a:off x="7162791" y="2700653"/>
            <a:ext cx="7094863" cy="3101248"/>
          </a:xfrm>
          <a:prstGeom prst="rect">
            <a:avLst/>
          </a:prstGeom>
        </p:spPr>
      </p:pic>
      <p:pic>
        <p:nvPicPr>
          <p:cNvPr id="7" name="Picture 6">
            <a:extLst>
              <a:ext uri="{FF2B5EF4-FFF2-40B4-BE49-F238E27FC236}">
                <a16:creationId xmlns:a16="http://schemas.microsoft.com/office/drawing/2014/main" xmlns="" id="{994ED70D-186A-2864-E623-D9DDD007CD65}"/>
              </a:ext>
            </a:extLst>
          </p:cNvPr>
          <p:cNvPicPr>
            <a:picLocks noChangeAspect="1"/>
          </p:cNvPicPr>
          <p:nvPr/>
        </p:nvPicPr>
        <p:blipFill>
          <a:blip r:embed="rId5"/>
          <a:stretch>
            <a:fillRect/>
          </a:stretch>
        </p:blipFill>
        <p:spPr>
          <a:xfrm>
            <a:off x="6814344" y="2331039"/>
            <a:ext cx="7006728" cy="324998"/>
          </a:xfrm>
          <a:prstGeom prst="rect">
            <a:avLst/>
          </a:prstGeom>
        </p:spPr>
      </p:pic>
      <p:sp>
        <p:nvSpPr>
          <p:cNvPr id="8" name="TextBox 7">
            <a:extLst>
              <a:ext uri="{FF2B5EF4-FFF2-40B4-BE49-F238E27FC236}">
                <a16:creationId xmlns:a16="http://schemas.microsoft.com/office/drawing/2014/main" xmlns="" id="{005BE70C-D01C-CB97-370F-65D7E3EA347A}"/>
              </a:ext>
            </a:extLst>
          </p:cNvPr>
          <p:cNvSpPr txBox="1"/>
          <p:nvPr/>
        </p:nvSpPr>
        <p:spPr>
          <a:xfrm>
            <a:off x="7315200" y="5851050"/>
            <a:ext cx="6073254" cy="369332"/>
          </a:xfrm>
          <a:prstGeom prst="rect">
            <a:avLst/>
          </a:prstGeom>
          <a:noFill/>
        </p:spPr>
        <p:txBody>
          <a:bodyPr wrap="square" rtlCol="0">
            <a:spAutoFit/>
          </a:bodyPr>
          <a:lstStyle/>
          <a:p>
            <a:r>
              <a:rPr lang="en-US" dirty="0"/>
              <a:t>From IEC 62366-1:2015+A1:2020 Table B.2</a:t>
            </a:r>
          </a:p>
        </p:txBody>
      </p:sp>
    </p:spTree>
    <p:extLst>
      <p:ext uri="{BB962C8B-B14F-4D97-AF65-F5344CB8AC3E}">
        <p14:creationId xmlns:p14="http://schemas.microsoft.com/office/powerpoint/2010/main" val="33001446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D195E54-F8CD-47ED-A1C9-207F526AAAD2}"/>
              </a:ext>
            </a:extLst>
          </p:cNvPr>
          <p:cNvSpPr>
            <a:spLocks noGrp="1"/>
          </p:cNvSpPr>
          <p:nvPr>
            <p:ph type="title"/>
          </p:nvPr>
        </p:nvSpPr>
        <p:spPr>
          <a:xfrm>
            <a:off x="365760" y="0"/>
            <a:ext cx="13898880" cy="1371600"/>
          </a:xfrm>
        </p:spPr>
        <p:txBody>
          <a:bodyPr>
            <a:normAutofit/>
          </a:bodyPr>
          <a:lstStyle/>
          <a:p>
            <a:r>
              <a:rPr lang="en-US" sz="5400" dirty="0"/>
              <a:t>Risk Analysis - Risk Estimation</a:t>
            </a:r>
          </a:p>
        </p:txBody>
      </p:sp>
      <p:pic>
        <p:nvPicPr>
          <p:cNvPr id="12" name="Picture 11">
            <a:extLst>
              <a:ext uri="{FF2B5EF4-FFF2-40B4-BE49-F238E27FC236}">
                <a16:creationId xmlns:a16="http://schemas.microsoft.com/office/drawing/2014/main" xmlns="" id="{A7057AFA-FEEA-55C6-F28F-D1FB63659670}"/>
              </a:ext>
            </a:extLst>
          </p:cNvPr>
          <p:cNvPicPr>
            <a:picLocks noChangeAspect="1"/>
          </p:cNvPicPr>
          <p:nvPr/>
        </p:nvPicPr>
        <p:blipFill>
          <a:blip r:embed="rId3"/>
          <a:stretch>
            <a:fillRect/>
          </a:stretch>
        </p:blipFill>
        <p:spPr>
          <a:xfrm>
            <a:off x="8854011" y="3208466"/>
            <a:ext cx="5577840" cy="2402504"/>
          </a:xfrm>
          <a:prstGeom prst="rect">
            <a:avLst/>
          </a:prstGeom>
        </p:spPr>
      </p:pic>
      <p:sp>
        <p:nvSpPr>
          <p:cNvPr id="16" name="TextBox 15">
            <a:extLst>
              <a:ext uri="{FF2B5EF4-FFF2-40B4-BE49-F238E27FC236}">
                <a16:creationId xmlns:a16="http://schemas.microsoft.com/office/drawing/2014/main" xmlns="" id="{EA101CFD-51E9-1F6C-96BA-DDEFD46F12AF}"/>
              </a:ext>
            </a:extLst>
          </p:cNvPr>
          <p:cNvSpPr txBox="1"/>
          <p:nvPr/>
        </p:nvSpPr>
        <p:spPr>
          <a:xfrm>
            <a:off x="314960" y="1046804"/>
            <a:ext cx="13624560" cy="954107"/>
          </a:xfrm>
          <a:prstGeom prst="rect">
            <a:avLst/>
          </a:prstGeom>
          <a:noFill/>
        </p:spPr>
        <p:txBody>
          <a:bodyPr wrap="square">
            <a:spAutoFit/>
          </a:bodyPr>
          <a:lstStyle/>
          <a:p>
            <a:pPr marL="457200" indent="-457200">
              <a:buFont typeface="Arial" panose="020B0604020202020204" pitchFamily="34" charset="0"/>
              <a:buChar char="•"/>
            </a:pPr>
            <a:r>
              <a:rPr lang="en-US" sz="2800" dirty="0"/>
              <a:t>Risk estimation is the process used to assign values to the probability of occurrence of harm and the severity of that harm.</a:t>
            </a:r>
          </a:p>
        </p:txBody>
      </p:sp>
      <p:sp>
        <p:nvSpPr>
          <p:cNvPr id="3" name="TextBox 2">
            <a:extLst>
              <a:ext uri="{FF2B5EF4-FFF2-40B4-BE49-F238E27FC236}">
                <a16:creationId xmlns:a16="http://schemas.microsoft.com/office/drawing/2014/main" xmlns="" id="{7BA4EE95-11CD-A0F1-918C-1BAE9BC3A841}"/>
              </a:ext>
            </a:extLst>
          </p:cNvPr>
          <p:cNvSpPr txBox="1"/>
          <p:nvPr/>
        </p:nvSpPr>
        <p:spPr>
          <a:xfrm>
            <a:off x="314960" y="2020380"/>
            <a:ext cx="8359140" cy="6124754"/>
          </a:xfrm>
          <a:prstGeom prst="rect">
            <a:avLst/>
          </a:prstGeom>
          <a:noFill/>
        </p:spPr>
        <p:txBody>
          <a:bodyPr wrap="square" rtlCol="0">
            <a:spAutoFit/>
          </a:bodyPr>
          <a:lstStyle/>
          <a:p>
            <a:pPr marL="457200" indent="-457200">
              <a:buFont typeface="Arial" panose="020B0604020202020204" pitchFamily="34" charset="0"/>
              <a:buChar char="•"/>
            </a:pPr>
            <a:r>
              <a:rPr lang="en-US" sz="2800" dirty="0"/>
              <a:t>Severity</a:t>
            </a:r>
          </a:p>
          <a:p>
            <a:pPr marL="914400" lvl="1" indent="-457200">
              <a:buFont typeface="Arial" panose="020B0604020202020204" pitchFamily="34" charset="0"/>
              <a:buChar char="•"/>
            </a:pPr>
            <a:r>
              <a:rPr lang="en-US" sz="2800" dirty="0"/>
              <a:t>Severity of harm is a continuum that will depend on numerous factors (such as the level of exposure to the hazardous situation, a patient’s pre-existing conditions and co-morbidities)</a:t>
            </a:r>
          </a:p>
          <a:p>
            <a:pPr marL="914400" lvl="1" indent="-457200">
              <a:buFont typeface="Arial" panose="020B0604020202020204" pitchFamily="34" charset="0"/>
              <a:buChar char="•"/>
            </a:pPr>
            <a:r>
              <a:rPr lang="en-US" sz="2800" dirty="0"/>
              <a:t>To simply risk analysis a few discrete levels are generally used to categorize severity using common terms and descriptors appropriate for the medical device</a:t>
            </a:r>
          </a:p>
          <a:p>
            <a:pPr marL="914400" lvl="1" indent="-457200">
              <a:buFont typeface="Arial" panose="020B0604020202020204" pitchFamily="34" charset="0"/>
              <a:buChar char="•"/>
            </a:pPr>
            <a:r>
              <a:rPr lang="en-US" sz="2800" dirty="0"/>
              <a:t>Each harm is assigned a severity level which is determined using clinical/medical expertise and can be based on the reasonable worst-case consequence</a:t>
            </a:r>
          </a:p>
          <a:p>
            <a:pPr marL="914400" lvl="1" indent="-457200">
              <a:buFont typeface="Arial" panose="020B0604020202020204" pitchFamily="34" charset="0"/>
              <a:buChar char="•"/>
            </a:pPr>
            <a:r>
              <a:rPr lang="en-US" sz="2800" dirty="0"/>
              <a:t>The severity rating does not include probability</a:t>
            </a:r>
          </a:p>
        </p:txBody>
      </p:sp>
      <p:sp>
        <p:nvSpPr>
          <p:cNvPr id="5" name="TextBox 4">
            <a:extLst>
              <a:ext uri="{FF2B5EF4-FFF2-40B4-BE49-F238E27FC236}">
                <a16:creationId xmlns:a16="http://schemas.microsoft.com/office/drawing/2014/main" xmlns="" id="{62BEE4C7-50FC-E89F-6C64-FDA51B83F9CF}"/>
              </a:ext>
            </a:extLst>
          </p:cNvPr>
          <p:cNvSpPr txBox="1"/>
          <p:nvPr/>
        </p:nvSpPr>
        <p:spPr>
          <a:xfrm>
            <a:off x="8854011" y="5886449"/>
            <a:ext cx="5577840" cy="523220"/>
          </a:xfrm>
          <a:prstGeom prst="rect">
            <a:avLst/>
          </a:prstGeom>
          <a:noFill/>
        </p:spPr>
        <p:txBody>
          <a:bodyPr wrap="square" rtlCol="0">
            <a:spAutoFit/>
          </a:bodyPr>
          <a:lstStyle/>
          <a:p>
            <a:r>
              <a:rPr lang="en-US" sz="1400" dirty="0"/>
              <a:t>Examples of common Severity terms and descriptions from ISO 24971:2020 Table 4</a:t>
            </a:r>
          </a:p>
        </p:txBody>
      </p:sp>
    </p:spTree>
    <p:extLst>
      <p:ext uri="{BB962C8B-B14F-4D97-AF65-F5344CB8AC3E}">
        <p14:creationId xmlns:p14="http://schemas.microsoft.com/office/powerpoint/2010/main" val="11727080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D195E54-F8CD-47ED-A1C9-207F526AAAD2}"/>
              </a:ext>
            </a:extLst>
          </p:cNvPr>
          <p:cNvSpPr>
            <a:spLocks noGrp="1"/>
          </p:cNvSpPr>
          <p:nvPr>
            <p:ph type="title"/>
          </p:nvPr>
        </p:nvSpPr>
        <p:spPr>
          <a:xfrm>
            <a:off x="365760" y="65004"/>
            <a:ext cx="13898880" cy="1371600"/>
          </a:xfrm>
        </p:spPr>
        <p:txBody>
          <a:bodyPr>
            <a:normAutofit/>
          </a:bodyPr>
          <a:lstStyle/>
          <a:p>
            <a:r>
              <a:rPr lang="en-US" sz="5400" dirty="0"/>
              <a:t>Risk Analysis - Risk Estimation</a:t>
            </a:r>
          </a:p>
        </p:txBody>
      </p:sp>
      <p:pic>
        <p:nvPicPr>
          <p:cNvPr id="14" name="Picture 13">
            <a:extLst>
              <a:ext uri="{FF2B5EF4-FFF2-40B4-BE49-F238E27FC236}">
                <a16:creationId xmlns:a16="http://schemas.microsoft.com/office/drawing/2014/main" xmlns="" id="{E85A78D0-5405-5B52-F68C-AE583FF362F0}"/>
              </a:ext>
            </a:extLst>
          </p:cNvPr>
          <p:cNvPicPr>
            <a:picLocks noChangeAspect="1"/>
          </p:cNvPicPr>
          <p:nvPr/>
        </p:nvPicPr>
        <p:blipFill>
          <a:blip r:embed="rId3"/>
          <a:stretch>
            <a:fillRect/>
          </a:stretch>
        </p:blipFill>
        <p:spPr>
          <a:xfrm>
            <a:off x="8596088" y="5038590"/>
            <a:ext cx="5198969" cy="1875038"/>
          </a:xfrm>
          <a:prstGeom prst="rect">
            <a:avLst/>
          </a:prstGeom>
        </p:spPr>
      </p:pic>
      <p:sp>
        <p:nvSpPr>
          <p:cNvPr id="16" name="TextBox 15">
            <a:extLst>
              <a:ext uri="{FF2B5EF4-FFF2-40B4-BE49-F238E27FC236}">
                <a16:creationId xmlns:a16="http://schemas.microsoft.com/office/drawing/2014/main" xmlns="" id="{EA101CFD-51E9-1F6C-96BA-DDEFD46F12AF}"/>
              </a:ext>
            </a:extLst>
          </p:cNvPr>
          <p:cNvSpPr txBox="1"/>
          <p:nvPr/>
        </p:nvSpPr>
        <p:spPr>
          <a:xfrm>
            <a:off x="365760" y="1158694"/>
            <a:ext cx="13096240" cy="3539430"/>
          </a:xfrm>
          <a:prstGeom prst="rect">
            <a:avLst/>
          </a:prstGeom>
          <a:noFill/>
        </p:spPr>
        <p:txBody>
          <a:bodyPr wrap="square">
            <a:spAutoFit/>
          </a:bodyPr>
          <a:lstStyle/>
          <a:p>
            <a:pPr marL="457200" indent="-457200">
              <a:buFont typeface="Arial" panose="020B0604020202020204" pitchFamily="34" charset="0"/>
              <a:buChar char="•"/>
            </a:pPr>
            <a:r>
              <a:rPr lang="en-US" sz="2800" dirty="0"/>
              <a:t>Probability of Harm</a:t>
            </a:r>
          </a:p>
          <a:p>
            <a:pPr marL="914400" lvl="1" indent="-457200">
              <a:buFont typeface="Arial" panose="020B0604020202020204" pitchFamily="34" charset="0"/>
              <a:buChar char="•"/>
            </a:pPr>
            <a:r>
              <a:rPr lang="en-US" sz="2800" dirty="0"/>
              <a:t>The probability of harm can be either qualitative or quantitative. Qualitative estimates should be used for new products</a:t>
            </a:r>
          </a:p>
          <a:p>
            <a:pPr marL="914400" lvl="1" indent="-457200">
              <a:buFont typeface="Arial" panose="020B0604020202020204" pitchFamily="34" charset="0"/>
              <a:buChar char="•"/>
            </a:pPr>
            <a:r>
              <a:rPr lang="en-US" sz="2800" dirty="0"/>
              <a:t>Like severity, probability is also a continuum and discrete levels are generally used to categorize it</a:t>
            </a:r>
          </a:p>
          <a:p>
            <a:pPr marL="914400" lvl="1" indent="-457200">
              <a:buFont typeface="Arial" panose="020B0604020202020204" pitchFamily="34" charset="0"/>
              <a:buChar char="•"/>
            </a:pPr>
            <a:r>
              <a:rPr lang="en-US" sz="2800" dirty="0"/>
              <a:t>The probability of harm is sometimes broken into two parts – the probability of the hazardous situation occurring (P1) and the probability that the harm of specified severity occurs when the hazardous situation has occurred (P2)</a:t>
            </a:r>
          </a:p>
        </p:txBody>
      </p:sp>
      <p:sp>
        <p:nvSpPr>
          <p:cNvPr id="3" name="TextBox 2">
            <a:extLst>
              <a:ext uri="{FF2B5EF4-FFF2-40B4-BE49-F238E27FC236}">
                <a16:creationId xmlns:a16="http://schemas.microsoft.com/office/drawing/2014/main" xmlns="" id="{FF3E2259-A5EF-ED09-3506-8AA208F3926C}"/>
              </a:ext>
            </a:extLst>
          </p:cNvPr>
          <p:cNvSpPr txBox="1"/>
          <p:nvPr/>
        </p:nvSpPr>
        <p:spPr>
          <a:xfrm>
            <a:off x="8686800" y="7078269"/>
            <a:ext cx="5943600" cy="307777"/>
          </a:xfrm>
          <a:prstGeom prst="rect">
            <a:avLst/>
          </a:prstGeom>
          <a:noFill/>
        </p:spPr>
        <p:txBody>
          <a:bodyPr wrap="square" rtlCol="0">
            <a:spAutoFit/>
          </a:bodyPr>
          <a:lstStyle/>
          <a:p>
            <a:r>
              <a:rPr lang="en-US" sz="1400" dirty="0"/>
              <a:t>Examples of common probability terms and descriptions from ISO 24971</a:t>
            </a:r>
          </a:p>
        </p:txBody>
      </p:sp>
      <p:sp>
        <p:nvSpPr>
          <p:cNvPr id="7" name="TextBox 6">
            <a:extLst>
              <a:ext uri="{FF2B5EF4-FFF2-40B4-BE49-F238E27FC236}">
                <a16:creationId xmlns:a16="http://schemas.microsoft.com/office/drawing/2014/main" xmlns="" id="{C201BF23-9239-42BA-2E53-83C9E2D9135A}"/>
              </a:ext>
            </a:extLst>
          </p:cNvPr>
          <p:cNvSpPr txBox="1"/>
          <p:nvPr/>
        </p:nvSpPr>
        <p:spPr>
          <a:xfrm>
            <a:off x="365760" y="4648654"/>
            <a:ext cx="8067040" cy="3108543"/>
          </a:xfrm>
          <a:prstGeom prst="rect">
            <a:avLst/>
          </a:prstGeom>
          <a:noFill/>
        </p:spPr>
        <p:txBody>
          <a:bodyPr wrap="square">
            <a:spAutoFit/>
          </a:bodyPr>
          <a:lstStyle/>
          <a:p>
            <a:pPr marL="914400" lvl="1" indent="-457200">
              <a:buFont typeface="Arial" panose="020B0604020202020204" pitchFamily="34" charset="0"/>
              <a:buChar char="•"/>
            </a:pPr>
            <a:r>
              <a:rPr lang="en-US" sz="2800" dirty="0"/>
              <a:t>P1 includes elements of the sequence of events that lead to the exposure to the hazard. </a:t>
            </a:r>
            <a:r>
              <a:rPr lang="en-US" sz="2800" b="0" u="none" strike="noStrike" baseline="0" dirty="0">
                <a:solidFill>
                  <a:srgbClr val="000000"/>
                </a:solidFill>
              </a:rPr>
              <a:t>The individuals assigned to estimate the probability P1 should be familiar with the design, construction, use and servicing of the medical device, as well as have an adequate understanding of the use environment. </a:t>
            </a:r>
            <a:endParaRPr lang="en-US" sz="2800" dirty="0"/>
          </a:p>
        </p:txBody>
      </p:sp>
    </p:spTree>
    <p:extLst>
      <p:ext uri="{BB962C8B-B14F-4D97-AF65-F5344CB8AC3E}">
        <p14:creationId xmlns:p14="http://schemas.microsoft.com/office/powerpoint/2010/main" val="30743837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D195E54-F8CD-47ED-A1C9-207F526AAAD2}"/>
              </a:ext>
            </a:extLst>
          </p:cNvPr>
          <p:cNvSpPr>
            <a:spLocks noGrp="1"/>
          </p:cNvSpPr>
          <p:nvPr>
            <p:ph type="title"/>
          </p:nvPr>
        </p:nvSpPr>
        <p:spPr>
          <a:xfrm>
            <a:off x="365760" y="65004"/>
            <a:ext cx="13898880" cy="1371600"/>
          </a:xfrm>
        </p:spPr>
        <p:txBody>
          <a:bodyPr>
            <a:normAutofit/>
          </a:bodyPr>
          <a:lstStyle/>
          <a:p>
            <a:r>
              <a:rPr lang="en-US" sz="5400" dirty="0"/>
              <a:t>Risk Analysis - Risk Estimation</a:t>
            </a:r>
          </a:p>
        </p:txBody>
      </p:sp>
      <p:sp>
        <p:nvSpPr>
          <p:cNvPr id="16" name="TextBox 15">
            <a:extLst>
              <a:ext uri="{FF2B5EF4-FFF2-40B4-BE49-F238E27FC236}">
                <a16:creationId xmlns:a16="http://schemas.microsoft.com/office/drawing/2014/main" xmlns="" id="{EA101CFD-51E9-1F6C-96BA-DDEFD46F12AF}"/>
              </a:ext>
            </a:extLst>
          </p:cNvPr>
          <p:cNvSpPr txBox="1"/>
          <p:nvPr/>
        </p:nvSpPr>
        <p:spPr>
          <a:xfrm>
            <a:off x="365760" y="1158694"/>
            <a:ext cx="14096198" cy="3539430"/>
          </a:xfrm>
          <a:prstGeom prst="rect">
            <a:avLst/>
          </a:prstGeom>
          <a:noFill/>
        </p:spPr>
        <p:txBody>
          <a:bodyPr wrap="square">
            <a:spAutoFit/>
          </a:bodyPr>
          <a:lstStyle/>
          <a:p>
            <a:pPr marL="914400" lvl="1" indent="-457200">
              <a:buFont typeface="Arial" panose="020B0604020202020204" pitchFamily="34" charset="0"/>
              <a:buChar char="•"/>
            </a:pPr>
            <a:r>
              <a:rPr lang="en-US" sz="2800" dirty="0"/>
              <a:t>The P2 estimate will include a clinical aspect thus </a:t>
            </a:r>
            <a:r>
              <a:rPr lang="en-US" sz="2800" dirty="0">
                <a:solidFill>
                  <a:srgbClr val="000000"/>
                </a:solidFill>
              </a:rPr>
              <a:t>t</a:t>
            </a:r>
            <a:r>
              <a:rPr lang="en-US" sz="2800" b="0" u="none" strike="noStrike" baseline="0" dirty="0">
                <a:solidFill>
                  <a:srgbClr val="000000"/>
                </a:solidFill>
              </a:rPr>
              <a:t>he individuals assigned to estimate P2 should be familiar with the medical use of the device </a:t>
            </a:r>
          </a:p>
          <a:p>
            <a:pPr marL="914400" lvl="1" indent="-457200">
              <a:buFont typeface="Arial" panose="020B0604020202020204" pitchFamily="34" charset="0"/>
              <a:buChar char="•"/>
            </a:pPr>
            <a:r>
              <a:rPr lang="en-US" sz="2800" b="0" u="none" strike="noStrike" baseline="0" dirty="0">
                <a:solidFill>
                  <a:srgbClr val="000000"/>
                </a:solidFill>
              </a:rPr>
              <a:t>P2 is often estimated using expert clinical judgment and experience with similar devices, informed by adverse event data, medical literature and information from post-production. </a:t>
            </a:r>
          </a:p>
          <a:p>
            <a:pPr marL="914400" lvl="1" indent="-457200">
              <a:buFont typeface="Arial" panose="020B0604020202020204" pitchFamily="34" charset="0"/>
              <a:buChar char="•"/>
            </a:pPr>
            <a:r>
              <a:rPr lang="en-US" sz="2800" b="0" u="none" strike="noStrike" baseline="0" dirty="0">
                <a:solidFill>
                  <a:srgbClr val="000000"/>
                </a:solidFill>
              </a:rPr>
              <a:t>Detailed understanding of the performance of the medical device is generally not needed to estimate P2</a:t>
            </a:r>
          </a:p>
          <a:p>
            <a:pPr marL="457200" indent="-457200">
              <a:buFont typeface="Arial" panose="020B0604020202020204" pitchFamily="34" charset="0"/>
              <a:buChar char="•"/>
            </a:pPr>
            <a:r>
              <a:rPr lang="en-US" sz="2800" dirty="0">
                <a:solidFill>
                  <a:srgbClr val="000000"/>
                </a:solidFill>
              </a:rPr>
              <a:t>Combining the severity of harm and the probability of harm produces the risk estimate  </a:t>
            </a:r>
            <a:r>
              <a:rPr lang="en-US" sz="2800" dirty="0"/>
              <a:t>  </a:t>
            </a:r>
          </a:p>
          <a:p>
            <a:endParaRPr lang="en-US" sz="2800" dirty="0"/>
          </a:p>
        </p:txBody>
      </p:sp>
      <p:graphicFrame>
        <p:nvGraphicFramePr>
          <p:cNvPr id="9" name="Table 8">
            <a:extLst>
              <a:ext uri="{FF2B5EF4-FFF2-40B4-BE49-F238E27FC236}">
                <a16:creationId xmlns:a16="http://schemas.microsoft.com/office/drawing/2014/main" xmlns="" id="{7A69D73D-796C-D69A-01FF-C6EB83C98244}"/>
              </a:ext>
            </a:extLst>
          </p:cNvPr>
          <p:cNvGraphicFramePr>
            <a:graphicFrameLocks noGrp="1"/>
          </p:cNvGraphicFramePr>
          <p:nvPr>
            <p:extLst>
              <p:ext uri="{D42A27DB-BD31-4B8C-83A1-F6EECF244321}">
                <p14:modId xmlns:p14="http://schemas.microsoft.com/office/powerpoint/2010/main" val="918289807"/>
              </p:ext>
            </p:extLst>
          </p:nvPr>
        </p:nvGraphicFramePr>
        <p:xfrm>
          <a:off x="8041005" y="4567918"/>
          <a:ext cx="5380990" cy="3462274"/>
        </p:xfrm>
        <a:graphic>
          <a:graphicData uri="http://schemas.openxmlformats.org/drawingml/2006/table">
            <a:tbl>
              <a:tblPr firstRow="1" firstCol="1" bandRow="1"/>
              <a:tblGrid>
                <a:gridCol w="860425">
                  <a:extLst>
                    <a:ext uri="{9D8B030D-6E8A-4147-A177-3AD203B41FA5}">
                      <a16:colId xmlns:a16="http://schemas.microsoft.com/office/drawing/2014/main" xmlns="" val="2309194811"/>
                    </a:ext>
                  </a:extLst>
                </a:gridCol>
                <a:gridCol w="860425">
                  <a:extLst>
                    <a:ext uri="{9D8B030D-6E8A-4147-A177-3AD203B41FA5}">
                      <a16:colId xmlns:a16="http://schemas.microsoft.com/office/drawing/2014/main" xmlns="" val="2404803494"/>
                    </a:ext>
                  </a:extLst>
                </a:gridCol>
                <a:gridCol w="874061">
                  <a:extLst>
                    <a:ext uri="{9D8B030D-6E8A-4147-A177-3AD203B41FA5}">
                      <a16:colId xmlns:a16="http://schemas.microsoft.com/office/drawing/2014/main" xmlns="" val="851730097"/>
                    </a:ext>
                  </a:extLst>
                </a:gridCol>
                <a:gridCol w="670259">
                  <a:extLst>
                    <a:ext uri="{9D8B030D-6E8A-4147-A177-3AD203B41FA5}">
                      <a16:colId xmlns:a16="http://schemas.microsoft.com/office/drawing/2014/main" xmlns="" val="2544676574"/>
                    </a:ext>
                  </a:extLst>
                </a:gridCol>
                <a:gridCol w="801370">
                  <a:extLst>
                    <a:ext uri="{9D8B030D-6E8A-4147-A177-3AD203B41FA5}">
                      <a16:colId xmlns:a16="http://schemas.microsoft.com/office/drawing/2014/main" xmlns="" val="1438355017"/>
                    </a:ext>
                  </a:extLst>
                </a:gridCol>
                <a:gridCol w="685800">
                  <a:extLst>
                    <a:ext uri="{9D8B030D-6E8A-4147-A177-3AD203B41FA5}">
                      <a16:colId xmlns:a16="http://schemas.microsoft.com/office/drawing/2014/main" xmlns="" val="3454756483"/>
                    </a:ext>
                  </a:extLst>
                </a:gridCol>
                <a:gridCol w="628650">
                  <a:extLst>
                    <a:ext uri="{9D8B030D-6E8A-4147-A177-3AD203B41FA5}">
                      <a16:colId xmlns:a16="http://schemas.microsoft.com/office/drawing/2014/main" xmlns="" val="3637633090"/>
                    </a:ext>
                  </a:extLst>
                </a:gridCol>
              </a:tblGrid>
              <a:tr h="0">
                <a:tc>
                  <a:txBody>
                    <a:bodyPr/>
                    <a:lstStyle/>
                    <a:p>
                      <a:pPr marL="0" marR="0">
                        <a:lnSpc>
                          <a:spcPct val="107000"/>
                        </a:lnSpc>
                        <a:spcBef>
                          <a:spcPts val="0"/>
                        </a:spcBef>
                        <a:spcAft>
                          <a:spcPts val="0"/>
                        </a:spcAft>
                      </a:pPr>
                      <a:r>
                        <a:rPr lang="en-US" sz="1200" kern="10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a:noFill/>
                    </a:lnL>
                    <a:lnR>
                      <a:noFill/>
                    </a:lnR>
                    <a:lnT>
                      <a:noFill/>
                    </a:lnT>
                    <a:lnB>
                      <a:noFill/>
                    </a:lnB>
                  </a:tcPr>
                </a:tc>
                <a:tc>
                  <a:txBody>
                    <a:bodyPr/>
                    <a:lstStyle/>
                    <a:p>
                      <a:pPr marL="0" marR="0">
                        <a:lnSpc>
                          <a:spcPct val="107000"/>
                        </a:lnSpc>
                        <a:spcBef>
                          <a:spcPts val="0"/>
                        </a:spcBef>
                        <a:spcAft>
                          <a:spcPts val="0"/>
                        </a:spcAft>
                      </a:pPr>
                      <a:r>
                        <a:rPr lang="en-US" sz="1200" kern="10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a:noFill/>
                    </a:lnL>
                    <a:lnR w="12700" cap="flat" cmpd="sng" algn="ctr">
                      <a:solidFill>
                        <a:srgbClr val="000000"/>
                      </a:solidFill>
                      <a:prstDash val="solid"/>
                      <a:round/>
                      <a:headEnd type="none" w="med" len="med"/>
                      <a:tailEnd type="none" w="med" len="med"/>
                    </a:lnR>
                    <a:lnT>
                      <a:noFill/>
                    </a:lnT>
                    <a:lnB>
                      <a:noFill/>
                    </a:lnB>
                  </a:tcPr>
                </a:tc>
                <a:tc gridSpan="5">
                  <a:txBody>
                    <a:bodyPr/>
                    <a:lstStyle/>
                    <a:p>
                      <a:pPr marL="0" marR="0" algn="ctr">
                        <a:lnSpc>
                          <a:spcPct val="107000"/>
                        </a:lnSpc>
                        <a:spcBef>
                          <a:spcPts val="0"/>
                        </a:spcBef>
                        <a:spcAft>
                          <a:spcPts val="0"/>
                        </a:spcAft>
                      </a:pPr>
                      <a:r>
                        <a:rPr lang="en-US" sz="1200" kern="100">
                          <a:effectLst/>
                          <a:latin typeface="Calibri" panose="020F0502020204030204" pitchFamily="34" charset="0"/>
                          <a:ea typeface="Calibri" panose="020F0502020204030204" pitchFamily="34" charset="0"/>
                          <a:cs typeface="Times New Roman" panose="02020603050405020304" pitchFamily="18" charset="0"/>
                        </a:rPr>
                        <a:t>Severity of Harm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3819559029"/>
                  </a:ext>
                </a:extLst>
              </a:tr>
              <a:tr h="0">
                <a:tc>
                  <a:txBody>
                    <a:bodyPr/>
                    <a:lstStyle/>
                    <a:p>
                      <a:pPr marL="71755" marR="71755">
                        <a:lnSpc>
                          <a:spcPct val="107000"/>
                        </a:lnSpc>
                        <a:spcBef>
                          <a:spcPts val="0"/>
                        </a:spcBef>
                        <a:spcAft>
                          <a:spcPts val="0"/>
                        </a:spcAft>
                      </a:pPr>
                      <a:r>
                        <a:rPr lang="en-US" sz="1200" kern="10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vert="vert270">
                    <a:lnL>
                      <a:noFill/>
                    </a:lnL>
                    <a:lnR>
                      <a:noFill/>
                    </a:lnR>
                    <a:lnT>
                      <a:noFill/>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200" kern="10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200" kern="100">
                          <a:effectLst/>
                          <a:latin typeface="Calibri" panose="020F0502020204030204" pitchFamily="34" charset="0"/>
                          <a:ea typeface="Calibri" panose="020F0502020204030204" pitchFamily="34" charset="0"/>
                          <a:cs typeface="Times New Roman" panose="02020603050405020304" pitchFamily="18" charset="0"/>
                        </a:rPr>
                        <a:t>Negligible</a:t>
                      </a:r>
                    </a:p>
                    <a:p>
                      <a:pPr marL="0" marR="0">
                        <a:lnSpc>
                          <a:spcPct val="107000"/>
                        </a:lnSpc>
                        <a:spcBef>
                          <a:spcPts val="0"/>
                        </a:spcBef>
                        <a:spcAft>
                          <a:spcPts val="0"/>
                        </a:spcAft>
                      </a:pPr>
                      <a:r>
                        <a:rPr lang="en-US" sz="1200" kern="100">
                          <a:effectLst/>
                          <a:latin typeface="Calibri" panose="020F0502020204030204" pitchFamily="34" charset="0"/>
                          <a:ea typeface="Calibri" panose="020F0502020204030204" pitchFamily="34" charset="0"/>
                          <a:cs typeface="Times New Roman" panose="02020603050405020304" pitchFamily="18" charset="0"/>
                        </a:rPr>
                        <a:t>(S1)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200" kern="100">
                          <a:effectLst/>
                          <a:latin typeface="Calibri" panose="020F0502020204030204" pitchFamily="34" charset="0"/>
                          <a:ea typeface="Calibri" panose="020F0502020204030204" pitchFamily="34" charset="0"/>
                          <a:cs typeface="Times New Roman" panose="02020603050405020304" pitchFamily="18" charset="0"/>
                        </a:rPr>
                        <a:t>Minor</a:t>
                      </a:r>
                    </a:p>
                    <a:p>
                      <a:pPr marL="0" marR="0">
                        <a:lnSpc>
                          <a:spcPct val="107000"/>
                        </a:lnSpc>
                        <a:spcBef>
                          <a:spcPts val="0"/>
                        </a:spcBef>
                        <a:spcAft>
                          <a:spcPts val="0"/>
                        </a:spcAft>
                      </a:pPr>
                      <a:r>
                        <a:rPr lang="en-US" sz="1200" kern="100">
                          <a:effectLst/>
                          <a:latin typeface="Calibri" panose="020F0502020204030204" pitchFamily="34" charset="0"/>
                          <a:ea typeface="Calibri" panose="020F0502020204030204" pitchFamily="34" charset="0"/>
                          <a:cs typeface="Times New Roman" panose="02020603050405020304" pitchFamily="18" charset="0"/>
                        </a:rPr>
                        <a:t>(S2)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200" kern="100">
                          <a:effectLst/>
                          <a:latin typeface="Calibri" panose="020F0502020204030204" pitchFamily="34" charset="0"/>
                          <a:ea typeface="Calibri" panose="020F0502020204030204" pitchFamily="34" charset="0"/>
                          <a:cs typeface="Times New Roman" panose="02020603050405020304" pitchFamily="18" charset="0"/>
                        </a:rPr>
                        <a:t>Serious/ Major (S3)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200" kern="100">
                          <a:effectLst/>
                          <a:latin typeface="Calibri" panose="020F0502020204030204" pitchFamily="34" charset="0"/>
                          <a:ea typeface="Calibri" panose="020F0502020204030204" pitchFamily="34" charset="0"/>
                          <a:cs typeface="Times New Roman" panose="02020603050405020304" pitchFamily="18" charset="0"/>
                        </a:rPr>
                        <a:t>Critical</a:t>
                      </a:r>
                    </a:p>
                    <a:p>
                      <a:pPr marL="0" marR="0">
                        <a:lnSpc>
                          <a:spcPct val="107000"/>
                        </a:lnSpc>
                        <a:spcBef>
                          <a:spcPts val="0"/>
                        </a:spcBef>
                        <a:spcAft>
                          <a:spcPts val="0"/>
                        </a:spcAft>
                      </a:pPr>
                      <a:r>
                        <a:rPr lang="en-US" sz="1200" kern="100">
                          <a:effectLst/>
                          <a:latin typeface="Calibri" panose="020F0502020204030204" pitchFamily="34" charset="0"/>
                          <a:ea typeface="Calibri" panose="020F0502020204030204" pitchFamily="34" charset="0"/>
                          <a:cs typeface="Times New Roman" panose="02020603050405020304" pitchFamily="18" charset="0"/>
                        </a:rPr>
                        <a:t>(S4)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Fatal (S5)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95067979"/>
                  </a:ext>
                </a:extLst>
              </a:tr>
              <a:tr h="0">
                <a:tc rowSpan="5">
                  <a:txBody>
                    <a:bodyPr/>
                    <a:lstStyle/>
                    <a:p>
                      <a:pPr marL="71755" marR="71755" algn="ctr">
                        <a:lnSpc>
                          <a:spcPct val="107000"/>
                        </a:lnSpc>
                        <a:spcBef>
                          <a:spcPts val="0"/>
                        </a:spcBef>
                        <a:spcAft>
                          <a:spcPts val="0"/>
                        </a:spcAft>
                      </a:pPr>
                      <a:r>
                        <a:rPr lang="en-US" sz="1200" kern="100">
                          <a:effectLst/>
                          <a:latin typeface="Calibri" panose="020F0502020204030204" pitchFamily="34" charset="0"/>
                          <a:ea typeface="Calibri" panose="020F0502020204030204" pitchFamily="34" charset="0"/>
                          <a:cs typeface="Times New Roman" panose="02020603050405020304" pitchFamily="18" charset="0"/>
                        </a:rPr>
                        <a:t>Probability of Occurrence (P</a:t>
                      </a:r>
                      <a:r>
                        <a:rPr lang="en-US" sz="1200" kern="100" baseline="-25000">
                          <a:effectLst/>
                          <a:latin typeface="Calibri" panose="020F0502020204030204" pitchFamily="34" charset="0"/>
                          <a:ea typeface="Calibri" panose="020F0502020204030204" pitchFamily="34" charset="0"/>
                          <a:cs typeface="Times New Roman" panose="02020603050405020304" pitchFamily="18" charset="0"/>
                        </a:rPr>
                        <a:t>h</a:t>
                      </a:r>
                      <a:r>
                        <a:rPr lang="en-US" sz="1200" kern="100">
                          <a:effectLst/>
                          <a:latin typeface="Calibri" panose="020F0502020204030204" pitchFamily="34" charset="0"/>
                          <a:ea typeface="Calibri" panose="020F0502020204030204" pitchFamily="34" charset="0"/>
                          <a:cs typeface="Times New Roman" panose="02020603050405020304" pitchFamily="18" charset="0"/>
                        </a:rPr>
                        <a:t>)</a:t>
                      </a:r>
                    </a:p>
                  </a:txBody>
                  <a:tcPr marL="68580" marR="68580" marT="0"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200" kern="100">
                          <a:effectLst/>
                          <a:latin typeface="Calibri" panose="020F0502020204030204" pitchFamily="34" charset="0"/>
                          <a:ea typeface="Calibri" panose="020F0502020204030204" pitchFamily="34" charset="0"/>
                          <a:cs typeface="Times New Roman" panose="02020603050405020304" pitchFamily="18" charset="0"/>
                        </a:rPr>
                        <a:t>Frequent </a:t>
                      </a:r>
                    </a:p>
                    <a:p>
                      <a:pPr marL="0" marR="0">
                        <a:lnSpc>
                          <a:spcPct val="107000"/>
                        </a:lnSpc>
                        <a:spcBef>
                          <a:spcPts val="0"/>
                        </a:spcBef>
                        <a:spcAft>
                          <a:spcPts val="0"/>
                        </a:spcAft>
                      </a:pPr>
                      <a:r>
                        <a:rPr lang="en-US" sz="1200" kern="100">
                          <a:effectLst/>
                          <a:latin typeface="Calibri" panose="020F0502020204030204" pitchFamily="34" charset="0"/>
                          <a:ea typeface="Calibri" panose="020F0502020204030204" pitchFamily="34" charset="0"/>
                          <a:cs typeface="Times New Roman" panose="02020603050405020304" pitchFamily="18" charset="0"/>
                        </a:rPr>
                        <a:t>(P</a:t>
                      </a:r>
                      <a:r>
                        <a:rPr lang="en-US" sz="1200" kern="100" baseline="-25000">
                          <a:effectLst/>
                          <a:latin typeface="Calibri" panose="020F0502020204030204" pitchFamily="34" charset="0"/>
                          <a:ea typeface="Calibri" panose="020F0502020204030204" pitchFamily="34" charset="0"/>
                          <a:cs typeface="Times New Roman" panose="02020603050405020304" pitchFamily="18" charset="0"/>
                        </a:rPr>
                        <a:t>h</a:t>
                      </a:r>
                      <a:r>
                        <a:rPr lang="en-US" sz="1200" kern="100">
                          <a:effectLst/>
                          <a:latin typeface="Calibri" panose="020F0502020204030204" pitchFamily="34" charset="0"/>
                          <a:ea typeface="Calibri" panose="020F0502020204030204" pitchFamily="34" charset="0"/>
                          <a:cs typeface="Times New Roman" panose="02020603050405020304" pitchFamily="18" charset="0"/>
                        </a:rPr>
                        <a:t>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S1P5</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Medium Risk</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nSpc>
                          <a:spcPct val="107000"/>
                        </a:lnSpc>
                        <a:spcBef>
                          <a:spcPts val="0"/>
                        </a:spcBef>
                        <a:spcAft>
                          <a:spcPts val="0"/>
                        </a:spcAft>
                      </a:pPr>
                      <a:r>
                        <a:rPr lang="en-US" sz="12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S2P5</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Medium Risk</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nSpc>
                          <a:spcPct val="107000"/>
                        </a:lnSpc>
                        <a:spcBef>
                          <a:spcPts val="0"/>
                        </a:spcBef>
                        <a:spcAft>
                          <a:spcPts val="0"/>
                        </a:spcAft>
                      </a:pPr>
                      <a:r>
                        <a:rPr lang="en-US"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S3P5</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High Risk</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marL="0" marR="0">
                        <a:lnSpc>
                          <a:spcPct val="107000"/>
                        </a:lnSpc>
                        <a:spcBef>
                          <a:spcPts val="0"/>
                        </a:spcBef>
                        <a:spcAft>
                          <a:spcPts val="0"/>
                        </a:spcAft>
                      </a:pPr>
                      <a:r>
                        <a:rPr lang="en-US"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S4P5</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High Risk</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marL="0" marR="0">
                        <a:lnSpc>
                          <a:spcPct val="107000"/>
                        </a:lnSpc>
                        <a:spcBef>
                          <a:spcPts val="0"/>
                        </a:spcBef>
                        <a:spcAft>
                          <a:spcPts val="0"/>
                        </a:spcAft>
                      </a:pPr>
                      <a:r>
                        <a:rPr lang="en-US"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S5P5</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High Risk</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xmlns="" val="4167554672"/>
                  </a:ext>
                </a:extLst>
              </a:tr>
              <a:tr h="33655">
                <a:tc vMerge="1">
                  <a:txBody>
                    <a:bodyPr/>
                    <a:lstStyle/>
                    <a:p>
                      <a:endParaRPr lang="en-US"/>
                    </a:p>
                  </a:txBody>
                  <a:tcPr/>
                </a:tc>
                <a:tc>
                  <a:txBody>
                    <a:bodyPr/>
                    <a:lstStyle/>
                    <a:p>
                      <a:pPr marL="0" marR="0">
                        <a:lnSpc>
                          <a:spcPct val="107000"/>
                        </a:lnSpc>
                        <a:spcBef>
                          <a:spcPts val="0"/>
                        </a:spcBef>
                        <a:spcAft>
                          <a:spcPts val="0"/>
                        </a:spcAft>
                      </a:pPr>
                      <a:r>
                        <a:rPr lang="en-US" sz="1200" kern="100">
                          <a:effectLst/>
                          <a:latin typeface="Calibri" panose="020F0502020204030204" pitchFamily="34" charset="0"/>
                          <a:ea typeface="Calibri" panose="020F0502020204030204" pitchFamily="34" charset="0"/>
                          <a:cs typeface="Times New Roman" panose="02020603050405020304" pitchFamily="18" charset="0"/>
                        </a:rPr>
                        <a:t>Probable </a:t>
                      </a:r>
                    </a:p>
                    <a:p>
                      <a:pPr marL="0" marR="0">
                        <a:lnSpc>
                          <a:spcPct val="107000"/>
                        </a:lnSpc>
                        <a:spcBef>
                          <a:spcPts val="0"/>
                        </a:spcBef>
                        <a:spcAft>
                          <a:spcPts val="0"/>
                        </a:spcAft>
                      </a:pPr>
                      <a:r>
                        <a:rPr lang="en-US" sz="1200" kern="100">
                          <a:effectLst/>
                          <a:latin typeface="Calibri" panose="020F0502020204030204" pitchFamily="34" charset="0"/>
                          <a:ea typeface="Calibri" panose="020F0502020204030204" pitchFamily="34" charset="0"/>
                          <a:cs typeface="Times New Roman" panose="02020603050405020304" pitchFamily="18" charset="0"/>
                        </a:rPr>
                        <a:t>(P</a:t>
                      </a:r>
                      <a:r>
                        <a:rPr lang="en-US" sz="1200" kern="100" baseline="-25000">
                          <a:effectLst/>
                          <a:latin typeface="Calibri" panose="020F0502020204030204" pitchFamily="34" charset="0"/>
                          <a:ea typeface="Calibri" panose="020F0502020204030204" pitchFamily="34" charset="0"/>
                          <a:cs typeface="Times New Roman" panose="02020603050405020304" pitchFamily="18" charset="0"/>
                        </a:rPr>
                        <a:t>h</a:t>
                      </a:r>
                      <a:r>
                        <a:rPr lang="en-US" sz="1200" kern="100">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S1P4</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Medium Risk</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nSpc>
                          <a:spcPct val="107000"/>
                        </a:lnSpc>
                        <a:spcBef>
                          <a:spcPts val="0"/>
                        </a:spcBef>
                        <a:spcAft>
                          <a:spcPts val="0"/>
                        </a:spcAft>
                      </a:pPr>
                      <a:r>
                        <a:rPr lang="en-US" sz="12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S2P4</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Medium Risk</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nSpc>
                          <a:spcPct val="107000"/>
                        </a:lnSpc>
                        <a:spcBef>
                          <a:spcPts val="0"/>
                        </a:spcBef>
                        <a:spcAft>
                          <a:spcPts val="0"/>
                        </a:spcAft>
                      </a:pPr>
                      <a:r>
                        <a:rPr lang="en-US"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S3P4</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Medium Risk</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nSpc>
                          <a:spcPct val="107000"/>
                        </a:lnSpc>
                        <a:spcBef>
                          <a:spcPts val="0"/>
                        </a:spcBef>
                        <a:spcAft>
                          <a:spcPts val="0"/>
                        </a:spcAft>
                      </a:pPr>
                      <a:r>
                        <a:rPr lang="en-US"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S4P4</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High Risk</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marL="0" marR="0">
                        <a:lnSpc>
                          <a:spcPct val="107000"/>
                        </a:lnSpc>
                        <a:spcBef>
                          <a:spcPts val="0"/>
                        </a:spcBef>
                        <a:spcAft>
                          <a:spcPts val="0"/>
                        </a:spcAft>
                      </a:pPr>
                      <a:r>
                        <a:rPr lang="en-US"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S5P4</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High Risk</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xmlns="" val="2164168339"/>
                  </a:ext>
                </a:extLst>
              </a:tr>
              <a:tr h="0">
                <a:tc vMerge="1">
                  <a:txBody>
                    <a:bodyPr/>
                    <a:lstStyle/>
                    <a:p>
                      <a:endParaRPr lang="en-US"/>
                    </a:p>
                  </a:txBody>
                  <a:tcPr/>
                </a:tc>
                <a:tc>
                  <a:txBody>
                    <a:bodyPr/>
                    <a:lstStyle/>
                    <a:p>
                      <a:pPr marL="0" marR="0">
                        <a:lnSpc>
                          <a:spcPct val="107000"/>
                        </a:lnSpc>
                        <a:spcBef>
                          <a:spcPts val="0"/>
                        </a:spcBef>
                        <a:spcAft>
                          <a:spcPts val="0"/>
                        </a:spcAft>
                      </a:pPr>
                      <a:r>
                        <a:rPr lang="en-US" sz="1200" kern="100">
                          <a:effectLst/>
                          <a:latin typeface="Calibri" panose="020F0502020204030204" pitchFamily="34" charset="0"/>
                          <a:ea typeface="Calibri" panose="020F0502020204030204" pitchFamily="34" charset="0"/>
                          <a:cs typeface="Times New Roman" panose="02020603050405020304" pitchFamily="18" charset="0"/>
                        </a:rPr>
                        <a:t>Occasional (P</a:t>
                      </a:r>
                      <a:r>
                        <a:rPr lang="en-US" sz="1200" kern="100" baseline="-25000">
                          <a:effectLst/>
                          <a:latin typeface="Calibri" panose="020F0502020204030204" pitchFamily="34" charset="0"/>
                          <a:ea typeface="Calibri" panose="020F0502020204030204" pitchFamily="34" charset="0"/>
                          <a:cs typeface="Times New Roman" panose="02020603050405020304" pitchFamily="18" charset="0"/>
                        </a:rPr>
                        <a:t>h</a:t>
                      </a:r>
                      <a:r>
                        <a:rPr lang="en-US" sz="1200" kern="100">
                          <a:effectLst/>
                          <a:latin typeface="Calibri" panose="020F0502020204030204" pitchFamily="34" charset="0"/>
                          <a:ea typeface="Calibri" panose="020F0502020204030204" pitchFamily="34" charset="0"/>
                          <a:cs typeface="Times New Roman" panose="02020603050405020304" pitchFamily="18" charset="0"/>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S1P3</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Low Risk</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marL="0" marR="0">
                        <a:lnSpc>
                          <a:spcPct val="107000"/>
                        </a:lnSpc>
                        <a:spcBef>
                          <a:spcPts val="0"/>
                        </a:spcBef>
                        <a:spcAft>
                          <a:spcPts val="0"/>
                        </a:spcAft>
                      </a:pPr>
                      <a:r>
                        <a:rPr lang="en-US"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S2P3</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Medium Risk</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nSpc>
                          <a:spcPct val="107000"/>
                        </a:lnSpc>
                        <a:spcBef>
                          <a:spcPts val="0"/>
                        </a:spcBef>
                        <a:spcAft>
                          <a:spcPts val="0"/>
                        </a:spcAft>
                      </a:pPr>
                      <a:r>
                        <a:rPr lang="en-US"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S3P3</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Medium Risk</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nSpc>
                          <a:spcPct val="107000"/>
                        </a:lnSpc>
                        <a:spcBef>
                          <a:spcPts val="0"/>
                        </a:spcBef>
                        <a:spcAft>
                          <a:spcPts val="0"/>
                        </a:spcAft>
                      </a:pPr>
                      <a:r>
                        <a:rPr lang="en-US"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S4P3</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Medium Risk</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nSpc>
                          <a:spcPct val="107000"/>
                        </a:lnSpc>
                        <a:spcBef>
                          <a:spcPts val="0"/>
                        </a:spcBef>
                        <a:spcAft>
                          <a:spcPts val="0"/>
                        </a:spcAft>
                      </a:pPr>
                      <a:r>
                        <a:rPr lang="en-US"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S5P3</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High Risk</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xmlns="" val="3386094978"/>
                  </a:ext>
                </a:extLst>
              </a:tr>
              <a:tr h="0">
                <a:tc vMerge="1">
                  <a:txBody>
                    <a:bodyPr/>
                    <a:lstStyle/>
                    <a:p>
                      <a:endParaRPr lang="en-US"/>
                    </a:p>
                  </a:txBody>
                  <a:tcPr/>
                </a:tc>
                <a:tc>
                  <a:txBody>
                    <a:bodyPr/>
                    <a:lstStyle/>
                    <a:p>
                      <a:pPr marL="0" marR="0">
                        <a:lnSpc>
                          <a:spcPct val="107000"/>
                        </a:lnSpc>
                        <a:spcBef>
                          <a:spcPts val="0"/>
                        </a:spcBef>
                        <a:spcAft>
                          <a:spcPts val="0"/>
                        </a:spcAft>
                      </a:pPr>
                      <a:r>
                        <a:rPr lang="en-US" sz="1200" kern="100">
                          <a:effectLst/>
                          <a:latin typeface="Calibri" panose="020F0502020204030204" pitchFamily="34" charset="0"/>
                          <a:ea typeface="Calibri" panose="020F0502020204030204" pitchFamily="34" charset="0"/>
                          <a:cs typeface="Times New Roman" panose="02020603050405020304" pitchFamily="18" charset="0"/>
                        </a:rPr>
                        <a:t>Remote </a:t>
                      </a:r>
                    </a:p>
                    <a:p>
                      <a:pPr marL="0" marR="0">
                        <a:lnSpc>
                          <a:spcPct val="107000"/>
                        </a:lnSpc>
                        <a:spcBef>
                          <a:spcPts val="0"/>
                        </a:spcBef>
                        <a:spcAft>
                          <a:spcPts val="0"/>
                        </a:spcAft>
                      </a:pPr>
                      <a:r>
                        <a:rPr lang="en-US" sz="1200" kern="100">
                          <a:effectLst/>
                          <a:latin typeface="Calibri" panose="020F0502020204030204" pitchFamily="34" charset="0"/>
                          <a:ea typeface="Calibri" panose="020F0502020204030204" pitchFamily="34" charset="0"/>
                          <a:cs typeface="Times New Roman" panose="02020603050405020304" pitchFamily="18" charset="0"/>
                        </a:rPr>
                        <a:t>(P</a:t>
                      </a:r>
                      <a:r>
                        <a:rPr lang="en-US" sz="1200" kern="100" baseline="-25000">
                          <a:effectLst/>
                          <a:latin typeface="Calibri" panose="020F0502020204030204" pitchFamily="34" charset="0"/>
                          <a:ea typeface="Calibri" panose="020F0502020204030204" pitchFamily="34" charset="0"/>
                          <a:cs typeface="Times New Roman" panose="02020603050405020304" pitchFamily="18" charset="0"/>
                        </a:rPr>
                        <a:t>h</a:t>
                      </a:r>
                      <a:r>
                        <a:rPr lang="en-US" sz="1200" kern="10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S1P2</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Low Risk</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marL="0" marR="0">
                        <a:lnSpc>
                          <a:spcPct val="107000"/>
                        </a:lnSpc>
                        <a:spcBef>
                          <a:spcPts val="0"/>
                        </a:spcBef>
                        <a:spcAft>
                          <a:spcPts val="0"/>
                        </a:spcAft>
                      </a:pPr>
                      <a:r>
                        <a:rPr lang="en-US"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S2P2</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Low Risk</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marL="0" marR="0">
                        <a:lnSpc>
                          <a:spcPct val="107000"/>
                        </a:lnSpc>
                        <a:spcBef>
                          <a:spcPts val="0"/>
                        </a:spcBef>
                        <a:spcAft>
                          <a:spcPts val="0"/>
                        </a:spcAft>
                      </a:pPr>
                      <a:r>
                        <a:rPr lang="en-US"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S3P2</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Medium Risk</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nSpc>
                          <a:spcPct val="107000"/>
                        </a:lnSpc>
                        <a:spcBef>
                          <a:spcPts val="0"/>
                        </a:spcBef>
                        <a:spcAft>
                          <a:spcPts val="0"/>
                        </a:spcAft>
                      </a:pPr>
                      <a:r>
                        <a:rPr lang="en-US"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S4P2</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Medium Risk</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nSpc>
                          <a:spcPct val="107000"/>
                        </a:lnSpc>
                        <a:spcBef>
                          <a:spcPts val="0"/>
                        </a:spcBef>
                        <a:spcAft>
                          <a:spcPts val="0"/>
                        </a:spcAft>
                      </a:pPr>
                      <a:r>
                        <a:rPr lang="en-US"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S5P2</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Medium Risk</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xmlns="" val="1568672777"/>
                  </a:ext>
                </a:extLst>
              </a:tr>
              <a:tr h="0">
                <a:tc vMerge="1">
                  <a:txBody>
                    <a:bodyPr/>
                    <a:lstStyle/>
                    <a:p>
                      <a:endParaRPr lang="en-US"/>
                    </a:p>
                  </a:txBody>
                  <a:tcPr/>
                </a:tc>
                <a:tc>
                  <a:txBody>
                    <a:bodyPr/>
                    <a:lstStyle/>
                    <a:p>
                      <a:pPr marL="0" marR="0">
                        <a:lnSpc>
                          <a:spcPct val="107000"/>
                        </a:lnSpc>
                        <a:spcBef>
                          <a:spcPts val="0"/>
                        </a:spcBef>
                        <a:spcAft>
                          <a:spcPts val="0"/>
                        </a:spcAft>
                      </a:pPr>
                      <a:r>
                        <a:rPr lang="en-US" sz="1200" kern="100">
                          <a:effectLst/>
                          <a:latin typeface="Calibri" panose="020F0502020204030204" pitchFamily="34" charset="0"/>
                          <a:ea typeface="Calibri" panose="020F0502020204030204" pitchFamily="34" charset="0"/>
                          <a:cs typeface="Times New Roman" panose="02020603050405020304" pitchFamily="18" charset="0"/>
                        </a:rPr>
                        <a:t>Improbable (P</a:t>
                      </a:r>
                      <a:r>
                        <a:rPr lang="en-US" sz="1200" kern="100" baseline="-25000">
                          <a:effectLst/>
                          <a:latin typeface="Calibri" panose="020F0502020204030204" pitchFamily="34" charset="0"/>
                          <a:ea typeface="Calibri" panose="020F0502020204030204" pitchFamily="34" charset="0"/>
                          <a:cs typeface="Times New Roman" panose="02020603050405020304" pitchFamily="18" charset="0"/>
                        </a:rPr>
                        <a:t>h</a:t>
                      </a:r>
                      <a:r>
                        <a:rPr lang="en-US" sz="1200" kern="10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S1P1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Low Risk</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marL="0" marR="0">
                        <a:lnSpc>
                          <a:spcPct val="107000"/>
                        </a:lnSpc>
                        <a:spcBef>
                          <a:spcPts val="0"/>
                        </a:spcBef>
                        <a:spcAft>
                          <a:spcPts val="0"/>
                        </a:spcAft>
                      </a:pPr>
                      <a:r>
                        <a:rPr lang="en-US"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S2P1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Low Risk</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marL="0" marR="0">
                        <a:lnSpc>
                          <a:spcPct val="107000"/>
                        </a:lnSpc>
                        <a:spcBef>
                          <a:spcPts val="0"/>
                        </a:spcBef>
                        <a:spcAft>
                          <a:spcPts val="0"/>
                        </a:spcAft>
                      </a:pPr>
                      <a:r>
                        <a:rPr lang="en-US"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S3P1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Low Risk</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marL="0" marR="0">
                        <a:lnSpc>
                          <a:spcPct val="107000"/>
                        </a:lnSpc>
                        <a:spcBef>
                          <a:spcPts val="0"/>
                        </a:spcBef>
                        <a:spcAft>
                          <a:spcPts val="0"/>
                        </a:spcAft>
                      </a:pPr>
                      <a:r>
                        <a:rPr lang="en-US"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S4P1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Medium Risk</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nSpc>
                          <a:spcPct val="107000"/>
                        </a:lnSpc>
                        <a:spcBef>
                          <a:spcPts val="0"/>
                        </a:spcBef>
                        <a:spcAft>
                          <a:spcPts val="0"/>
                        </a:spcAft>
                      </a:pPr>
                      <a:r>
                        <a:rPr lang="en-US" sz="12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S5P1</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Medium Risk</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xmlns="" val="2016940560"/>
                  </a:ext>
                </a:extLst>
              </a:tr>
            </a:tbl>
          </a:graphicData>
        </a:graphic>
      </p:graphicFrame>
      <p:sp>
        <p:nvSpPr>
          <p:cNvPr id="11" name="TextBox 10">
            <a:extLst>
              <a:ext uri="{FF2B5EF4-FFF2-40B4-BE49-F238E27FC236}">
                <a16:creationId xmlns:a16="http://schemas.microsoft.com/office/drawing/2014/main" xmlns="" id="{DE8AD9F0-BBC7-6DBB-C2BF-60C22726CB40}"/>
              </a:ext>
            </a:extLst>
          </p:cNvPr>
          <p:cNvSpPr txBox="1"/>
          <p:nvPr/>
        </p:nvSpPr>
        <p:spPr>
          <a:xfrm>
            <a:off x="863600" y="4380124"/>
            <a:ext cx="7177405" cy="3108543"/>
          </a:xfrm>
          <a:prstGeom prst="rect">
            <a:avLst/>
          </a:prstGeom>
          <a:noFill/>
        </p:spPr>
        <p:txBody>
          <a:bodyPr wrap="square" rtlCol="0">
            <a:spAutoFit/>
          </a:bodyPr>
          <a:lstStyle/>
          <a:p>
            <a:pPr marL="457200" indent="-457200">
              <a:buFont typeface="Arial" panose="020B0604020202020204" pitchFamily="34" charset="0"/>
              <a:buChar char="•"/>
            </a:pPr>
            <a:r>
              <a:rPr lang="en-US" sz="2800" dirty="0"/>
              <a:t>A risk matrix is often used to show the combination of the severity level and the probability of harm level (S x P</a:t>
            </a:r>
            <a:r>
              <a:rPr lang="en-US" sz="2800" baseline="-25000" dirty="0"/>
              <a:t>h</a:t>
            </a:r>
            <a:r>
              <a:rPr lang="en-US" sz="2800" dirty="0"/>
              <a:t>)</a:t>
            </a:r>
          </a:p>
          <a:p>
            <a:pPr marL="457200" indent="-457200">
              <a:buFont typeface="Arial" panose="020B0604020202020204" pitchFamily="34" charset="0"/>
              <a:buChar char="•"/>
            </a:pPr>
            <a:r>
              <a:rPr lang="en-US" sz="2800" dirty="0"/>
              <a:t>Each Severity x Probability of harm combination is assigned a risk level (e.g., Low, Medium, High) that is then used to evaluate the risk</a:t>
            </a:r>
          </a:p>
        </p:txBody>
      </p:sp>
    </p:spTree>
    <p:extLst>
      <p:ext uri="{BB962C8B-B14F-4D97-AF65-F5344CB8AC3E}">
        <p14:creationId xmlns:p14="http://schemas.microsoft.com/office/powerpoint/2010/main" val="38738118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9089B64-BEBA-4C2A-B8B9-416A6128A9CF}"/>
              </a:ext>
            </a:extLst>
          </p:cNvPr>
          <p:cNvSpPr>
            <a:spLocks noGrp="1"/>
          </p:cNvSpPr>
          <p:nvPr>
            <p:ph type="title"/>
          </p:nvPr>
        </p:nvSpPr>
        <p:spPr/>
        <p:txBody>
          <a:bodyPr/>
          <a:lstStyle/>
          <a:p>
            <a:r>
              <a:rPr lang="en-US" dirty="0"/>
              <a:t>Risk Evaluation</a:t>
            </a:r>
          </a:p>
        </p:txBody>
      </p:sp>
      <p:sp>
        <p:nvSpPr>
          <p:cNvPr id="10" name="TextBox 9">
            <a:extLst>
              <a:ext uri="{FF2B5EF4-FFF2-40B4-BE49-F238E27FC236}">
                <a16:creationId xmlns:a16="http://schemas.microsoft.com/office/drawing/2014/main" xmlns="" id="{D1AECB59-EF7F-13FF-946C-BC2D99B5C8DF}"/>
              </a:ext>
            </a:extLst>
          </p:cNvPr>
          <p:cNvSpPr txBox="1"/>
          <p:nvPr/>
        </p:nvSpPr>
        <p:spPr>
          <a:xfrm>
            <a:off x="430190" y="2338307"/>
            <a:ext cx="5702596" cy="3970318"/>
          </a:xfrm>
          <a:prstGeom prst="rect">
            <a:avLst/>
          </a:prstGeom>
          <a:noFill/>
        </p:spPr>
        <p:txBody>
          <a:bodyPr wrap="square">
            <a:spAutoFit/>
          </a:bodyPr>
          <a:lstStyle/>
          <a:p>
            <a:pPr marL="457200" indent="-457200">
              <a:buFont typeface="Arial" panose="020B0604020202020204" pitchFamily="34" charset="0"/>
              <a:buChar char="•"/>
            </a:pPr>
            <a:r>
              <a:rPr lang="en-US" sz="2800" dirty="0"/>
              <a:t>Risk evaluation: Process of comparing the estimated risk against given risk criteria to determine the acceptability of the risk</a:t>
            </a:r>
          </a:p>
          <a:p>
            <a:pPr marL="457200" indent="-457200">
              <a:buFont typeface="Arial" panose="020B0604020202020204" pitchFamily="34" charset="0"/>
              <a:buChar char="•"/>
            </a:pPr>
            <a:r>
              <a:rPr lang="en-US" sz="2800" dirty="0"/>
              <a:t>Risk evaluation is used to determine if risk control is required to reduce a risk to an acceptable level</a:t>
            </a:r>
          </a:p>
        </p:txBody>
      </p:sp>
      <p:sp>
        <p:nvSpPr>
          <p:cNvPr id="12" name="Rectangle 2">
            <a:extLst>
              <a:ext uri="{FF2B5EF4-FFF2-40B4-BE49-F238E27FC236}">
                <a16:creationId xmlns:a16="http://schemas.microsoft.com/office/drawing/2014/main" xmlns="" id="{FC7F8891-3C1A-33B0-C9ED-C81E1FBE4188}"/>
              </a:ext>
            </a:extLst>
          </p:cNvPr>
          <p:cNvSpPr>
            <a:spLocks noChangeArrowheads="1"/>
          </p:cNvSpPr>
          <p:nvPr/>
        </p:nvSpPr>
        <p:spPr bwMode="auto">
          <a:xfrm>
            <a:off x="4346575" y="3651250"/>
            <a:ext cx="14630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3" name="Content Placeholder 6">
            <a:extLst>
              <a:ext uri="{FF2B5EF4-FFF2-40B4-BE49-F238E27FC236}">
                <a16:creationId xmlns:a16="http://schemas.microsoft.com/office/drawing/2014/main" xmlns="" id="{963C144C-8555-670E-5670-077645D74A80}"/>
              </a:ext>
            </a:extLst>
          </p:cNvPr>
          <p:cNvPicPr>
            <a:picLocks noChangeAspect="1"/>
          </p:cNvPicPr>
          <p:nvPr/>
        </p:nvPicPr>
        <p:blipFill>
          <a:blip r:embed="rId3"/>
          <a:stretch>
            <a:fillRect/>
          </a:stretch>
        </p:blipFill>
        <p:spPr>
          <a:xfrm>
            <a:off x="6746200" y="431363"/>
            <a:ext cx="7491774" cy="7442915"/>
          </a:xfrm>
          <a:prstGeom prst="rect">
            <a:avLst/>
          </a:prstGeom>
          <a:noFill/>
        </p:spPr>
      </p:pic>
      <p:sp>
        <p:nvSpPr>
          <p:cNvPr id="14" name="Rectangle: Rounded Corners 13">
            <a:extLst>
              <a:ext uri="{FF2B5EF4-FFF2-40B4-BE49-F238E27FC236}">
                <a16:creationId xmlns:a16="http://schemas.microsoft.com/office/drawing/2014/main" xmlns="" id="{76DFAB24-DEF6-05FF-955E-619FAB2256F6}"/>
              </a:ext>
            </a:extLst>
          </p:cNvPr>
          <p:cNvSpPr/>
          <p:nvPr/>
        </p:nvSpPr>
        <p:spPr>
          <a:xfrm>
            <a:off x="8290238" y="2022039"/>
            <a:ext cx="3975100" cy="708282"/>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271355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9089B64-BEBA-4C2A-B8B9-416A6128A9CF}"/>
              </a:ext>
            </a:extLst>
          </p:cNvPr>
          <p:cNvSpPr>
            <a:spLocks noGrp="1"/>
          </p:cNvSpPr>
          <p:nvPr>
            <p:ph type="title"/>
          </p:nvPr>
        </p:nvSpPr>
        <p:spPr/>
        <p:txBody>
          <a:bodyPr/>
          <a:lstStyle/>
          <a:p>
            <a:r>
              <a:rPr lang="en-US" dirty="0"/>
              <a:t>Risk Evaluation</a:t>
            </a:r>
          </a:p>
        </p:txBody>
      </p:sp>
      <p:sp>
        <p:nvSpPr>
          <p:cNvPr id="8" name="Content Placeholder 7">
            <a:extLst>
              <a:ext uri="{FF2B5EF4-FFF2-40B4-BE49-F238E27FC236}">
                <a16:creationId xmlns:a16="http://schemas.microsoft.com/office/drawing/2014/main" xmlns="" id="{B3E271D3-48D5-7E7A-0698-B74615AC2484}"/>
              </a:ext>
            </a:extLst>
          </p:cNvPr>
          <p:cNvSpPr>
            <a:spLocks noGrp="1"/>
          </p:cNvSpPr>
          <p:nvPr>
            <p:ph idx="1"/>
          </p:nvPr>
        </p:nvSpPr>
        <p:spPr>
          <a:xfrm>
            <a:off x="1005840" y="2190750"/>
            <a:ext cx="12618720" cy="1492805"/>
          </a:xfrm>
        </p:spPr>
        <p:txBody>
          <a:bodyPr/>
          <a:lstStyle/>
          <a:p>
            <a:endParaRPr lang="en-US" dirty="0"/>
          </a:p>
          <a:p>
            <a:endParaRPr lang="en-US" dirty="0"/>
          </a:p>
          <a:p>
            <a:pPr marL="0" indent="0">
              <a:buNone/>
            </a:pPr>
            <a:endParaRPr lang="en-US" dirty="0"/>
          </a:p>
        </p:txBody>
      </p:sp>
      <p:sp>
        <p:nvSpPr>
          <p:cNvPr id="10" name="TextBox 9">
            <a:extLst>
              <a:ext uri="{FF2B5EF4-FFF2-40B4-BE49-F238E27FC236}">
                <a16:creationId xmlns:a16="http://schemas.microsoft.com/office/drawing/2014/main" xmlns="" id="{D1AECB59-EF7F-13FF-946C-BC2D99B5C8DF}"/>
              </a:ext>
            </a:extLst>
          </p:cNvPr>
          <p:cNvSpPr txBox="1"/>
          <p:nvPr/>
        </p:nvSpPr>
        <p:spPr>
          <a:xfrm>
            <a:off x="401721" y="1232249"/>
            <a:ext cx="13563600" cy="2246769"/>
          </a:xfrm>
          <a:prstGeom prst="rect">
            <a:avLst/>
          </a:prstGeom>
          <a:noFill/>
        </p:spPr>
        <p:txBody>
          <a:bodyPr wrap="square">
            <a:spAutoFit/>
          </a:bodyPr>
          <a:lstStyle/>
          <a:p>
            <a:pPr marL="457200" indent="-457200">
              <a:buFont typeface="Arial" panose="020B0604020202020204" pitchFamily="34" charset="0"/>
              <a:buChar char="•"/>
            </a:pPr>
            <a:r>
              <a:rPr lang="en-US" sz="2800" dirty="0"/>
              <a:t>The criteria used to determine the acceptability of individual risks is defined prior to starting risk analysis</a:t>
            </a:r>
          </a:p>
          <a:p>
            <a:pPr marL="457200" indent="-457200">
              <a:buFont typeface="Arial" panose="020B0604020202020204" pitchFamily="34" charset="0"/>
              <a:buChar char="•"/>
            </a:pPr>
            <a:r>
              <a:rPr lang="en-US" sz="2800" dirty="0"/>
              <a:t>ISO 14971 does not specify risk acceptability criteria since what is acceptable differs by culture, regulatory agencies and even at an individual level. Thus, each medical device manufacturer is required to define its own risk acceptability criteria</a:t>
            </a:r>
          </a:p>
        </p:txBody>
      </p:sp>
      <p:graphicFrame>
        <p:nvGraphicFramePr>
          <p:cNvPr id="11" name="Table 10">
            <a:extLst>
              <a:ext uri="{FF2B5EF4-FFF2-40B4-BE49-F238E27FC236}">
                <a16:creationId xmlns:a16="http://schemas.microsoft.com/office/drawing/2014/main" xmlns="" id="{09777656-0829-220F-DDF5-E005F9518AE2}"/>
              </a:ext>
            </a:extLst>
          </p:cNvPr>
          <p:cNvGraphicFramePr>
            <a:graphicFrameLocks noGrp="1"/>
          </p:cNvGraphicFramePr>
          <p:nvPr>
            <p:extLst>
              <p:ext uri="{D42A27DB-BD31-4B8C-83A1-F6EECF244321}">
                <p14:modId xmlns:p14="http://schemas.microsoft.com/office/powerpoint/2010/main" val="418767158"/>
              </p:ext>
            </p:extLst>
          </p:nvPr>
        </p:nvGraphicFramePr>
        <p:xfrm>
          <a:off x="8415020" y="3797560"/>
          <a:ext cx="5937250" cy="4068699"/>
        </p:xfrm>
        <a:graphic>
          <a:graphicData uri="http://schemas.openxmlformats.org/drawingml/2006/table">
            <a:tbl>
              <a:tblPr firstRow="1" firstCol="1" bandRow="1"/>
              <a:tblGrid>
                <a:gridCol w="1139825">
                  <a:extLst>
                    <a:ext uri="{9D8B030D-6E8A-4147-A177-3AD203B41FA5}">
                      <a16:colId xmlns:a16="http://schemas.microsoft.com/office/drawing/2014/main" xmlns="" val="1700825196"/>
                    </a:ext>
                  </a:extLst>
                </a:gridCol>
                <a:gridCol w="1485900">
                  <a:extLst>
                    <a:ext uri="{9D8B030D-6E8A-4147-A177-3AD203B41FA5}">
                      <a16:colId xmlns:a16="http://schemas.microsoft.com/office/drawing/2014/main" xmlns="" val="444202263"/>
                    </a:ext>
                  </a:extLst>
                </a:gridCol>
                <a:gridCol w="3311525">
                  <a:extLst>
                    <a:ext uri="{9D8B030D-6E8A-4147-A177-3AD203B41FA5}">
                      <a16:colId xmlns:a16="http://schemas.microsoft.com/office/drawing/2014/main" xmlns="" val="328077568"/>
                    </a:ext>
                  </a:extLst>
                </a:gridCol>
              </a:tblGrid>
              <a:tr h="0">
                <a:tc>
                  <a:txBody>
                    <a:bodyPr/>
                    <a:lstStyle/>
                    <a:p>
                      <a:pPr marL="0" marR="0">
                        <a:lnSpc>
                          <a:spcPct val="107000"/>
                        </a:lnSpc>
                        <a:spcBef>
                          <a:spcPts val="0"/>
                        </a:spcBef>
                        <a:spcAft>
                          <a:spcPts val="0"/>
                        </a:spcAft>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Risk Level</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Risk Acceptability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Definition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291585269"/>
                  </a:ext>
                </a:extLst>
              </a:tr>
              <a:tr h="0">
                <a:tc>
                  <a:txBody>
                    <a:bodyPr/>
                    <a:lstStyle/>
                    <a:p>
                      <a:pPr marL="0" marR="0">
                        <a:lnSpc>
                          <a:spcPct val="107000"/>
                        </a:lnSpc>
                        <a:spcBef>
                          <a:spcPts val="0"/>
                        </a:spcBef>
                        <a:spcAft>
                          <a:spcPts val="0"/>
                        </a:spcAft>
                      </a:pPr>
                      <a:r>
                        <a:rPr lang="en-US" sz="14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Low Risk</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marL="0" marR="0">
                        <a:lnSpc>
                          <a:spcPct val="107000"/>
                        </a:lnSpc>
                        <a:spcBef>
                          <a:spcPts val="0"/>
                        </a:spcBef>
                        <a:spcAft>
                          <a:spcPts val="0"/>
                        </a:spcAft>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Acceptable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Residual risk is acceptable and additional risk reduction/risk control measures are not required.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108163318"/>
                  </a:ext>
                </a:extLst>
              </a:tr>
              <a:tr h="0">
                <a:tc>
                  <a:txBody>
                    <a:bodyPr/>
                    <a:lstStyle/>
                    <a:p>
                      <a:pPr marL="0" marR="0">
                        <a:lnSpc>
                          <a:spcPct val="107000"/>
                        </a:lnSpc>
                        <a:spcBef>
                          <a:spcPts val="0"/>
                        </a:spcBef>
                        <a:spcAft>
                          <a:spcPts val="0"/>
                        </a:spcAft>
                      </a:pPr>
                      <a:r>
                        <a:rPr lang="en-US" sz="14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Medium Risk</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a:lnSpc>
                          <a:spcPct val="107000"/>
                        </a:lnSpc>
                        <a:spcBef>
                          <a:spcPts val="0"/>
                        </a:spcBef>
                        <a:spcAft>
                          <a:spcPts val="0"/>
                        </a:spcAft>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Broadly Acceptable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Residual risk is broadly acceptable. However, risk reduction should be investigated. Application of “state of the art” risk control measures such as meeting safety requirements identified in applicable standards shall be considered to reduce risk to an acceptable level.</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944844525"/>
                  </a:ext>
                </a:extLst>
              </a:tr>
              <a:tr h="0">
                <a:tc>
                  <a:txBody>
                    <a:bodyPr/>
                    <a:lstStyle/>
                    <a:p>
                      <a:pPr marL="0" marR="0">
                        <a:lnSpc>
                          <a:spcPct val="107000"/>
                        </a:lnSpc>
                        <a:spcBef>
                          <a:spcPts val="0"/>
                        </a:spcBef>
                        <a:spcAft>
                          <a:spcPts val="0"/>
                        </a:spcAft>
                      </a:pPr>
                      <a:r>
                        <a:rPr lang="en-US" sz="14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High Risk</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marL="0" marR="0">
                        <a:lnSpc>
                          <a:spcPct val="107000"/>
                        </a:lnSpc>
                        <a:spcBef>
                          <a:spcPts val="0"/>
                        </a:spcBef>
                        <a:spcAft>
                          <a:spcPts val="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Unacceptable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Residual risk is unacceptable and additional risk control measures shall be implemented. If implementing additional risk control measures is not possible a benefit risk analysis must be performed to ensure that the clinical/medical benefits outweigh the residual risk.</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849554703"/>
                  </a:ext>
                </a:extLst>
              </a:tr>
            </a:tbl>
          </a:graphicData>
        </a:graphic>
      </p:graphicFrame>
      <p:sp>
        <p:nvSpPr>
          <p:cNvPr id="3" name="TextBox 2">
            <a:extLst>
              <a:ext uri="{FF2B5EF4-FFF2-40B4-BE49-F238E27FC236}">
                <a16:creationId xmlns:a16="http://schemas.microsoft.com/office/drawing/2014/main" xmlns="" id="{589F0695-74AC-4481-0493-D7ACB666DEEB}"/>
              </a:ext>
            </a:extLst>
          </p:cNvPr>
          <p:cNvSpPr txBox="1"/>
          <p:nvPr/>
        </p:nvSpPr>
        <p:spPr>
          <a:xfrm>
            <a:off x="445167" y="3471641"/>
            <a:ext cx="7736307" cy="4770537"/>
          </a:xfrm>
          <a:prstGeom prst="rect">
            <a:avLst/>
          </a:prstGeom>
          <a:noFill/>
        </p:spPr>
        <p:txBody>
          <a:bodyPr wrap="square" rtlCol="0">
            <a:spAutoFit/>
          </a:bodyPr>
          <a:lstStyle/>
          <a:p>
            <a:pPr marL="457200" indent="-457200">
              <a:buFont typeface="Arial" panose="020B0604020202020204" pitchFamily="34" charset="0"/>
              <a:buChar char="•"/>
            </a:pPr>
            <a:r>
              <a:rPr lang="en-US" sz="2800" dirty="0"/>
              <a:t>Device manufacturers often use the risk levels determined during risk estimation as a starting point for risk acceptability.  </a:t>
            </a:r>
          </a:p>
          <a:p>
            <a:pPr marL="914400" lvl="1" indent="-457200">
              <a:buFont typeface="Arial" panose="020B0604020202020204" pitchFamily="34" charset="0"/>
              <a:buChar char="•"/>
            </a:pPr>
            <a:r>
              <a:rPr lang="en-US" sz="2400" dirty="0"/>
              <a:t>Low risks are often deemed acceptable without risk reduction being required</a:t>
            </a:r>
          </a:p>
          <a:p>
            <a:pPr marL="914400" lvl="1" indent="-457200">
              <a:buFont typeface="Arial" panose="020B0604020202020204" pitchFamily="34" charset="0"/>
              <a:buChar char="•"/>
            </a:pPr>
            <a:r>
              <a:rPr lang="en-US" sz="2400" dirty="0"/>
              <a:t>Medium and high risks will require additional action to reduce the risk</a:t>
            </a:r>
          </a:p>
          <a:p>
            <a:pPr marL="457200" indent="-457200">
              <a:buFont typeface="Arial" panose="020B0604020202020204" pitchFamily="34" charset="0"/>
              <a:buChar char="•"/>
            </a:pPr>
            <a:r>
              <a:rPr lang="en-US" sz="2800" dirty="0"/>
              <a:t>Common risk acceptance criteria include:</a:t>
            </a:r>
          </a:p>
          <a:p>
            <a:pPr marL="914400" lvl="1" indent="-457200">
              <a:buFont typeface="Arial" panose="020B0604020202020204" pitchFamily="34" charset="0"/>
              <a:buChar char="•"/>
            </a:pPr>
            <a:r>
              <a:rPr lang="en-US" sz="2400" dirty="0"/>
              <a:t>Risk must be reduced “As far as possible” considering generally accepted state of the art technology</a:t>
            </a:r>
          </a:p>
          <a:p>
            <a:pPr marL="914400" lvl="1" indent="-457200">
              <a:buFont typeface="Arial" panose="020B0604020202020204" pitchFamily="34" charset="0"/>
              <a:buChar char="•"/>
            </a:pPr>
            <a:r>
              <a:rPr lang="en-US" sz="2400" dirty="0"/>
              <a:t>Requirements from relevant safety standards have been implemented</a:t>
            </a:r>
          </a:p>
        </p:txBody>
      </p:sp>
    </p:spTree>
    <p:extLst>
      <p:ext uri="{BB962C8B-B14F-4D97-AF65-F5344CB8AC3E}">
        <p14:creationId xmlns:p14="http://schemas.microsoft.com/office/powerpoint/2010/main" val="20755337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9089B64-BEBA-4C2A-B8B9-416A6128A9CF}"/>
              </a:ext>
            </a:extLst>
          </p:cNvPr>
          <p:cNvSpPr>
            <a:spLocks noGrp="1"/>
          </p:cNvSpPr>
          <p:nvPr>
            <p:ph type="title"/>
          </p:nvPr>
        </p:nvSpPr>
        <p:spPr/>
        <p:txBody>
          <a:bodyPr/>
          <a:lstStyle/>
          <a:p>
            <a:r>
              <a:rPr lang="en-US" dirty="0"/>
              <a:t>Risk Control</a:t>
            </a:r>
          </a:p>
        </p:txBody>
      </p:sp>
      <p:pic>
        <p:nvPicPr>
          <p:cNvPr id="3" name="Content Placeholder 6">
            <a:extLst>
              <a:ext uri="{FF2B5EF4-FFF2-40B4-BE49-F238E27FC236}">
                <a16:creationId xmlns:a16="http://schemas.microsoft.com/office/drawing/2014/main" xmlns="" id="{73177F5B-E5CD-72F2-34F8-9B9A4F786011}"/>
              </a:ext>
            </a:extLst>
          </p:cNvPr>
          <p:cNvPicPr>
            <a:picLocks noChangeAspect="1"/>
          </p:cNvPicPr>
          <p:nvPr/>
        </p:nvPicPr>
        <p:blipFill>
          <a:blip r:embed="rId3"/>
          <a:stretch>
            <a:fillRect/>
          </a:stretch>
        </p:blipFill>
        <p:spPr>
          <a:xfrm>
            <a:off x="6746200" y="431363"/>
            <a:ext cx="7491774" cy="7442915"/>
          </a:xfrm>
          <a:prstGeom prst="rect">
            <a:avLst/>
          </a:prstGeom>
          <a:noFill/>
        </p:spPr>
      </p:pic>
      <p:sp>
        <p:nvSpPr>
          <p:cNvPr id="5" name="Rectangle: Rounded Corners 4">
            <a:extLst>
              <a:ext uri="{FF2B5EF4-FFF2-40B4-BE49-F238E27FC236}">
                <a16:creationId xmlns:a16="http://schemas.microsoft.com/office/drawing/2014/main" xmlns="" id="{EB2100A7-8DF2-14F7-E8E8-F7395F98D32F}"/>
              </a:ext>
            </a:extLst>
          </p:cNvPr>
          <p:cNvSpPr/>
          <p:nvPr/>
        </p:nvSpPr>
        <p:spPr>
          <a:xfrm>
            <a:off x="8290238" y="2872938"/>
            <a:ext cx="3975100" cy="1737161"/>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xmlns="" id="{DF12A106-33A1-026C-F587-051F5E58870E}"/>
              </a:ext>
            </a:extLst>
          </p:cNvPr>
          <p:cNvSpPr txBox="1"/>
          <p:nvPr/>
        </p:nvSpPr>
        <p:spPr>
          <a:xfrm>
            <a:off x="876300" y="2637135"/>
            <a:ext cx="5143500" cy="2677656"/>
          </a:xfrm>
          <a:prstGeom prst="rect">
            <a:avLst/>
          </a:prstGeom>
          <a:noFill/>
        </p:spPr>
        <p:txBody>
          <a:bodyPr wrap="square">
            <a:spAutoFit/>
          </a:bodyPr>
          <a:lstStyle/>
          <a:p>
            <a:pPr marL="457200" indent="-457200">
              <a:buFont typeface="Arial" panose="020B0604020202020204" pitchFamily="34" charset="0"/>
              <a:buChar char="•"/>
            </a:pPr>
            <a:r>
              <a:rPr lang="en-US" sz="2800" dirty="0"/>
              <a:t>Risk control: Process in which decisions are made and measures implemented by which risks are reduced to, or maintained within, specified levels.</a:t>
            </a:r>
          </a:p>
        </p:txBody>
      </p:sp>
    </p:spTree>
    <p:extLst>
      <p:ext uri="{BB962C8B-B14F-4D97-AF65-F5344CB8AC3E}">
        <p14:creationId xmlns:p14="http://schemas.microsoft.com/office/powerpoint/2010/main" val="28695712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9089B64-BEBA-4C2A-B8B9-416A6128A9CF}"/>
              </a:ext>
            </a:extLst>
          </p:cNvPr>
          <p:cNvSpPr>
            <a:spLocks noGrp="1"/>
          </p:cNvSpPr>
          <p:nvPr>
            <p:ph type="title"/>
          </p:nvPr>
        </p:nvSpPr>
        <p:spPr/>
        <p:txBody>
          <a:bodyPr/>
          <a:lstStyle/>
          <a:p>
            <a:r>
              <a:rPr lang="en-US" dirty="0"/>
              <a:t>Risk Control</a:t>
            </a:r>
          </a:p>
        </p:txBody>
      </p:sp>
      <p:sp>
        <p:nvSpPr>
          <p:cNvPr id="3" name="Content Placeholder 2">
            <a:extLst>
              <a:ext uri="{FF2B5EF4-FFF2-40B4-BE49-F238E27FC236}">
                <a16:creationId xmlns:a16="http://schemas.microsoft.com/office/drawing/2014/main" xmlns="" id="{8BE5F4FC-CE07-743F-F099-DE98FE4264D3}"/>
              </a:ext>
            </a:extLst>
          </p:cNvPr>
          <p:cNvSpPr txBox="1">
            <a:spLocks/>
          </p:cNvSpPr>
          <p:nvPr/>
        </p:nvSpPr>
        <p:spPr>
          <a:xfrm>
            <a:off x="-1" y="1528767"/>
            <a:ext cx="13523495" cy="5839306"/>
          </a:xfrm>
          <a:prstGeom prst="rect">
            <a:avLst/>
          </a:prstGeom>
        </p:spPr>
        <p:txBody>
          <a:bodyPr wrap="square" anchor="t">
            <a:normAutofit/>
          </a:bodyPr>
          <a:lst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lvl="1"/>
            <a:r>
              <a:rPr lang="en-US" sz="2800" dirty="0"/>
              <a:t>Risk Control is a process step in ISO 14971 that includes:</a:t>
            </a:r>
          </a:p>
          <a:p>
            <a:pPr lvl="2"/>
            <a:r>
              <a:rPr lang="en-US" sz="2800" dirty="0"/>
              <a:t>Risk control option analysis</a:t>
            </a:r>
          </a:p>
          <a:p>
            <a:pPr lvl="2"/>
            <a:r>
              <a:rPr lang="en-US" sz="2800" dirty="0"/>
              <a:t>Risk control measure (RCM) implementation</a:t>
            </a:r>
          </a:p>
          <a:p>
            <a:pPr lvl="2"/>
            <a:r>
              <a:rPr lang="en-US" sz="2800" dirty="0"/>
              <a:t>Residual risk evaluation</a:t>
            </a:r>
          </a:p>
          <a:p>
            <a:pPr lvl="3"/>
            <a:r>
              <a:rPr lang="en-US" sz="2560" dirty="0"/>
              <a:t>Benefit-risk analysis (for unacceptable residual risks)</a:t>
            </a:r>
          </a:p>
          <a:p>
            <a:pPr lvl="2"/>
            <a:r>
              <a:rPr lang="en-US" sz="2800" dirty="0"/>
              <a:t>Identifying and analyzing risks arising from risk control measures</a:t>
            </a:r>
          </a:p>
          <a:p>
            <a:pPr lvl="2"/>
            <a:r>
              <a:rPr lang="en-US" sz="2800" dirty="0"/>
              <a:t>Checking completeness of risk control</a:t>
            </a:r>
          </a:p>
          <a:p>
            <a:pPr lvl="2"/>
            <a:endParaRPr lang="en-US" sz="2320" dirty="0"/>
          </a:p>
          <a:p>
            <a:pPr lvl="1"/>
            <a:r>
              <a:rPr lang="en-US" sz="2800" dirty="0"/>
              <a:t>All risks that do not fall into an acceptable range must be reduced</a:t>
            </a:r>
          </a:p>
          <a:p>
            <a:pPr lvl="1"/>
            <a:r>
              <a:rPr lang="en-US" sz="2800" dirty="0"/>
              <a:t>Risk Control Measures (RCM) are used to reduce risks</a:t>
            </a:r>
          </a:p>
        </p:txBody>
      </p:sp>
    </p:spTree>
    <p:extLst>
      <p:ext uri="{BB962C8B-B14F-4D97-AF65-F5344CB8AC3E}">
        <p14:creationId xmlns:p14="http://schemas.microsoft.com/office/powerpoint/2010/main" val="34434159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9089B64-BEBA-4C2A-B8B9-416A6128A9CF}"/>
              </a:ext>
            </a:extLst>
          </p:cNvPr>
          <p:cNvSpPr>
            <a:spLocks noGrp="1"/>
          </p:cNvSpPr>
          <p:nvPr>
            <p:ph type="title"/>
          </p:nvPr>
        </p:nvSpPr>
        <p:spPr>
          <a:xfrm>
            <a:off x="1005840" y="-163773"/>
            <a:ext cx="12618720" cy="1590676"/>
          </a:xfrm>
        </p:spPr>
        <p:txBody>
          <a:bodyPr/>
          <a:lstStyle/>
          <a:p>
            <a:r>
              <a:rPr lang="en-US" dirty="0"/>
              <a:t>Risk Control – Key Concepts</a:t>
            </a:r>
          </a:p>
        </p:txBody>
      </p:sp>
      <p:sp>
        <p:nvSpPr>
          <p:cNvPr id="3" name="Content Placeholder 2">
            <a:extLst>
              <a:ext uri="{FF2B5EF4-FFF2-40B4-BE49-F238E27FC236}">
                <a16:creationId xmlns:a16="http://schemas.microsoft.com/office/drawing/2014/main" xmlns="" id="{8BE5F4FC-CE07-743F-F099-DE98FE4264D3}"/>
              </a:ext>
            </a:extLst>
          </p:cNvPr>
          <p:cNvSpPr txBox="1">
            <a:spLocks/>
          </p:cNvSpPr>
          <p:nvPr/>
        </p:nvSpPr>
        <p:spPr>
          <a:xfrm>
            <a:off x="-136478" y="1004078"/>
            <a:ext cx="14575809" cy="7225522"/>
          </a:xfrm>
          <a:prstGeom prst="rect">
            <a:avLst/>
          </a:prstGeom>
        </p:spPr>
        <p:txBody>
          <a:bodyPr wrap="square" anchor="t">
            <a:noAutofit/>
          </a:bodyPr>
          <a:lst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lvl="1"/>
            <a:r>
              <a:rPr lang="en-US" sz="2800" dirty="0"/>
              <a:t>All risks that do not fall into an acceptable range must be reduced</a:t>
            </a:r>
          </a:p>
          <a:p>
            <a:pPr lvl="2"/>
            <a:r>
              <a:rPr lang="en-US" sz="2800" dirty="0"/>
              <a:t>If Risk Reduction is not possible, a benefit-risk analysis must be performed to ensure that the clinical benefits outweigh the risk</a:t>
            </a:r>
          </a:p>
          <a:p>
            <a:pPr lvl="1"/>
            <a:r>
              <a:rPr lang="en-US" sz="2800" dirty="0"/>
              <a:t>Risk Control Measures (RCM) are used to reduce risks </a:t>
            </a:r>
          </a:p>
          <a:p>
            <a:pPr lvl="2"/>
            <a:r>
              <a:rPr lang="en-US" sz="2800" dirty="0"/>
              <a:t>The term “risk control” is often used interchangeably for risk control measures and the ISO 14971 risk control process step </a:t>
            </a:r>
          </a:p>
          <a:p>
            <a:pPr lvl="1"/>
            <a:r>
              <a:rPr lang="en-US" sz="2800" dirty="0"/>
              <a:t>A main focus of device RM should be on reducing identified risks - not in risk estimation</a:t>
            </a:r>
          </a:p>
          <a:p>
            <a:pPr lvl="1"/>
            <a:r>
              <a:rPr lang="en-US" sz="2800" dirty="0"/>
              <a:t>ISO 14971 lists three types/categories of risk control measures:</a:t>
            </a:r>
          </a:p>
          <a:p>
            <a:pPr lvl="2"/>
            <a:r>
              <a:rPr kumimoji="0" lang="en-US" sz="2800" b="0" i="0" u="none" strike="noStrike" kern="1200" cap="none" spc="0" normalizeH="0" baseline="0" noProof="0" dirty="0">
                <a:ln>
                  <a:noFill/>
                </a:ln>
                <a:solidFill>
                  <a:sysClr val="windowText" lastClr="000000"/>
                </a:solidFill>
                <a:effectLst/>
                <a:uLnTx/>
                <a:uFillTx/>
                <a:ea typeface="+mn-ea"/>
                <a:cs typeface="+mn-cs"/>
              </a:rPr>
              <a:t>inherently safe design and manufacture</a:t>
            </a:r>
          </a:p>
          <a:p>
            <a:pPr lvl="2"/>
            <a:r>
              <a:rPr kumimoji="0" lang="en-US" sz="2800" b="0" i="0" u="none" strike="noStrike" kern="1200" cap="none" spc="0" normalizeH="0" baseline="0" noProof="0" dirty="0">
                <a:ln>
                  <a:noFill/>
                </a:ln>
                <a:solidFill>
                  <a:sysClr val="windowText" lastClr="000000"/>
                </a:solidFill>
                <a:effectLst/>
                <a:uLnTx/>
                <a:uFillTx/>
                <a:ea typeface="+mn-ea"/>
                <a:cs typeface="+mn-cs"/>
              </a:rPr>
              <a:t>protective measures in the medical device itself or in the manufacturing process</a:t>
            </a:r>
          </a:p>
          <a:p>
            <a:pPr lvl="2"/>
            <a:r>
              <a:rPr kumimoji="0" lang="en-US" sz="2800" b="0" i="0" u="none" strike="noStrike" kern="1200" cap="none" spc="0" normalizeH="0" baseline="0" noProof="0" dirty="0">
                <a:ln>
                  <a:noFill/>
                </a:ln>
                <a:solidFill>
                  <a:sysClr val="windowText" lastClr="000000"/>
                </a:solidFill>
                <a:effectLst/>
                <a:uLnTx/>
                <a:uFillTx/>
                <a:ea typeface="+mn-ea"/>
                <a:cs typeface="+mn-cs"/>
              </a:rPr>
              <a:t>information for safety and, where appropriate, training to user</a:t>
            </a:r>
          </a:p>
          <a:p>
            <a:pPr lvl="1"/>
            <a:r>
              <a:rPr lang="en-US" sz="2800" dirty="0"/>
              <a:t>Priority should be given to inherent safety risk control measures followed by protective measures and finally information for safety</a:t>
            </a:r>
          </a:p>
          <a:p>
            <a:pPr lvl="1"/>
            <a:r>
              <a:rPr lang="en-US" sz="2800" dirty="0"/>
              <a:t>Multiple risk control measures may be required to reduce a risk to an acceptable level </a:t>
            </a:r>
          </a:p>
          <a:p>
            <a:pPr lvl="1"/>
            <a:r>
              <a:rPr lang="en-US" sz="2800" dirty="0"/>
              <a:t>Testing is not considered a risk control measure under ISO 14971</a:t>
            </a:r>
          </a:p>
          <a:p>
            <a:pPr lvl="1"/>
            <a:r>
              <a:rPr lang="en-US" sz="2800" dirty="0"/>
              <a:t>All RCMs must be implemented and verified to be effective in reducing risk</a:t>
            </a:r>
          </a:p>
        </p:txBody>
      </p:sp>
    </p:spTree>
    <p:extLst>
      <p:ext uri="{BB962C8B-B14F-4D97-AF65-F5344CB8AC3E}">
        <p14:creationId xmlns:p14="http://schemas.microsoft.com/office/powerpoint/2010/main" val="8574773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9089B64-BEBA-4C2A-B8B9-416A6128A9CF}"/>
              </a:ext>
            </a:extLst>
          </p:cNvPr>
          <p:cNvSpPr>
            <a:spLocks noGrp="1"/>
          </p:cNvSpPr>
          <p:nvPr>
            <p:ph type="title"/>
          </p:nvPr>
        </p:nvSpPr>
        <p:spPr/>
        <p:txBody>
          <a:bodyPr/>
          <a:lstStyle/>
          <a:p>
            <a:r>
              <a:rPr lang="en-US" dirty="0"/>
              <a:t>Risk Control</a:t>
            </a:r>
          </a:p>
        </p:txBody>
      </p:sp>
      <p:sp>
        <p:nvSpPr>
          <p:cNvPr id="3" name="Content Placeholder 2">
            <a:extLst>
              <a:ext uri="{FF2B5EF4-FFF2-40B4-BE49-F238E27FC236}">
                <a16:creationId xmlns:a16="http://schemas.microsoft.com/office/drawing/2014/main" xmlns="" id="{8BE5F4FC-CE07-743F-F099-DE98FE4264D3}"/>
              </a:ext>
            </a:extLst>
          </p:cNvPr>
          <p:cNvSpPr txBox="1">
            <a:spLocks/>
          </p:cNvSpPr>
          <p:nvPr/>
        </p:nvSpPr>
        <p:spPr>
          <a:xfrm>
            <a:off x="-1" y="1528767"/>
            <a:ext cx="13523495" cy="5839306"/>
          </a:xfrm>
          <a:prstGeom prst="rect">
            <a:avLst/>
          </a:prstGeom>
        </p:spPr>
        <p:txBody>
          <a:bodyPr wrap="square" anchor="t">
            <a:normAutofit/>
          </a:bodyPr>
          <a:lst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lvl="1"/>
            <a:r>
              <a:rPr lang="en-US" sz="2800" dirty="0"/>
              <a:t>Risk Control Measure types/categories:</a:t>
            </a:r>
          </a:p>
          <a:p>
            <a:pPr lvl="2"/>
            <a:endParaRPr lang="en-US" sz="2320" dirty="0"/>
          </a:p>
        </p:txBody>
      </p:sp>
      <p:pic>
        <p:nvPicPr>
          <p:cNvPr id="5" name="Picture 4">
            <a:extLst>
              <a:ext uri="{FF2B5EF4-FFF2-40B4-BE49-F238E27FC236}">
                <a16:creationId xmlns:a16="http://schemas.microsoft.com/office/drawing/2014/main" xmlns="" id="{65F5A920-01D2-A23E-77F7-AB9AE06D6BED}"/>
              </a:ext>
            </a:extLst>
          </p:cNvPr>
          <p:cNvPicPr>
            <a:picLocks noChangeAspect="1"/>
          </p:cNvPicPr>
          <p:nvPr/>
        </p:nvPicPr>
        <p:blipFill>
          <a:blip r:embed="rId3"/>
          <a:stretch>
            <a:fillRect/>
          </a:stretch>
        </p:blipFill>
        <p:spPr>
          <a:xfrm>
            <a:off x="733055" y="1977703"/>
            <a:ext cx="12382049" cy="3334801"/>
          </a:xfrm>
          <a:prstGeom prst="rect">
            <a:avLst/>
          </a:prstGeom>
        </p:spPr>
      </p:pic>
      <p:sp>
        <p:nvSpPr>
          <p:cNvPr id="7" name="TextBox 6">
            <a:extLst>
              <a:ext uri="{FF2B5EF4-FFF2-40B4-BE49-F238E27FC236}">
                <a16:creationId xmlns:a16="http://schemas.microsoft.com/office/drawing/2014/main" xmlns="" id="{FE6AAFF2-4B0A-8625-25E6-F3C10DCACAD8}"/>
              </a:ext>
            </a:extLst>
          </p:cNvPr>
          <p:cNvSpPr txBox="1"/>
          <p:nvPr/>
        </p:nvSpPr>
        <p:spPr>
          <a:xfrm>
            <a:off x="733055" y="5392108"/>
            <a:ext cx="7315200" cy="369332"/>
          </a:xfrm>
          <a:prstGeom prst="rect">
            <a:avLst/>
          </a:prstGeom>
          <a:noFill/>
        </p:spPr>
        <p:txBody>
          <a:bodyPr wrap="square">
            <a:spAutoFit/>
          </a:bodyPr>
          <a:lstStyle/>
          <a:p>
            <a:r>
              <a:rPr lang="en-US" sz="1800" dirty="0"/>
              <a:t>Examples from ISO 24971</a:t>
            </a:r>
          </a:p>
        </p:txBody>
      </p:sp>
    </p:spTree>
    <p:extLst>
      <p:ext uri="{BB962C8B-B14F-4D97-AF65-F5344CB8AC3E}">
        <p14:creationId xmlns:p14="http://schemas.microsoft.com/office/powerpoint/2010/main" val="12286112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9089B64-BEBA-4C2A-B8B9-416A6128A9CF}"/>
              </a:ext>
            </a:extLst>
          </p:cNvPr>
          <p:cNvSpPr>
            <a:spLocks noGrp="1"/>
          </p:cNvSpPr>
          <p:nvPr>
            <p:ph type="title"/>
          </p:nvPr>
        </p:nvSpPr>
        <p:spPr/>
        <p:txBody>
          <a:bodyPr/>
          <a:lstStyle/>
          <a:p>
            <a:r>
              <a:rPr lang="en-US" dirty="0"/>
              <a:t>Risk Control</a:t>
            </a:r>
          </a:p>
        </p:txBody>
      </p:sp>
      <p:sp>
        <p:nvSpPr>
          <p:cNvPr id="3" name="Content Placeholder 2">
            <a:extLst>
              <a:ext uri="{FF2B5EF4-FFF2-40B4-BE49-F238E27FC236}">
                <a16:creationId xmlns:a16="http://schemas.microsoft.com/office/drawing/2014/main" xmlns="" id="{8BE5F4FC-CE07-743F-F099-DE98FE4264D3}"/>
              </a:ext>
            </a:extLst>
          </p:cNvPr>
          <p:cNvSpPr txBox="1">
            <a:spLocks/>
          </p:cNvSpPr>
          <p:nvPr/>
        </p:nvSpPr>
        <p:spPr>
          <a:xfrm>
            <a:off x="0" y="1195147"/>
            <a:ext cx="13523495" cy="395530"/>
          </a:xfrm>
          <a:prstGeom prst="rect">
            <a:avLst/>
          </a:prstGeom>
        </p:spPr>
        <p:txBody>
          <a:bodyPr wrap="square" anchor="t">
            <a:normAutofit fontScale="92500" lnSpcReduction="20000"/>
          </a:bodyPr>
          <a:lst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lvl="1"/>
            <a:r>
              <a:rPr lang="en-US" sz="2800" dirty="0"/>
              <a:t>Examples of Inherent Safety RCMs:</a:t>
            </a:r>
          </a:p>
          <a:p>
            <a:pPr lvl="2"/>
            <a:endParaRPr lang="en-US" sz="2320" dirty="0"/>
          </a:p>
        </p:txBody>
      </p:sp>
      <p:graphicFrame>
        <p:nvGraphicFramePr>
          <p:cNvPr id="6" name="Table 5">
            <a:extLst>
              <a:ext uri="{FF2B5EF4-FFF2-40B4-BE49-F238E27FC236}">
                <a16:creationId xmlns:a16="http://schemas.microsoft.com/office/drawing/2014/main" xmlns="" id="{CFEC22F6-548E-7580-633B-B628FD9764F9}"/>
              </a:ext>
            </a:extLst>
          </p:cNvPr>
          <p:cNvGraphicFramePr>
            <a:graphicFrameLocks noGrp="1"/>
          </p:cNvGraphicFramePr>
          <p:nvPr>
            <p:extLst>
              <p:ext uri="{D42A27DB-BD31-4B8C-83A1-F6EECF244321}">
                <p14:modId xmlns:p14="http://schemas.microsoft.com/office/powerpoint/2010/main" val="3810554510"/>
              </p:ext>
            </p:extLst>
          </p:nvPr>
        </p:nvGraphicFramePr>
        <p:xfrm>
          <a:off x="714340" y="1621767"/>
          <a:ext cx="13100654" cy="2689795"/>
        </p:xfrm>
        <a:graphic>
          <a:graphicData uri="http://schemas.openxmlformats.org/drawingml/2006/table">
            <a:tbl>
              <a:tblPr firstRow="1" firstCol="1" bandRow="1"/>
              <a:tblGrid>
                <a:gridCol w="2086040">
                  <a:extLst>
                    <a:ext uri="{9D8B030D-6E8A-4147-A177-3AD203B41FA5}">
                      <a16:colId xmlns:a16="http://schemas.microsoft.com/office/drawing/2014/main" xmlns="" val="1492227265"/>
                    </a:ext>
                  </a:extLst>
                </a:gridCol>
                <a:gridCol w="11014614">
                  <a:extLst>
                    <a:ext uri="{9D8B030D-6E8A-4147-A177-3AD203B41FA5}">
                      <a16:colId xmlns:a16="http://schemas.microsoft.com/office/drawing/2014/main" xmlns="" val="729903540"/>
                    </a:ext>
                  </a:extLst>
                </a:gridCol>
              </a:tblGrid>
              <a:tr h="198073">
                <a:tc>
                  <a:txBody>
                    <a:bodyPr/>
                    <a:lstStyle>
                      <a:lvl1pPr marL="0" algn="l" defTabSz="1097280" rtl="0" eaLnBrk="1" latinLnBrk="0" hangingPunct="1">
                        <a:defRPr sz="2160" kern="1200">
                          <a:solidFill>
                            <a:schemeClr val="tx1"/>
                          </a:solidFill>
                          <a:latin typeface="Arial"/>
                        </a:defRPr>
                      </a:lvl1pPr>
                      <a:lvl2pPr marL="548640" algn="l" defTabSz="1097280" rtl="0" eaLnBrk="1" latinLnBrk="0" hangingPunct="1">
                        <a:defRPr sz="2160" kern="1200">
                          <a:solidFill>
                            <a:schemeClr val="tx1"/>
                          </a:solidFill>
                          <a:latin typeface="Arial"/>
                        </a:defRPr>
                      </a:lvl2pPr>
                      <a:lvl3pPr marL="1097280" algn="l" defTabSz="1097280" rtl="0" eaLnBrk="1" latinLnBrk="0" hangingPunct="1">
                        <a:defRPr sz="2160" kern="1200">
                          <a:solidFill>
                            <a:schemeClr val="tx1"/>
                          </a:solidFill>
                          <a:latin typeface="Arial"/>
                        </a:defRPr>
                      </a:lvl3pPr>
                      <a:lvl4pPr marL="1645920" algn="l" defTabSz="1097280" rtl="0" eaLnBrk="1" latinLnBrk="0" hangingPunct="1">
                        <a:defRPr sz="2160" kern="1200">
                          <a:solidFill>
                            <a:schemeClr val="tx1"/>
                          </a:solidFill>
                          <a:latin typeface="Arial"/>
                        </a:defRPr>
                      </a:lvl4pPr>
                      <a:lvl5pPr marL="2194560" algn="l" defTabSz="1097280" rtl="0" eaLnBrk="1" latinLnBrk="0" hangingPunct="1">
                        <a:defRPr sz="2160" kern="1200">
                          <a:solidFill>
                            <a:schemeClr val="tx1"/>
                          </a:solidFill>
                          <a:latin typeface="Arial"/>
                        </a:defRPr>
                      </a:lvl5pPr>
                      <a:lvl6pPr marL="2743200" algn="l" defTabSz="1097280" rtl="0" eaLnBrk="1" latinLnBrk="0" hangingPunct="1">
                        <a:defRPr sz="2160" kern="1200">
                          <a:solidFill>
                            <a:schemeClr val="tx1"/>
                          </a:solidFill>
                          <a:latin typeface="Arial"/>
                        </a:defRPr>
                      </a:lvl6pPr>
                      <a:lvl7pPr marL="3291840" algn="l" defTabSz="1097280" rtl="0" eaLnBrk="1" latinLnBrk="0" hangingPunct="1">
                        <a:defRPr sz="2160" kern="1200">
                          <a:solidFill>
                            <a:schemeClr val="tx1"/>
                          </a:solidFill>
                          <a:latin typeface="Arial"/>
                        </a:defRPr>
                      </a:lvl7pPr>
                      <a:lvl8pPr marL="3840480" algn="l" defTabSz="1097280" rtl="0" eaLnBrk="1" latinLnBrk="0" hangingPunct="1">
                        <a:defRPr sz="2160" kern="1200">
                          <a:solidFill>
                            <a:schemeClr val="tx1"/>
                          </a:solidFill>
                          <a:latin typeface="Arial"/>
                        </a:defRPr>
                      </a:lvl8pPr>
                      <a:lvl9pPr marL="4389120" algn="l" defTabSz="1097280" rtl="0" eaLnBrk="1" latinLnBrk="0" hangingPunct="1">
                        <a:defRPr sz="2160" kern="1200">
                          <a:solidFill>
                            <a:schemeClr val="tx1"/>
                          </a:solidFill>
                          <a:latin typeface="Arial"/>
                        </a:defRPr>
                      </a:lvl9pPr>
                    </a:lstStyle>
                    <a:p>
                      <a:pPr marL="0" marR="0">
                        <a:lnSpc>
                          <a:spcPct val="107000"/>
                        </a:lnSpc>
                        <a:spcBef>
                          <a:spcPts val="0"/>
                        </a:spcBef>
                        <a:spcAft>
                          <a:spcPts val="0"/>
                        </a:spcAft>
                      </a:pPr>
                      <a:r>
                        <a:rPr lang="en-US" sz="1800" dirty="0">
                          <a:solidFill>
                            <a:srgbClr val="000000"/>
                          </a:solidFill>
                          <a:effectLst/>
                          <a:latin typeface="+mn-lt"/>
                          <a:ea typeface="Calibri" panose="020F0502020204030204" pitchFamily="34" charset="0"/>
                          <a:cs typeface="Times New Roman" panose="02020603050405020304" pitchFamily="18" charset="0"/>
                        </a:rPr>
                        <a:t>Description</a:t>
                      </a:r>
                      <a:endParaRPr lang="en-US" sz="18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1097280" rtl="0" eaLnBrk="1" latinLnBrk="0" hangingPunct="1">
                        <a:defRPr sz="2160" kern="1200">
                          <a:solidFill>
                            <a:schemeClr val="tx1"/>
                          </a:solidFill>
                          <a:latin typeface="Arial"/>
                        </a:defRPr>
                      </a:lvl1pPr>
                      <a:lvl2pPr marL="548640" algn="l" defTabSz="1097280" rtl="0" eaLnBrk="1" latinLnBrk="0" hangingPunct="1">
                        <a:defRPr sz="2160" kern="1200">
                          <a:solidFill>
                            <a:schemeClr val="tx1"/>
                          </a:solidFill>
                          <a:latin typeface="Arial"/>
                        </a:defRPr>
                      </a:lvl2pPr>
                      <a:lvl3pPr marL="1097280" algn="l" defTabSz="1097280" rtl="0" eaLnBrk="1" latinLnBrk="0" hangingPunct="1">
                        <a:defRPr sz="2160" kern="1200">
                          <a:solidFill>
                            <a:schemeClr val="tx1"/>
                          </a:solidFill>
                          <a:latin typeface="Arial"/>
                        </a:defRPr>
                      </a:lvl3pPr>
                      <a:lvl4pPr marL="1645920" algn="l" defTabSz="1097280" rtl="0" eaLnBrk="1" latinLnBrk="0" hangingPunct="1">
                        <a:defRPr sz="2160" kern="1200">
                          <a:solidFill>
                            <a:schemeClr val="tx1"/>
                          </a:solidFill>
                          <a:latin typeface="Arial"/>
                        </a:defRPr>
                      </a:lvl4pPr>
                      <a:lvl5pPr marL="2194560" algn="l" defTabSz="1097280" rtl="0" eaLnBrk="1" latinLnBrk="0" hangingPunct="1">
                        <a:defRPr sz="2160" kern="1200">
                          <a:solidFill>
                            <a:schemeClr val="tx1"/>
                          </a:solidFill>
                          <a:latin typeface="Arial"/>
                        </a:defRPr>
                      </a:lvl5pPr>
                      <a:lvl6pPr marL="2743200" algn="l" defTabSz="1097280" rtl="0" eaLnBrk="1" latinLnBrk="0" hangingPunct="1">
                        <a:defRPr sz="2160" kern="1200">
                          <a:solidFill>
                            <a:schemeClr val="tx1"/>
                          </a:solidFill>
                          <a:latin typeface="Arial"/>
                        </a:defRPr>
                      </a:lvl6pPr>
                      <a:lvl7pPr marL="3291840" algn="l" defTabSz="1097280" rtl="0" eaLnBrk="1" latinLnBrk="0" hangingPunct="1">
                        <a:defRPr sz="2160" kern="1200">
                          <a:solidFill>
                            <a:schemeClr val="tx1"/>
                          </a:solidFill>
                          <a:latin typeface="Arial"/>
                        </a:defRPr>
                      </a:lvl7pPr>
                      <a:lvl8pPr marL="3840480" algn="l" defTabSz="1097280" rtl="0" eaLnBrk="1" latinLnBrk="0" hangingPunct="1">
                        <a:defRPr sz="2160" kern="1200">
                          <a:solidFill>
                            <a:schemeClr val="tx1"/>
                          </a:solidFill>
                          <a:latin typeface="Arial"/>
                        </a:defRPr>
                      </a:lvl8pPr>
                      <a:lvl9pPr marL="4389120" algn="l" defTabSz="1097280" rtl="0" eaLnBrk="1" latinLnBrk="0" hangingPunct="1">
                        <a:defRPr sz="2160" kern="1200">
                          <a:solidFill>
                            <a:schemeClr val="tx1"/>
                          </a:solidFill>
                          <a:latin typeface="Arial"/>
                        </a:defRPr>
                      </a:lvl9pPr>
                    </a:lstStyle>
                    <a:p>
                      <a:pPr marL="0" marR="0">
                        <a:lnSpc>
                          <a:spcPct val="107000"/>
                        </a:lnSpc>
                        <a:spcBef>
                          <a:spcPts val="0"/>
                        </a:spcBef>
                        <a:spcAft>
                          <a:spcPts val="0"/>
                        </a:spcAft>
                      </a:pPr>
                      <a:r>
                        <a:rPr lang="en-US" sz="1800" dirty="0">
                          <a:solidFill>
                            <a:srgbClr val="000000"/>
                          </a:solidFill>
                          <a:effectLst/>
                          <a:latin typeface="+mn-lt"/>
                          <a:ea typeface="Calibri" panose="020F0502020204030204" pitchFamily="34" charset="0"/>
                          <a:cs typeface="Times New Roman" panose="02020603050405020304" pitchFamily="18" charset="0"/>
                        </a:rPr>
                        <a:t>Example</a:t>
                      </a:r>
                      <a:endParaRPr lang="en-US" sz="18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xmlns="" val="3946292308"/>
                  </a:ext>
                </a:extLst>
              </a:tr>
              <a:tr h="624172">
                <a:tc>
                  <a:txBody>
                    <a:bodyPr/>
                    <a:lstStyle>
                      <a:lvl1pPr marL="0" algn="l" defTabSz="1097280" rtl="0" eaLnBrk="1" latinLnBrk="0" hangingPunct="1">
                        <a:defRPr sz="2160" kern="1200">
                          <a:solidFill>
                            <a:schemeClr val="tx1"/>
                          </a:solidFill>
                          <a:latin typeface="Arial"/>
                        </a:defRPr>
                      </a:lvl1pPr>
                      <a:lvl2pPr marL="548640" algn="l" defTabSz="1097280" rtl="0" eaLnBrk="1" latinLnBrk="0" hangingPunct="1">
                        <a:defRPr sz="2160" kern="1200">
                          <a:solidFill>
                            <a:schemeClr val="tx1"/>
                          </a:solidFill>
                          <a:latin typeface="Arial"/>
                        </a:defRPr>
                      </a:lvl2pPr>
                      <a:lvl3pPr marL="1097280" algn="l" defTabSz="1097280" rtl="0" eaLnBrk="1" latinLnBrk="0" hangingPunct="1">
                        <a:defRPr sz="2160" kern="1200">
                          <a:solidFill>
                            <a:schemeClr val="tx1"/>
                          </a:solidFill>
                          <a:latin typeface="Arial"/>
                        </a:defRPr>
                      </a:lvl3pPr>
                      <a:lvl4pPr marL="1645920" algn="l" defTabSz="1097280" rtl="0" eaLnBrk="1" latinLnBrk="0" hangingPunct="1">
                        <a:defRPr sz="2160" kern="1200">
                          <a:solidFill>
                            <a:schemeClr val="tx1"/>
                          </a:solidFill>
                          <a:latin typeface="Arial"/>
                        </a:defRPr>
                      </a:lvl4pPr>
                      <a:lvl5pPr marL="2194560" algn="l" defTabSz="1097280" rtl="0" eaLnBrk="1" latinLnBrk="0" hangingPunct="1">
                        <a:defRPr sz="2160" kern="1200">
                          <a:solidFill>
                            <a:schemeClr val="tx1"/>
                          </a:solidFill>
                          <a:latin typeface="Arial"/>
                        </a:defRPr>
                      </a:lvl5pPr>
                      <a:lvl6pPr marL="2743200" algn="l" defTabSz="1097280" rtl="0" eaLnBrk="1" latinLnBrk="0" hangingPunct="1">
                        <a:defRPr sz="2160" kern="1200">
                          <a:solidFill>
                            <a:schemeClr val="tx1"/>
                          </a:solidFill>
                          <a:latin typeface="Arial"/>
                        </a:defRPr>
                      </a:lvl6pPr>
                      <a:lvl7pPr marL="3291840" algn="l" defTabSz="1097280" rtl="0" eaLnBrk="1" latinLnBrk="0" hangingPunct="1">
                        <a:defRPr sz="2160" kern="1200">
                          <a:solidFill>
                            <a:schemeClr val="tx1"/>
                          </a:solidFill>
                          <a:latin typeface="Arial"/>
                        </a:defRPr>
                      </a:lvl7pPr>
                      <a:lvl8pPr marL="3840480" algn="l" defTabSz="1097280" rtl="0" eaLnBrk="1" latinLnBrk="0" hangingPunct="1">
                        <a:defRPr sz="2160" kern="1200">
                          <a:solidFill>
                            <a:schemeClr val="tx1"/>
                          </a:solidFill>
                          <a:latin typeface="Arial"/>
                        </a:defRPr>
                      </a:lvl8pPr>
                      <a:lvl9pPr marL="4389120" algn="l" defTabSz="1097280" rtl="0" eaLnBrk="1" latinLnBrk="0" hangingPunct="1">
                        <a:defRPr sz="2160" kern="1200">
                          <a:solidFill>
                            <a:schemeClr val="tx1"/>
                          </a:solidFill>
                          <a:latin typeface="Arial"/>
                        </a:defRPr>
                      </a:lvl9pPr>
                    </a:lstStyle>
                    <a:p>
                      <a:pPr marL="0" marR="0" lvl="0" indent="0" algn="l" defTabSz="653110" rtl="0" eaLnBrk="1" fontAlgn="auto" latinLnBrk="0" hangingPunct="1">
                        <a:lnSpc>
                          <a:spcPct val="107000"/>
                        </a:lnSpc>
                        <a:spcBef>
                          <a:spcPts val="0"/>
                        </a:spcBef>
                        <a:spcAft>
                          <a:spcPts val="0"/>
                        </a:spcAft>
                        <a:buClrTx/>
                        <a:buSzTx/>
                        <a:buFont typeface="+mj-lt"/>
                        <a:buNone/>
                        <a:tabLst/>
                        <a:defRPr/>
                      </a:pPr>
                      <a:r>
                        <a:rPr lang="en-US" sz="1800" dirty="0">
                          <a:effectLst/>
                          <a:latin typeface="+mn-lt"/>
                          <a:ea typeface="Calibri" panose="020F0502020204030204" pitchFamily="34" charset="0"/>
                          <a:cs typeface="Times New Roman" panose="02020603050405020304" pitchFamily="18" charset="0"/>
                        </a:rPr>
                        <a:t>- eliminating a particular </a:t>
                      </a:r>
                      <a:r>
                        <a:rPr lang="en-US" sz="1800" i="1" dirty="0">
                          <a:effectLst/>
                          <a:latin typeface="+mn-lt"/>
                          <a:ea typeface="Calibri" panose="020F0502020204030204" pitchFamily="34" charset="0"/>
                          <a:cs typeface="Times New Roman" panose="02020603050405020304" pitchFamily="18" charset="0"/>
                        </a:rPr>
                        <a:t>hazard</a:t>
                      </a:r>
                      <a:r>
                        <a:rPr lang="en-US" sz="1800" dirty="0">
                          <a:effectLst/>
                          <a:latin typeface="+mn-lt"/>
                          <a:ea typeface="Calibri" panose="020F050202020403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97280" rtl="0" eaLnBrk="1" latinLnBrk="0" hangingPunct="1">
                        <a:defRPr sz="2160" kern="1200">
                          <a:solidFill>
                            <a:schemeClr val="tx1"/>
                          </a:solidFill>
                          <a:latin typeface="Arial"/>
                        </a:defRPr>
                      </a:lvl1pPr>
                      <a:lvl2pPr marL="548640" algn="l" defTabSz="1097280" rtl="0" eaLnBrk="1" latinLnBrk="0" hangingPunct="1">
                        <a:defRPr sz="2160" kern="1200">
                          <a:solidFill>
                            <a:schemeClr val="tx1"/>
                          </a:solidFill>
                          <a:latin typeface="Arial"/>
                        </a:defRPr>
                      </a:lvl2pPr>
                      <a:lvl3pPr marL="1097280" algn="l" defTabSz="1097280" rtl="0" eaLnBrk="1" latinLnBrk="0" hangingPunct="1">
                        <a:defRPr sz="2160" kern="1200">
                          <a:solidFill>
                            <a:schemeClr val="tx1"/>
                          </a:solidFill>
                          <a:latin typeface="Arial"/>
                        </a:defRPr>
                      </a:lvl3pPr>
                      <a:lvl4pPr marL="1645920" algn="l" defTabSz="1097280" rtl="0" eaLnBrk="1" latinLnBrk="0" hangingPunct="1">
                        <a:defRPr sz="2160" kern="1200">
                          <a:solidFill>
                            <a:schemeClr val="tx1"/>
                          </a:solidFill>
                          <a:latin typeface="Arial"/>
                        </a:defRPr>
                      </a:lvl4pPr>
                      <a:lvl5pPr marL="2194560" algn="l" defTabSz="1097280" rtl="0" eaLnBrk="1" latinLnBrk="0" hangingPunct="1">
                        <a:defRPr sz="2160" kern="1200">
                          <a:solidFill>
                            <a:schemeClr val="tx1"/>
                          </a:solidFill>
                          <a:latin typeface="Arial"/>
                        </a:defRPr>
                      </a:lvl5pPr>
                      <a:lvl6pPr marL="2743200" algn="l" defTabSz="1097280" rtl="0" eaLnBrk="1" latinLnBrk="0" hangingPunct="1">
                        <a:defRPr sz="2160" kern="1200">
                          <a:solidFill>
                            <a:schemeClr val="tx1"/>
                          </a:solidFill>
                          <a:latin typeface="Arial"/>
                        </a:defRPr>
                      </a:lvl6pPr>
                      <a:lvl7pPr marL="3291840" algn="l" defTabSz="1097280" rtl="0" eaLnBrk="1" latinLnBrk="0" hangingPunct="1">
                        <a:defRPr sz="2160" kern="1200">
                          <a:solidFill>
                            <a:schemeClr val="tx1"/>
                          </a:solidFill>
                          <a:latin typeface="Arial"/>
                        </a:defRPr>
                      </a:lvl7pPr>
                      <a:lvl8pPr marL="3840480" algn="l" defTabSz="1097280" rtl="0" eaLnBrk="1" latinLnBrk="0" hangingPunct="1">
                        <a:defRPr sz="2160" kern="1200">
                          <a:solidFill>
                            <a:schemeClr val="tx1"/>
                          </a:solidFill>
                          <a:latin typeface="Arial"/>
                        </a:defRPr>
                      </a:lvl8pPr>
                      <a:lvl9pPr marL="4389120" algn="l" defTabSz="1097280" rtl="0" eaLnBrk="1" latinLnBrk="0" hangingPunct="1">
                        <a:defRPr sz="2160" kern="1200">
                          <a:solidFill>
                            <a:schemeClr val="tx1"/>
                          </a:solidFill>
                          <a:latin typeface="Arial"/>
                        </a:defRPr>
                      </a:lvl9pPr>
                    </a:lstStyle>
                    <a:p>
                      <a:pPr marL="0" marR="0">
                        <a:lnSpc>
                          <a:spcPct val="107000"/>
                        </a:lnSpc>
                        <a:spcBef>
                          <a:spcPts val="0"/>
                        </a:spcBef>
                        <a:spcAft>
                          <a:spcPts val="0"/>
                        </a:spcAft>
                      </a:pPr>
                      <a:r>
                        <a:rPr lang="en-US" sz="1800" b="0" i="0" u="none" strike="noStrike" kern="1200" baseline="0" dirty="0">
                          <a:solidFill>
                            <a:schemeClr val="tx1"/>
                          </a:solidFill>
                          <a:latin typeface="+mn-lt"/>
                          <a:ea typeface="+mn-ea"/>
                          <a:cs typeface="+mn-cs"/>
                        </a:rPr>
                        <a:t>Eliminating the </a:t>
                      </a:r>
                      <a:r>
                        <a:rPr lang="en-US" sz="1800" b="0" i="1" u="none" strike="noStrike" kern="1200" baseline="0" dirty="0">
                          <a:solidFill>
                            <a:schemeClr val="tx1"/>
                          </a:solidFill>
                          <a:latin typeface="+mn-lt"/>
                          <a:ea typeface="+mn-ea"/>
                          <a:cs typeface="+mn-cs"/>
                        </a:rPr>
                        <a:t>hazard </a:t>
                      </a:r>
                      <a:r>
                        <a:rPr lang="en-US" sz="1800" b="0" i="0" u="none" strike="noStrike" kern="1200" baseline="0" dirty="0">
                          <a:solidFill>
                            <a:schemeClr val="tx1"/>
                          </a:solidFill>
                          <a:latin typeface="+mn-lt"/>
                          <a:ea typeface="+mn-ea"/>
                          <a:cs typeface="+mn-cs"/>
                        </a:rPr>
                        <a:t>of sharp edges that can cause injury by designing the surfaces with rounded edges. </a:t>
                      </a:r>
                    </a:p>
                    <a:p>
                      <a:pPr marL="0" marR="0">
                        <a:lnSpc>
                          <a:spcPct val="107000"/>
                        </a:lnSpc>
                        <a:spcBef>
                          <a:spcPts val="0"/>
                        </a:spcBef>
                        <a:spcAft>
                          <a:spcPts val="0"/>
                        </a:spcAft>
                      </a:pPr>
                      <a:r>
                        <a:rPr lang="en-US" sz="1800" b="0" i="0" u="none" strike="noStrike" kern="1200" baseline="0" dirty="0">
                          <a:solidFill>
                            <a:schemeClr val="tx1"/>
                          </a:solidFill>
                          <a:latin typeface="+mn-lt"/>
                          <a:ea typeface="+mn-ea"/>
                          <a:cs typeface="+mn-cs"/>
                        </a:rPr>
                        <a:t>Eliminating the </a:t>
                      </a:r>
                      <a:r>
                        <a:rPr lang="en-US" sz="1800" b="0" i="1" u="none" strike="noStrike" kern="1200" baseline="0" dirty="0">
                          <a:solidFill>
                            <a:schemeClr val="tx1"/>
                          </a:solidFill>
                          <a:latin typeface="+mn-lt"/>
                          <a:ea typeface="+mn-ea"/>
                          <a:cs typeface="+mn-cs"/>
                        </a:rPr>
                        <a:t>hazard </a:t>
                      </a:r>
                      <a:r>
                        <a:rPr lang="en-US" sz="1800" b="0" i="0" u="none" strike="noStrike" kern="1200" baseline="0" dirty="0">
                          <a:solidFill>
                            <a:schemeClr val="tx1"/>
                          </a:solidFill>
                          <a:latin typeface="+mn-lt"/>
                          <a:ea typeface="+mn-ea"/>
                          <a:cs typeface="+mn-cs"/>
                        </a:rPr>
                        <a:t>of electric shock by using a manually operated pump instead of an electrical pump. </a:t>
                      </a:r>
                      <a:endParaRPr lang="en-US" sz="18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2491607883"/>
                  </a:ext>
                </a:extLst>
              </a:tr>
              <a:tr h="837372">
                <a:tc>
                  <a:txBody>
                    <a:bodyPr/>
                    <a:lstStyle>
                      <a:lvl1pPr marL="0" algn="l" defTabSz="1097280" rtl="0" eaLnBrk="1" latinLnBrk="0" hangingPunct="1">
                        <a:defRPr sz="2160" kern="1200">
                          <a:solidFill>
                            <a:schemeClr val="tx1"/>
                          </a:solidFill>
                          <a:latin typeface="Arial"/>
                        </a:defRPr>
                      </a:lvl1pPr>
                      <a:lvl2pPr marL="548640" algn="l" defTabSz="1097280" rtl="0" eaLnBrk="1" latinLnBrk="0" hangingPunct="1">
                        <a:defRPr sz="2160" kern="1200">
                          <a:solidFill>
                            <a:schemeClr val="tx1"/>
                          </a:solidFill>
                          <a:latin typeface="Arial"/>
                        </a:defRPr>
                      </a:lvl2pPr>
                      <a:lvl3pPr marL="1097280" algn="l" defTabSz="1097280" rtl="0" eaLnBrk="1" latinLnBrk="0" hangingPunct="1">
                        <a:defRPr sz="2160" kern="1200">
                          <a:solidFill>
                            <a:schemeClr val="tx1"/>
                          </a:solidFill>
                          <a:latin typeface="Arial"/>
                        </a:defRPr>
                      </a:lvl3pPr>
                      <a:lvl4pPr marL="1645920" algn="l" defTabSz="1097280" rtl="0" eaLnBrk="1" latinLnBrk="0" hangingPunct="1">
                        <a:defRPr sz="2160" kern="1200">
                          <a:solidFill>
                            <a:schemeClr val="tx1"/>
                          </a:solidFill>
                          <a:latin typeface="Arial"/>
                        </a:defRPr>
                      </a:lvl4pPr>
                      <a:lvl5pPr marL="2194560" algn="l" defTabSz="1097280" rtl="0" eaLnBrk="1" latinLnBrk="0" hangingPunct="1">
                        <a:defRPr sz="2160" kern="1200">
                          <a:solidFill>
                            <a:schemeClr val="tx1"/>
                          </a:solidFill>
                          <a:latin typeface="Arial"/>
                        </a:defRPr>
                      </a:lvl5pPr>
                      <a:lvl6pPr marL="2743200" algn="l" defTabSz="1097280" rtl="0" eaLnBrk="1" latinLnBrk="0" hangingPunct="1">
                        <a:defRPr sz="2160" kern="1200">
                          <a:solidFill>
                            <a:schemeClr val="tx1"/>
                          </a:solidFill>
                          <a:latin typeface="Arial"/>
                        </a:defRPr>
                      </a:lvl6pPr>
                      <a:lvl7pPr marL="3291840" algn="l" defTabSz="1097280" rtl="0" eaLnBrk="1" latinLnBrk="0" hangingPunct="1">
                        <a:defRPr sz="2160" kern="1200">
                          <a:solidFill>
                            <a:schemeClr val="tx1"/>
                          </a:solidFill>
                          <a:latin typeface="Arial"/>
                        </a:defRPr>
                      </a:lvl7pPr>
                      <a:lvl8pPr marL="3840480" algn="l" defTabSz="1097280" rtl="0" eaLnBrk="1" latinLnBrk="0" hangingPunct="1">
                        <a:defRPr sz="2160" kern="1200">
                          <a:solidFill>
                            <a:schemeClr val="tx1"/>
                          </a:solidFill>
                          <a:latin typeface="Arial"/>
                        </a:defRPr>
                      </a:lvl8pPr>
                      <a:lvl9pPr marL="4389120" algn="l" defTabSz="1097280" rtl="0" eaLnBrk="1" latinLnBrk="0" hangingPunct="1">
                        <a:defRPr sz="2160" kern="1200">
                          <a:solidFill>
                            <a:schemeClr val="tx1"/>
                          </a:solidFill>
                          <a:latin typeface="Arial"/>
                        </a:defRPr>
                      </a:lvl9pPr>
                    </a:lstStyle>
                    <a:p>
                      <a:pPr marL="0" marR="0" lvl="0" indent="0">
                        <a:lnSpc>
                          <a:spcPct val="107000"/>
                        </a:lnSpc>
                        <a:spcBef>
                          <a:spcPts val="0"/>
                        </a:spcBef>
                        <a:spcAft>
                          <a:spcPts val="0"/>
                        </a:spcAft>
                        <a:buFont typeface="+mj-lt"/>
                        <a:buNone/>
                      </a:pPr>
                      <a:r>
                        <a:rPr lang="en-US" sz="1800" dirty="0">
                          <a:effectLst/>
                          <a:latin typeface="+mn-lt"/>
                          <a:ea typeface="Calibri" panose="020F0502020204030204" pitchFamily="34" charset="0"/>
                          <a:cs typeface="Times New Roman" panose="02020603050405020304" pitchFamily="18" charset="0"/>
                        </a:rPr>
                        <a:t>- reducing the probability of occurrence of the </a:t>
                      </a:r>
                      <a:r>
                        <a:rPr lang="en-US" sz="1800" i="1" dirty="0">
                          <a:effectLst/>
                          <a:latin typeface="+mn-lt"/>
                          <a:ea typeface="Calibri" panose="020F0502020204030204" pitchFamily="34" charset="0"/>
                          <a:cs typeface="Times New Roman" panose="02020603050405020304" pitchFamily="18" charset="0"/>
                        </a:rPr>
                        <a:t>harm</a:t>
                      </a:r>
                      <a:endParaRPr lang="en-US" sz="18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97280" rtl="0" eaLnBrk="1" latinLnBrk="0" hangingPunct="1">
                        <a:defRPr sz="2160" kern="1200">
                          <a:solidFill>
                            <a:schemeClr val="tx1"/>
                          </a:solidFill>
                          <a:latin typeface="Arial"/>
                        </a:defRPr>
                      </a:lvl1pPr>
                      <a:lvl2pPr marL="548640" algn="l" defTabSz="1097280" rtl="0" eaLnBrk="1" latinLnBrk="0" hangingPunct="1">
                        <a:defRPr sz="2160" kern="1200">
                          <a:solidFill>
                            <a:schemeClr val="tx1"/>
                          </a:solidFill>
                          <a:latin typeface="Arial"/>
                        </a:defRPr>
                      </a:lvl2pPr>
                      <a:lvl3pPr marL="1097280" algn="l" defTabSz="1097280" rtl="0" eaLnBrk="1" latinLnBrk="0" hangingPunct="1">
                        <a:defRPr sz="2160" kern="1200">
                          <a:solidFill>
                            <a:schemeClr val="tx1"/>
                          </a:solidFill>
                          <a:latin typeface="Arial"/>
                        </a:defRPr>
                      </a:lvl3pPr>
                      <a:lvl4pPr marL="1645920" algn="l" defTabSz="1097280" rtl="0" eaLnBrk="1" latinLnBrk="0" hangingPunct="1">
                        <a:defRPr sz="2160" kern="1200">
                          <a:solidFill>
                            <a:schemeClr val="tx1"/>
                          </a:solidFill>
                          <a:latin typeface="Arial"/>
                        </a:defRPr>
                      </a:lvl4pPr>
                      <a:lvl5pPr marL="2194560" algn="l" defTabSz="1097280" rtl="0" eaLnBrk="1" latinLnBrk="0" hangingPunct="1">
                        <a:defRPr sz="2160" kern="1200">
                          <a:solidFill>
                            <a:schemeClr val="tx1"/>
                          </a:solidFill>
                          <a:latin typeface="Arial"/>
                        </a:defRPr>
                      </a:lvl5pPr>
                      <a:lvl6pPr marL="2743200" algn="l" defTabSz="1097280" rtl="0" eaLnBrk="1" latinLnBrk="0" hangingPunct="1">
                        <a:defRPr sz="2160" kern="1200">
                          <a:solidFill>
                            <a:schemeClr val="tx1"/>
                          </a:solidFill>
                          <a:latin typeface="Arial"/>
                        </a:defRPr>
                      </a:lvl6pPr>
                      <a:lvl7pPr marL="3291840" algn="l" defTabSz="1097280" rtl="0" eaLnBrk="1" latinLnBrk="0" hangingPunct="1">
                        <a:defRPr sz="2160" kern="1200">
                          <a:solidFill>
                            <a:schemeClr val="tx1"/>
                          </a:solidFill>
                          <a:latin typeface="Arial"/>
                        </a:defRPr>
                      </a:lvl7pPr>
                      <a:lvl8pPr marL="3840480" algn="l" defTabSz="1097280" rtl="0" eaLnBrk="1" latinLnBrk="0" hangingPunct="1">
                        <a:defRPr sz="2160" kern="1200">
                          <a:solidFill>
                            <a:schemeClr val="tx1"/>
                          </a:solidFill>
                          <a:latin typeface="Arial"/>
                        </a:defRPr>
                      </a:lvl8pPr>
                      <a:lvl9pPr marL="4389120" algn="l" defTabSz="1097280" rtl="0" eaLnBrk="1" latinLnBrk="0" hangingPunct="1">
                        <a:defRPr sz="2160" kern="1200">
                          <a:solidFill>
                            <a:schemeClr val="tx1"/>
                          </a:solidFill>
                          <a:latin typeface="Arial"/>
                        </a:defRPr>
                      </a:lvl9pPr>
                    </a:lstStyle>
                    <a:p>
                      <a:pPr marL="0" marR="0">
                        <a:lnSpc>
                          <a:spcPct val="107000"/>
                        </a:lnSpc>
                        <a:spcBef>
                          <a:spcPts val="0"/>
                        </a:spcBef>
                        <a:spcAft>
                          <a:spcPts val="0"/>
                        </a:spcAft>
                      </a:pPr>
                      <a:r>
                        <a:rPr lang="en-US" sz="1800" b="0" i="0" u="none" strike="noStrike" kern="1200" baseline="0" dirty="0">
                          <a:solidFill>
                            <a:schemeClr val="tx1"/>
                          </a:solidFill>
                          <a:latin typeface="+mn-lt"/>
                          <a:ea typeface="+mn-ea"/>
                          <a:cs typeface="+mn-cs"/>
                        </a:rPr>
                        <a:t>Reducing the probability of fibrillation </a:t>
                      </a:r>
                      <a:r>
                        <a:rPr lang="en-US" sz="1800" b="0" i="1" u="none" strike="noStrike" kern="1200" baseline="0" dirty="0">
                          <a:solidFill>
                            <a:schemeClr val="tx1"/>
                          </a:solidFill>
                          <a:latin typeface="+mn-lt"/>
                          <a:ea typeface="+mn-ea"/>
                          <a:cs typeface="+mn-cs"/>
                        </a:rPr>
                        <a:t>harm </a:t>
                      </a:r>
                      <a:r>
                        <a:rPr lang="en-US" sz="1800" b="0" i="0" u="none" strike="noStrike" kern="1200" baseline="0" dirty="0">
                          <a:solidFill>
                            <a:schemeClr val="tx1"/>
                          </a:solidFill>
                          <a:latin typeface="+mn-lt"/>
                          <a:ea typeface="+mn-ea"/>
                          <a:cs typeface="+mn-cs"/>
                        </a:rPr>
                        <a:t>due to an electric shock by having no accessible live parts. Reducing the probability of unauthorized access to data by identity management. </a:t>
                      </a:r>
                    </a:p>
                    <a:p>
                      <a:pPr marL="0" marR="0">
                        <a:lnSpc>
                          <a:spcPct val="107000"/>
                        </a:lnSpc>
                        <a:spcBef>
                          <a:spcPts val="0"/>
                        </a:spcBef>
                        <a:spcAft>
                          <a:spcPts val="0"/>
                        </a:spcAft>
                      </a:pPr>
                      <a:r>
                        <a:rPr lang="en-US" sz="1800" b="0" i="0" u="none" strike="noStrike" kern="1200" baseline="0" dirty="0">
                          <a:solidFill>
                            <a:schemeClr val="tx1"/>
                          </a:solidFill>
                          <a:latin typeface="+mn-lt"/>
                          <a:ea typeface="+mn-ea"/>
                          <a:cs typeface="+mn-cs"/>
                        </a:rPr>
                        <a:t>Reducing the probability of biological reactions due to microbial contamination by using cleanroom technologies or sterilization. </a:t>
                      </a:r>
                      <a:endParaRPr lang="en-US" sz="18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1624295541"/>
                  </a:ext>
                </a:extLst>
              </a:tr>
              <a:tr h="624172">
                <a:tc>
                  <a:txBody>
                    <a:bodyPr/>
                    <a:lstStyle>
                      <a:lvl1pPr marL="0" algn="l" defTabSz="1097280" rtl="0" eaLnBrk="1" latinLnBrk="0" hangingPunct="1">
                        <a:defRPr sz="2160" kern="1200">
                          <a:solidFill>
                            <a:schemeClr val="tx1"/>
                          </a:solidFill>
                          <a:latin typeface="Arial"/>
                        </a:defRPr>
                      </a:lvl1pPr>
                      <a:lvl2pPr marL="548640" algn="l" defTabSz="1097280" rtl="0" eaLnBrk="1" latinLnBrk="0" hangingPunct="1">
                        <a:defRPr sz="2160" kern="1200">
                          <a:solidFill>
                            <a:schemeClr val="tx1"/>
                          </a:solidFill>
                          <a:latin typeface="Arial"/>
                        </a:defRPr>
                      </a:lvl2pPr>
                      <a:lvl3pPr marL="1097280" algn="l" defTabSz="1097280" rtl="0" eaLnBrk="1" latinLnBrk="0" hangingPunct="1">
                        <a:defRPr sz="2160" kern="1200">
                          <a:solidFill>
                            <a:schemeClr val="tx1"/>
                          </a:solidFill>
                          <a:latin typeface="Arial"/>
                        </a:defRPr>
                      </a:lvl3pPr>
                      <a:lvl4pPr marL="1645920" algn="l" defTabSz="1097280" rtl="0" eaLnBrk="1" latinLnBrk="0" hangingPunct="1">
                        <a:defRPr sz="2160" kern="1200">
                          <a:solidFill>
                            <a:schemeClr val="tx1"/>
                          </a:solidFill>
                          <a:latin typeface="Arial"/>
                        </a:defRPr>
                      </a:lvl4pPr>
                      <a:lvl5pPr marL="2194560" algn="l" defTabSz="1097280" rtl="0" eaLnBrk="1" latinLnBrk="0" hangingPunct="1">
                        <a:defRPr sz="2160" kern="1200">
                          <a:solidFill>
                            <a:schemeClr val="tx1"/>
                          </a:solidFill>
                          <a:latin typeface="Arial"/>
                        </a:defRPr>
                      </a:lvl5pPr>
                      <a:lvl6pPr marL="2743200" algn="l" defTabSz="1097280" rtl="0" eaLnBrk="1" latinLnBrk="0" hangingPunct="1">
                        <a:defRPr sz="2160" kern="1200">
                          <a:solidFill>
                            <a:schemeClr val="tx1"/>
                          </a:solidFill>
                          <a:latin typeface="Arial"/>
                        </a:defRPr>
                      </a:lvl6pPr>
                      <a:lvl7pPr marL="3291840" algn="l" defTabSz="1097280" rtl="0" eaLnBrk="1" latinLnBrk="0" hangingPunct="1">
                        <a:defRPr sz="2160" kern="1200">
                          <a:solidFill>
                            <a:schemeClr val="tx1"/>
                          </a:solidFill>
                          <a:latin typeface="Arial"/>
                        </a:defRPr>
                      </a:lvl7pPr>
                      <a:lvl8pPr marL="3840480" algn="l" defTabSz="1097280" rtl="0" eaLnBrk="1" latinLnBrk="0" hangingPunct="1">
                        <a:defRPr sz="2160" kern="1200">
                          <a:solidFill>
                            <a:schemeClr val="tx1"/>
                          </a:solidFill>
                          <a:latin typeface="Arial"/>
                        </a:defRPr>
                      </a:lvl8pPr>
                      <a:lvl9pPr marL="4389120" algn="l" defTabSz="1097280" rtl="0" eaLnBrk="1" latinLnBrk="0" hangingPunct="1">
                        <a:defRPr sz="2160" kern="1200">
                          <a:solidFill>
                            <a:schemeClr val="tx1"/>
                          </a:solidFill>
                          <a:latin typeface="Arial"/>
                        </a:defRPr>
                      </a:lvl9pPr>
                    </a:lstStyle>
                    <a:p>
                      <a:pPr marL="0" marR="0">
                        <a:lnSpc>
                          <a:spcPct val="107000"/>
                        </a:lnSpc>
                        <a:spcBef>
                          <a:spcPts val="0"/>
                        </a:spcBef>
                        <a:spcAft>
                          <a:spcPts val="0"/>
                        </a:spcAft>
                      </a:pPr>
                      <a:r>
                        <a:rPr lang="en-US" sz="1800">
                          <a:effectLst/>
                          <a:latin typeface="+mn-lt"/>
                          <a:ea typeface="Calibri" panose="020F0502020204030204" pitchFamily="34" charset="0"/>
                          <a:cs typeface="Times New Roman" panose="02020603050405020304" pitchFamily="18" charset="0"/>
                        </a:rPr>
                        <a:t>- reducing the </a:t>
                      </a:r>
                      <a:r>
                        <a:rPr lang="en-US" sz="1800" i="1">
                          <a:effectLst/>
                          <a:latin typeface="+mn-lt"/>
                          <a:ea typeface="Calibri" panose="020F0502020204030204" pitchFamily="34" charset="0"/>
                          <a:cs typeface="Times New Roman" panose="02020603050405020304" pitchFamily="18" charset="0"/>
                        </a:rPr>
                        <a:t>severity </a:t>
                      </a:r>
                      <a:r>
                        <a:rPr lang="en-US" sz="1800">
                          <a:effectLst/>
                          <a:latin typeface="+mn-lt"/>
                          <a:ea typeface="Calibri" panose="020F0502020204030204" pitchFamily="34" charset="0"/>
                          <a:cs typeface="Times New Roman" panose="02020603050405020304" pitchFamily="18" charset="0"/>
                        </a:rPr>
                        <a:t>of the </a:t>
                      </a:r>
                      <a:r>
                        <a:rPr lang="en-US" sz="1800" i="1">
                          <a:effectLst/>
                          <a:latin typeface="+mn-lt"/>
                          <a:ea typeface="Calibri" panose="020F0502020204030204" pitchFamily="34" charset="0"/>
                          <a:cs typeface="Times New Roman" panose="02020603050405020304" pitchFamily="18" charset="0"/>
                        </a:rPr>
                        <a:t>harm</a:t>
                      </a:r>
                      <a:r>
                        <a:rPr lang="en-US" sz="1800">
                          <a:effectLst/>
                          <a:latin typeface="+mn-lt"/>
                          <a:ea typeface="Calibri" panose="020F050202020403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97280" rtl="0" eaLnBrk="1" latinLnBrk="0" hangingPunct="1">
                        <a:defRPr sz="2160" kern="1200">
                          <a:solidFill>
                            <a:schemeClr val="tx1"/>
                          </a:solidFill>
                          <a:latin typeface="Arial"/>
                        </a:defRPr>
                      </a:lvl1pPr>
                      <a:lvl2pPr marL="548640" algn="l" defTabSz="1097280" rtl="0" eaLnBrk="1" latinLnBrk="0" hangingPunct="1">
                        <a:defRPr sz="2160" kern="1200">
                          <a:solidFill>
                            <a:schemeClr val="tx1"/>
                          </a:solidFill>
                          <a:latin typeface="Arial"/>
                        </a:defRPr>
                      </a:lvl2pPr>
                      <a:lvl3pPr marL="1097280" algn="l" defTabSz="1097280" rtl="0" eaLnBrk="1" latinLnBrk="0" hangingPunct="1">
                        <a:defRPr sz="2160" kern="1200">
                          <a:solidFill>
                            <a:schemeClr val="tx1"/>
                          </a:solidFill>
                          <a:latin typeface="Arial"/>
                        </a:defRPr>
                      </a:lvl3pPr>
                      <a:lvl4pPr marL="1645920" algn="l" defTabSz="1097280" rtl="0" eaLnBrk="1" latinLnBrk="0" hangingPunct="1">
                        <a:defRPr sz="2160" kern="1200">
                          <a:solidFill>
                            <a:schemeClr val="tx1"/>
                          </a:solidFill>
                          <a:latin typeface="Arial"/>
                        </a:defRPr>
                      </a:lvl4pPr>
                      <a:lvl5pPr marL="2194560" algn="l" defTabSz="1097280" rtl="0" eaLnBrk="1" latinLnBrk="0" hangingPunct="1">
                        <a:defRPr sz="2160" kern="1200">
                          <a:solidFill>
                            <a:schemeClr val="tx1"/>
                          </a:solidFill>
                          <a:latin typeface="Arial"/>
                        </a:defRPr>
                      </a:lvl5pPr>
                      <a:lvl6pPr marL="2743200" algn="l" defTabSz="1097280" rtl="0" eaLnBrk="1" latinLnBrk="0" hangingPunct="1">
                        <a:defRPr sz="2160" kern="1200">
                          <a:solidFill>
                            <a:schemeClr val="tx1"/>
                          </a:solidFill>
                          <a:latin typeface="Arial"/>
                        </a:defRPr>
                      </a:lvl6pPr>
                      <a:lvl7pPr marL="3291840" algn="l" defTabSz="1097280" rtl="0" eaLnBrk="1" latinLnBrk="0" hangingPunct="1">
                        <a:defRPr sz="2160" kern="1200">
                          <a:solidFill>
                            <a:schemeClr val="tx1"/>
                          </a:solidFill>
                          <a:latin typeface="Arial"/>
                        </a:defRPr>
                      </a:lvl7pPr>
                      <a:lvl8pPr marL="3840480" algn="l" defTabSz="1097280" rtl="0" eaLnBrk="1" latinLnBrk="0" hangingPunct="1">
                        <a:defRPr sz="2160" kern="1200">
                          <a:solidFill>
                            <a:schemeClr val="tx1"/>
                          </a:solidFill>
                          <a:latin typeface="Arial"/>
                        </a:defRPr>
                      </a:lvl8pPr>
                      <a:lvl9pPr marL="4389120" algn="l" defTabSz="1097280" rtl="0" eaLnBrk="1" latinLnBrk="0" hangingPunct="1">
                        <a:defRPr sz="2160" kern="1200">
                          <a:solidFill>
                            <a:schemeClr val="tx1"/>
                          </a:solidFill>
                          <a:latin typeface="Arial"/>
                        </a:defRPr>
                      </a:lvl9pPr>
                    </a:lstStyle>
                    <a:p>
                      <a:pPr marL="0" marR="0">
                        <a:lnSpc>
                          <a:spcPct val="107000"/>
                        </a:lnSpc>
                        <a:spcBef>
                          <a:spcPts val="0"/>
                        </a:spcBef>
                        <a:spcAft>
                          <a:spcPts val="0"/>
                        </a:spcAft>
                      </a:pPr>
                      <a:r>
                        <a:rPr lang="en-US" sz="1800" b="0" i="0" u="none" strike="noStrike" kern="1200" baseline="0" dirty="0">
                          <a:solidFill>
                            <a:schemeClr val="tx1"/>
                          </a:solidFill>
                          <a:latin typeface="+mn-lt"/>
                          <a:ea typeface="+mn-ea"/>
                          <a:cs typeface="+mn-cs"/>
                        </a:rPr>
                        <a:t>Reducing the </a:t>
                      </a:r>
                      <a:r>
                        <a:rPr lang="en-US" sz="1800" b="0" i="1" u="none" strike="noStrike" kern="1200" baseline="0" dirty="0">
                          <a:solidFill>
                            <a:schemeClr val="tx1"/>
                          </a:solidFill>
                          <a:latin typeface="+mn-lt"/>
                          <a:ea typeface="+mn-ea"/>
                          <a:cs typeface="+mn-cs"/>
                        </a:rPr>
                        <a:t>severity </a:t>
                      </a:r>
                      <a:r>
                        <a:rPr lang="en-US" sz="1800" b="0" i="0" u="none" strike="noStrike" kern="1200" baseline="0" dirty="0">
                          <a:solidFill>
                            <a:schemeClr val="tx1"/>
                          </a:solidFill>
                          <a:latin typeface="+mn-lt"/>
                          <a:ea typeface="+mn-ea"/>
                          <a:cs typeface="+mn-cs"/>
                        </a:rPr>
                        <a:t>of </a:t>
                      </a:r>
                      <a:r>
                        <a:rPr lang="en-US" sz="1800" b="0" i="1" u="none" strike="noStrike" kern="1200" baseline="0" dirty="0">
                          <a:solidFill>
                            <a:schemeClr val="tx1"/>
                          </a:solidFill>
                          <a:latin typeface="+mn-lt"/>
                          <a:ea typeface="+mn-ea"/>
                          <a:cs typeface="+mn-cs"/>
                        </a:rPr>
                        <a:t>harm </a:t>
                      </a:r>
                      <a:r>
                        <a:rPr lang="en-US" sz="1800" b="0" i="0" u="none" strike="noStrike" kern="1200" baseline="0" dirty="0">
                          <a:solidFill>
                            <a:schemeClr val="tx1"/>
                          </a:solidFill>
                          <a:latin typeface="+mn-lt"/>
                          <a:ea typeface="+mn-ea"/>
                          <a:cs typeface="+mn-cs"/>
                        </a:rPr>
                        <a:t>from being squeezed by a moving part by using a low-power motor and low speed. </a:t>
                      </a:r>
                    </a:p>
                    <a:p>
                      <a:pPr marL="0" marR="0">
                        <a:lnSpc>
                          <a:spcPct val="107000"/>
                        </a:lnSpc>
                        <a:spcBef>
                          <a:spcPts val="0"/>
                        </a:spcBef>
                        <a:spcAft>
                          <a:spcPts val="0"/>
                        </a:spcAft>
                      </a:pPr>
                      <a:r>
                        <a:rPr lang="en-US" sz="1800" b="0" i="0" u="none" strike="noStrike" kern="1200" baseline="0" dirty="0">
                          <a:solidFill>
                            <a:schemeClr val="tx1"/>
                          </a:solidFill>
                          <a:latin typeface="+mn-lt"/>
                          <a:ea typeface="+mn-ea"/>
                          <a:cs typeface="+mn-cs"/>
                        </a:rPr>
                        <a:t>Reducing the </a:t>
                      </a:r>
                      <a:r>
                        <a:rPr lang="en-US" sz="1800" b="0" i="1" u="none" strike="noStrike" kern="1200" baseline="0" dirty="0">
                          <a:solidFill>
                            <a:schemeClr val="tx1"/>
                          </a:solidFill>
                          <a:latin typeface="+mn-lt"/>
                          <a:ea typeface="+mn-ea"/>
                          <a:cs typeface="+mn-cs"/>
                        </a:rPr>
                        <a:t>severity </a:t>
                      </a:r>
                      <a:r>
                        <a:rPr lang="en-US" sz="1800" b="0" i="0" u="none" strike="noStrike" kern="1200" baseline="0" dirty="0">
                          <a:solidFill>
                            <a:schemeClr val="tx1"/>
                          </a:solidFill>
                          <a:latin typeface="+mn-lt"/>
                          <a:ea typeface="+mn-ea"/>
                          <a:cs typeface="+mn-cs"/>
                        </a:rPr>
                        <a:t>of </a:t>
                      </a:r>
                      <a:r>
                        <a:rPr lang="en-US" sz="1800" b="0" i="1" u="none" strike="noStrike" kern="1200" baseline="0" dirty="0">
                          <a:solidFill>
                            <a:schemeClr val="tx1"/>
                          </a:solidFill>
                          <a:latin typeface="+mn-lt"/>
                          <a:ea typeface="+mn-ea"/>
                          <a:cs typeface="+mn-cs"/>
                        </a:rPr>
                        <a:t>harm </a:t>
                      </a:r>
                      <a:r>
                        <a:rPr lang="en-US" sz="1800" b="0" i="0" u="none" strike="noStrike" kern="1200" baseline="0" dirty="0">
                          <a:solidFill>
                            <a:schemeClr val="tx1"/>
                          </a:solidFill>
                          <a:latin typeface="+mn-lt"/>
                          <a:ea typeface="+mn-ea"/>
                          <a:cs typeface="+mn-cs"/>
                        </a:rPr>
                        <a:t>from an electric shock by using low electric voltage (below 42 V). </a:t>
                      </a:r>
                      <a:endParaRPr lang="en-US" sz="18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484337334"/>
                  </a:ext>
                </a:extLst>
              </a:tr>
            </a:tbl>
          </a:graphicData>
        </a:graphic>
      </p:graphicFrame>
      <p:sp>
        <p:nvSpPr>
          <p:cNvPr id="7" name="TextBox 6">
            <a:extLst>
              <a:ext uri="{FF2B5EF4-FFF2-40B4-BE49-F238E27FC236}">
                <a16:creationId xmlns:a16="http://schemas.microsoft.com/office/drawing/2014/main" xmlns="" id="{C0E1005E-8C02-FE72-3966-1B7A485FFC8E}"/>
              </a:ext>
            </a:extLst>
          </p:cNvPr>
          <p:cNvSpPr txBox="1"/>
          <p:nvPr/>
        </p:nvSpPr>
        <p:spPr>
          <a:xfrm>
            <a:off x="663526" y="4728363"/>
            <a:ext cx="12196441" cy="523220"/>
          </a:xfrm>
          <a:prstGeom prst="rect">
            <a:avLst/>
          </a:prstGeom>
          <a:noFill/>
        </p:spPr>
        <p:txBody>
          <a:bodyPr wrap="square" rtlCol="0">
            <a:spAutoFit/>
          </a:bodyPr>
          <a:lstStyle/>
          <a:p>
            <a:pPr marL="457200" indent="-457200">
              <a:buFont typeface="Arial" panose="020B0604020202020204" pitchFamily="34" charset="0"/>
              <a:buChar char="•"/>
            </a:pPr>
            <a:r>
              <a:rPr lang="en-US" sz="2800" dirty="0"/>
              <a:t>Examples of Inherent Safety RCMs for use-related hazards:</a:t>
            </a:r>
          </a:p>
        </p:txBody>
      </p:sp>
      <p:graphicFrame>
        <p:nvGraphicFramePr>
          <p:cNvPr id="8" name="Table 7">
            <a:extLst>
              <a:ext uri="{FF2B5EF4-FFF2-40B4-BE49-F238E27FC236}">
                <a16:creationId xmlns:a16="http://schemas.microsoft.com/office/drawing/2014/main" xmlns="" id="{41885FE2-A3EE-F975-0652-E9857C2191DB}"/>
              </a:ext>
            </a:extLst>
          </p:cNvPr>
          <p:cNvGraphicFramePr>
            <a:graphicFrameLocks noGrp="1"/>
          </p:cNvGraphicFramePr>
          <p:nvPr>
            <p:extLst>
              <p:ext uri="{D42A27DB-BD31-4B8C-83A1-F6EECF244321}">
                <p14:modId xmlns:p14="http://schemas.microsoft.com/office/powerpoint/2010/main" val="968466355"/>
              </p:ext>
            </p:extLst>
          </p:nvPr>
        </p:nvGraphicFramePr>
        <p:xfrm>
          <a:off x="815406" y="5297654"/>
          <a:ext cx="12999588" cy="1441451"/>
        </p:xfrm>
        <a:graphic>
          <a:graphicData uri="http://schemas.openxmlformats.org/drawingml/2006/table">
            <a:tbl>
              <a:tblPr firstRow="1" firstCol="1" bandRow="1"/>
              <a:tblGrid>
                <a:gridCol w="2023328">
                  <a:extLst>
                    <a:ext uri="{9D8B030D-6E8A-4147-A177-3AD203B41FA5}">
                      <a16:colId xmlns:a16="http://schemas.microsoft.com/office/drawing/2014/main" xmlns="" val="2026685461"/>
                    </a:ext>
                  </a:extLst>
                </a:gridCol>
                <a:gridCol w="10976260">
                  <a:extLst>
                    <a:ext uri="{9D8B030D-6E8A-4147-A177-3AD203B41FA5}">
                      <a16:colId xmlns:a16="http://schemas.microsoft.com/office/drawing/2014/main" xmlns="" val="683942497"/>
                    </a:ext>
                  </a:extLst>
                </a:gridCol>
              </a:tblGrid>
              <a:tr h="0">
                <a:tc>
                  <a:txBody>
                    <a:bodyPr/>
                    <a:lstStyle/>
                    <a:p>
                      <a:pPr marL="0" marR="0">
                        <a:lnSpc>
                          <a:spcPct val="107000"/>
                        </a:lnSpc>
                        <a:spcBef>
                          <a:spcPts val="0"/>
                        </a:spcBef>
                        <a:spcAft>
                          <a:spcPts val="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Option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a:lnSpc>
                          <a:spcPct val="107000"/>
                        </a:lnSpc>
                        <a:spcBef>
                          <a:spcPts val="0"/>
                        </a:spcBef>
                        <a:spcAft>
                          <a:spcPts val="0"/>
                        </a:spcAft>
                      </a:pPr>
                      <a:r>
                        <a:rPr lang="en-US" sz="1800">
                          <a:effectLst/>
                          <a:latin typeface="Calibri" panose="020F0502020204030204" pitchFamily="34" charset="0"/>
                          <a:ea typeface="Calibri" panose="020F0502020204030204" pitchFamily="34" charset="0"/>
                          <a:cs typeface="Times New Roman" panose="02020603050405020304" pitchFamily="18" charset="0"/>
                        </a:rPr>
                        <a:t>Examples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xmlns="" val="220953359"/>
                  </a:ext>
                </a:extLst>
              </a:tr>
              <a:tr h="922402">
                <a:tc>
                  <a:txBody>
                    <a:bodyPr/>
                    <a:lstStyle/>
                    <a:p>
                      <a:pPr marL="0" marR="0">
                        <a:lnSpc>
                          <a:spcPct val="107000"/>
                        </a:lnSpc>
                        <a:spcBef>
                          <a:spcPts val="0"/>
                        </a:spcBef>
                        <a:spcAft>
                          <a:spcPts val="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Inherent safety by design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nSpc>
                          <a:spcPct val="107000"/>
                        </a:lnSpc>
                        <a:spcBef>
                          <a:spcPts val="0"/>
                        </a:spcBef>
                        <a:spcAft>
                          <a:spcPts val="0"/>
                        </a:spcAft>
                        <a:buFont typeface="Symbol" panose="05050102010706020507" pitchFamily="18" charset="2"/>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 Use specific connectors that cannot be connected to the wrong component. </a:t>
                      </a:r>
                    </a:p>
                    <a:p>
                      <a:pPr marL="0" marR="0" lvl="0" indent="0">
                        <a:lnSpc>
                          <a:spcPct val="107000"/>
                        </a:lnSpc>
                        <a:spcBef>
                          <a:spcPts val="0"/>
                        </a:spcBef>
                        <a:spcAft>
                          <a:spcPts val="0"/>
                        </a:spcAft>
                        <a:buFont typeface="Symbol" panose="05050102010706020507" pitchFamily="18" charset="2"/>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 Remove features that can be mistakenly selected or eliminate an interaction when it could lead to use error. </a:t>
                      </a:r>
                    </a:p>
                    <a:p>
                      <a:pPr marL="0" marR="0" lvl="0" indent="0">
                        <a:lnSpc>
                          <a:spcPct val="107000"/>
                        </a:lnSpc>
                        <a:spcBef>
                          <a:spcPts val="0"/>
                        </a:spcBef>
                        <a:spcAft>
                          <a:spcPts val="0"/>
                        </a:spcAft>
                        <a:buFont typeface="Symbol" panose="05050102010706020507" pitchFamily="18" charset="2"/>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 Improve the detectability or readability of controls, labels, and displays. </a:t>
                      </a:r>
                    </a:p>
                    <a:p>
                      <a:pPr marL="0" marR="0" lvl="0" indent="0">
                        <a:lnSpc>
                          <a:spcPct val="107000"/>
                        </a:lnSpc>
                        <a:spcBef>
                          <a:spcPts val="0"/>
                        </a:spcBef>
                        <a:spcAft>
                          <a:spcPts val="0"/>
                        </a:spcAft>
                        <a:buFont typeface="Symbol" panose="05050102010706020507" pitchFamily="18" charset="2"/>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 Automate device functions that are prone to use error when users perform the task manually.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2245983168"/>
                  </a:ext>
                </a:extLst>
              </a:tr>
            </a:tbl>
          </a:graphicData>
        </a:graphic>
      </p:graphicFrame>
      <p:sp>
        <p:nvSpPr>
          <p:cNvPr id="9" name="TextBox 8">
            <a:extLst>
              <a:ext uri="{FF2B5EF4-FFF2-40B4-BE49-F238E27FC236}">
                <a16:creationId xmlns:a16="http://schemas.microsoft.com/office/drawing/2014/main" xmlns="" id="{F9BEF094-4AED-DF75-5609-C7A211F832BA}"/>
              </a:ext>
            </a:extLst>
          </p:cNvPr>
          <p:cNvSpPr txBox="1"/>
          <p:nvPr/>
        </p:nvSpPr>
        <p:spPr>
          <a:xfrm>
            <a:off x="663526" y="4342652"/>
            <a:ext cx="7315200" cy="369332"/>
          </a:xfrm>
          <a:prstGeom prst="rect">
            <a:avLst/>
          </a:prstGeom>
          <a:noFill/>
        </p:spPr>
        <p:txBody>
          <a:bodyPr wrap="square">
            <a:spAutoFit/>
          </a:bodyPr>
          <a:lstStyle/>
          <a:p>
            <a:r>
              <a:rPr lang="en-US" sz="1800" dirty="0"/>
              <a:t>Examples from ISO 24971</a:t>
            </a:r>
          </a:p>
        </p:txBody>
      </p:sp>
      <p:sp>
        <p:nvSpPr>
          <p:cNvPr id="10" name="TextBox 9">
            <a:extLst>
              <a:ext uri="{FF2B5EF4-FFF2-40B4-BE49-F238E27FC236}">
                <a16:creationId xmlns:a16="http://schemas.microsoft.com/office/drawing/2014/main" xmlns="" id="{9DEDD849-CB2F-F47D-1355-2A02BF5F2E27}"/>
              </a:ext>
            </a:extLst>
          </p:cNvPr>
          <p:cNvSpPr txBox="1"/>
          <p:nvPr/>
        </p:nvSpPr>
        <p:spPr>
          <a:xfrm>
            <a:off x="733055" y="6739105"/>
            <a:ext cx="7315200" cy="369332"/>
          </a:xfrm>
          <a:prstGeom prst="rect">
            <a:avLst/>
          </a:prstGeom>
          <a:noFill/>
        </p:spPr>
        <p:txBody>
          <a:bodyPr wrap="square">
            <a:spAutoFit/>
          </a:bodyPr>
          <a:lstStyle/>
          <a:p>
            <a:r>
              <a:rPr lang="en-US" sz="1800" dirty="0"/>
              <a:t>Examples from IEC 62366-1</a:t>
            </a:r>
          </a:p>
        </p:txBody>
      </p:sp>
    </p:spTree>
    <p:extLst>
      <p:ext uri="{BB962C8B-B14F-4D97-AF65-F5344CB8AC3E}">
        <p14:creationId xmlns:p14="http://schemas.microsoft.com/office/powerpoint/2010/main" val="36921624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9089B64-BEBA-4C2A-B8B9-416A6128A9CF}"/>
              </a:ext>
            </a:extLst>
          </p:cNvPr>
          <p:cNvSpPr>
            <a:spLocks noGrp="1"/>
          </p:cNvSpPr>
          <p:nvPr>
            <p:ph type="title"/>
          </p:nvPr>
        </p:nvSpPr>
        <p:spPr/>
        <p:txBody>
          <a:bodyPr/>
          <a:lstStyle/>
          <a:p>
            <a:r>
              <a:rPr lang="en-US" dirty="0"/>
              <a:t>Risk Control</a:t>
            </a:r>
          </a:p>
        </p:txBody>
      </p:sp>
      <p:sp>
        <p:nvSpPr>
          <p:cNvPr id="3" name="Content Placeholder 2">
            <a:extLst>
              <a:ext uri="{FF2B5EF4-FFF2-40B4-BE49-F238E27FC236}">
                <a16:creationId xmlns:a16="http://schemas.microsoft.com/office/drawing/2014/main" xmlns="" id="{8BE5F4FC-CE07-743F-F099-DE98FE4264D3}"/>
              </a:ext>
            </a:extLst>
          </p:cNvPr>
          <p:cNvSpPr txBox="1">
            <a:spLocks/>
          </p:cNvSpPr>
          <p:nvPr/>
        </p:nvSpPr>
        <p:spPr>
          <a:xfrm>
            <a:off x="0" y="1195147"/>
            <a:ext cx="13523495" cy="395530"/>
          </a:xfrm>
          <a:prstGeom prst="rect">
            <a:avLst/>
          </a:prstGeom>
        </p:spPr>
        <p:txBody>
          <a:bodyPr wrap="square" anchor="t">
            <a:normAutofit fontScale="92500" lnSpcReduction="20000"/>
          </a:bodyPr>
          <a:lst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lvl="1"/>
            <a:r>
              <a:rPr lang="en-US" sz="2800" dirty="0"/>
              <a:t>Examples of Protective Measure RCMs:</a:t>
            </a:r>
          </a:p>
          <a:p>
            <a:pPr lvl="2"/>
            <a:endParaRPr lang="en-US" sz="2320" dirty="0"/>
          </a:p>
        </p:txBody>
      </p:sp>
      <p:sp>
        <p:nvSpPr>
          <p:cNvPr id="7" name="TextBox 6">
            <a:extLst>
              <a:ext uri="{FF2B5EF4-FFF2-40B4-BE49-F238E27FC236}">
                <a16:creationId xmlns:a16="http://schemas.microsoft.com/office/drawing/2014/main" xmlns="" id="{C0E1005E-8C02-FE72-3966-1B7A485FFC8E}"/>
              </a:ext>
            </a:extLst>
          </p:cNvPr>
          <p:cNvSpPr txBox="1"/>
          <p:nvPr/>
        </p:nvSpPr>
        <p:spPr>
          <a:xfrm>
            <a:off x="624972" y="4713237"/>
            <a:ext cx="12999588" cy="523220"/>
          </a:xfrm>
          <a:prstGeom prst="rect">
            <a:avLst/>
          </a:prstGeom>
          <a:noFill/>
        </p:spPr>
        <p:txBody>
          <a:bodyPr wrap="square" rtlCol="0">
            <a:spAutoFit/>
          </a:bodyPr>
          <a:lstStyle/>
          <a:p>
            <a:pPr marL="457200" indent="-457200">
              <a:buFont typeface="Arial" panose="020B0604020202020204" pitchFamily="34" charset="0"/>
              <a:buChar char="•"/>
            </a:pPr>
            <a:r>
              <a:rPr lang="en-US" sz="2800" dirty="0"/>
              <a:t>Examples of Protective Measure RCMs for use-related hazards:</a:t>
            </a:r>
          </a:p>
        </p:txBody>
      </p:sp>
      <p:graphicFrame>
        <p:nvGraphicFramePr>
          <p:cNvPr id="8" name="Table 7">
            <a:extLst>
              <a:ext uri="{FF2B5EF4-FFF2-40B4-BE49-F238E27FC236}">
                <a16:creationId xmlns:a16="http://schemas.microsoft.com/office/drawing/2014/main" xmlns="" id="{41885FE2-A3EE-F975-0652-E9857C2191DB}"/>
              </a:ext>
            </a:extLst>
          </p:cNvPr>
          <p:cNvGraphicFramePr>
            <a:graphicFrameLocks noGrp="1"/>
          </p:cNvGraphicFramePr>
          <p:nvPr>
            <p:extLst>
              <p:ext uri="{D42A27DB-BD31-4B8C-83A1-F6EECF244321}">
                <p14:modId xmlns:p14="http://schemas.microsoft.com/office/powerpoint/2010/main" val="4294575888"/>
              </p:ext>
            </p:extLst>
          </p:nvPr>
        </p:nvGraphicFramePr>
        <p:xfrm>
          <a:off x="663526" y="1727557"/>
          <a:ext cx="12999588" cy="2602422"/>
        </p:xfrm>
        <a:graphic>
          <a:graphicData uri="http://schemas.openxmlformats.org/drawingml/2006/table">
            <a:tbl>
              <a:tblPr firstRow="1" firstCol="1" bandRow="1"/>
              <a:tblGrid>
                <a:gridCol w="2023328">
                  <a:extLst>
                    <a:ext uri="{9D8B030D-6E8A-4147-A177-3AD203B41FA5}">
                      <a16:colId xmlns:a16="http://schemas.microsoft.com/office/drawing/2014/main" xmlns="" val="2026685461"/>
                    </a:ext>
                  </a:extLst>
                </a:gridCol>
                <a:gridCol w="10976260">
                  <a:extLst>
                    <a:ext uri="{9D8B030D-6E8A-4147-A177-3AD203B41FA5}">
                      <a16:colId xmlns:a16="http://schemas.microsoft.com/office/drawing/2014/main" xmlns="" val="683942497"/>
                    </a:ext>
                  </a:extLst>
                </a:gridCol>
              </a:tblGrid>
              <a:tr h="0">
                <a:tc>
                  <a:txBody>
                    <a:bodyPr/>
                    <a:lstStyle>
                      <a:lvl1pPr marL="0" algn="l" defTabSz="1097280" rtl="0" eaLnBrk="1" latinLnBrk="0" hangingPunct="1">
                        <a:defRPr sz="2160" kern="1200">
                          <a:solidFill>
                            <a:schemeClr val="tx1"/>
                          </a:solidFill>
                          <a:latin typeface="Arial"/>
                        </a:defRPr>
                      </a:lvl1pPr>
                      <a:lvl2pPr marL="548640" algn="l" defTabSz="1097280" rtl="0" eaLnBrk="1" latinLnBrk="0" hangingPunct="1">
                        <a:defRPr sz="2160" kern="1200">
                          <a:solidFill>
                            <a:schemeClr val="tx1"/>
                          </a:solidFill>
                          <a:latin typeface="Arial"/>
                        </a:defRPr>
                      </a:lvl2pPr>
                      <a:lvl3pPr marL="1097280" algn="l" defTabSz="1097280" rtl="0" eaLnBrk="1" latinLnBrk="0" hangingPunct="1">
                        <a:defRPr sz="2160" kern="1200">
                          <a:solidFill>
                            <a:schemeClr val="tx1"/>
                          </a:solidFill>
                          <a:latin typeface="Arial"/>
                        </a:defRPr>
                      </a:lvl3pPr>
                      <a:lvl4pPr marL="1645920" algn="l" defTabSz="1097280" rtl="0" eaLnBrk="1" latinLnBrk="0" hangingPunct="1">
                        <a:defRPr sz="2160" kern="1200">
                          <a:solidFill>
                            <a:schemeClr val="tx1"/>
                          </a:solidFill>
                          <a:latin typeface="Arial"/>
                        </a:defRPr>
                      </a:lvl4pPr>
                      <a:lvl5pPr marL="2194560" algn="l" defTabSz="1097280" rtl="0" eaLnBrk="1" latinLnBrk="0" hangingPunct="1">
                        <a:defRPr sz="2160" kern="1200">
                          <a:solidFill>
                            <a:schemeClr val="tx1"/>
                          </a:solidFill>
                          <a:latin typeface="Arial"/>
                        </a:defRPr>
                      </a:lvl5pPr>
                      <a:lvl6pPr marL="2743200" algn="l" defTabSz="1097280" rtl="0" eaLnBrk="1" latinLnBrk="0" hangingPunct="1">
                        <a:defRPr sz="2160" kern="1200">
                          <a:solidFill>
                            <a:schemeClr val="tx1"/>
                          </a:solidFill>
                          <a:latin typeface="Arial"/>
                        </a:defRPr>
                      </a:lvl6pPr>
                      <a:lvl7pPr marL="3291840" algn="l" defTabSz="1097280" rtl="0" eaLnBrk="1" latinLnBrk="0" hangingPunct="1">
                        <a:defRPr sz="2160" kern="1200">
                          <a:solidFill>
                            <a:schemeClr val="tx1"/>
                          </a:solidFill>
                          <a:latin typeface="Arial"/>
                        </a:defRPr>
                      </a:lvl7pPr>
                      <a:lvl8pPr marL="3840480" algn="l" defTabSz="1097280" rtl="0" eaLnBrk="1" latinLnBrk="0" hangingPunct="1">
                        <a:defRPr sz="2160" kern="1200">
                          <a:solidFill>
                            <a:schemeClr val="tx1"/>
                          </a:solidFill>
                          <a:latin typeface="Arial"/>
                        </a:defRPr>
                      </a:lvl8pPr>
                      <a:lvl9pPr marL="4389120" algn="l" defTabSz="1097280" rtl="0" eaLnBrk="1" latinLnBrk="0" hangingPunct="1">
                        <a:defRPr sz="2160" kern="1200">
                          <a:solidFill>
                            <a:schemeClr val="tx1"/>
                          </a:solidFill>
                          <a:latin typeface="Arial"/>
                        </a:defRPr>
                      </a:lvl9pPr>
                    </a:lstStyle>
                    <a:p>
                      <a:pPr marL="0" marR="0">
                        <a:lnSpc>
                          <a:spcPct val="107000"/>
                        </a:lnSpc>
                        <a:spcBef>
                          <a:spcPts val="0"/>
                        </a:spcBef>
                        <a:spcAft>
                          <a:spcPts val="0"/>
                        </a:spcAft>
                      </a:pPr>
                      <a:r>
                        <a:rPr lang="en-US" sz="1800" dirty="0">
                          <a:solidFill>
                            <a:srgbClr val="000000"/>
                          </a:solidFill>
                          <a:effectLst/>
                          <a:latin typeface="+mn-lt"/>
                          <a:ea typeface="Calibri" panose="020F0502020204030204" pitchFamily="34" charset="0"/>
                          <a:cs typeface="Times New Roman" panose="02020603050405020304" pitchFamily="18" charset="0"/>
                        </a:rPr>
                        <a:t>Description</a:t>
                      </a:r>
                      <a:endParaRPr lang="en-US" sz="18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1097280" rtl="0" eaLnBrk="1" latinLnBrk="0" hangingPunct="1">
                        <a:defRPr sz="2160" kern="1200">
                          <a:solidFill>
                            <a:schemeClr val="tx1"/>
                          </a:solidFill>
                          <a:latin typeface="Arial"/>
                        </a:defRPr>
                      </a:lvl1pPr>
                      <a:lvl2pPr marL="548640" algn="l" defTabSz="1097280" rtl="0" eaLnBrk="1" latinLnBrk="0" hangingPunct="1">
                        <a:defRPr sz="2160" kern="1200">
                          <a:solidFill>
                            <a:schemeClr val="tx1"/>
                          </a:solidFill>
                          <a:latin typeface="Arial"/>
                        </a:defRPr>
                      </a:lvl2pPr>
                      <a:lvl3pPr marL="1097280" algn="l" defTabSz="1097280" rtl="0" eaLnBrk="1" latinLnBrk="0" hangingPunct="1">
                        <a:defRPr sz="2160" kern="1200">
                          <a:solidFill>
                            <a:schemeClr val="tx1"/>
                          </a:solidFill>
                          <a:latin typeface="Arial"/>
                        </a:defRPr>
                      </a:lvl3pPr>
                      <a:lvl4pPr marL="1645920" algn="l" defTabSz="1097280" rtl="0" eaLnBrk="1" latinLnBrk="0" hangingPunct="1">
                        <a:defRPr sz="2160" kern="1200">
                          <a:solidFill>
                            <a:schemeClr val="tx1"/>
                          </a:solidFill>
                          <a:latin typeface="Arial"/>
                        </a:defRPr>
                      </a:lvl4pPr>
                      <a:lvl5pPr marL="2194560" algn="l" defTabSz="1097280" rtl="0" eaLnBrk="1" latinLnBrk="0" hangingPunct="1">
                        <a:defRPr sz="2160" kern="1200">
                          <a:solidFill>
                            <a:schemeClr val="tx1"/>
                          </a:solidFill>
                          <a:latin typeface="Arial"/>
                        </a:defRPr>
                      </a:lvl5pPr>
                      <a:lvl6pPr marL="2743200" algn="l" defTabSz="1097280" rtl="0" eaLnBrk="1" latinLnBrk="0" hangingPunct="1">
                        <a:defRPr sz="2160" kern="1200">
                          <a:solidFill>
                            <a:schemeClr val="tx1"/>
                          </a:solidFill>
                          <a:latin typeface="Arial"/>
                        </a:defRPr>
                      </a:lvl6pPr>
                      <a:lvl7pPr marL="3291840" algn="l" defTabSz="1097280" rtl="0" eaLnBrk="1" latinLnBrk="0" hangingPunct="1">
                        <a:defRPr sz="2160" kern="1200">
                          <a:solidFill>
                            <a:schemeClr val="tx1"/>
                          </a:solidFill>
                          <a:latin typeface="Arial"/>
                        </a:defRPr>
                      </a:lvl7pPr>
                      <a:lvl8pPr marL="3840480" algn="l" defTabSz="1097280" rtl="0" eaLnBrk="1" latinLnBrk="0" hangingPunct="1">
                        <a:defRPr sz="2160" kern="1200">
                          <a:solidFill>
                            <a:schemeClr val="tx1"/>
                          </a:solidFill>
                          <a:latin typeface="Arial"/>
                        </a:defRPr>
                      </a:lvl8pPr>
                      <a:lvl9pPr marL="4389120" algn="l" defTabSz="1097280" rtl="0" eaLnBrk="1" latinLnBrk="0" hangingPunct="1">
                        <a:defRPr sz="2160" kern="1200">
                          <a:solidFill>
                            <a:schemeClr val="tx1"/>
                          </a:solidFill>
                          <a:latin typeface="Arial"/>
                        </a:defRPr>
                      </a:lvl9pPr>
                    </a:lstStyle>
                    <a:p>
                      <a:pPr marL="0" marR="0">
                        <a:lnSpc>
                          <a:spcPct val="107000"/>
                        </a:lnSpc>
                        <a:spcBef>
                          <a:spcPts val="0"/>
                        </a:spcBef>
                        <a:spcAft>
                          <a:spcPts val="0"/>
                        </a:spcAft>
                      </a:pPr>
                      <a:r>
                        <a:rPr lang="en-US" sz="1800" dirty="0">
                          <a:solidFill>
                            <a:srgbClr val="000000"/>
                          </a:solidFill>
                          <a:effectLst/>
                          <a:latin typeface="+mn-lt"/>
                          <a:ea typeface="Calibri" panose="020F0502020204030204" pitchFamily="34" charset="0"/>
                          <a:cs typeface="Times New Roman" panose="02020603050405020304" pitchFamily="18" charset="0"/>
                        </a:rPr>
                        <a:t>Example</a:t>
                      </a:r>
                      <a:endParaRPr lang="en-US" sz="18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xmlns="" val="220953359"/>
                  </a:ext>
                </a:extLst>
              </a:tr>
              <a:tr h="922402">
                <a:tc>
                  <a:txBody>
                    <a:bodyPr/>
                    <a:lstStyle>
                      <a:lvl1pPr marL="0" algn="l" defTabSz="1097280" rtl="0" eaLnBrk="1" latinLnBrk="0" hangingPunct="1">
                        <a:defRPr sz="2160" kern="1200">
                          <a:solidFill>
                            <a:schemeClr val="tx1"/>
                          </a:solidFill>
                          <a:latin typeface="Arial"/>
                        </a:defRPr>
                      </a:lvl1pPr>
                      <a:lvl2pPr marL="548640" algn="l" defTabSz="1097280" rtl="0" eaLnBrk="1" latinLnBrk="0" hangingPunct="1">
                        <a:defRPr sz="2160" kern="1200">
                          <a:solidFill>
                            <a:schemeClr val="tx1"/>
                          </a:solidFill>
                          <a:latin typeface="Arial"/>
                        </a:defRPr>
                      </a:lvl2pPr>
                      <a:lvl3pPr marL="1097280" algn="l" defTabSz="1097280" rtl="0" eaLnBrk="1" latinLnBrk="0" hangingPunct="1">
                        <a:defRPr sz="2160" kern="1200">
                          <a:solidFill>
                            <a:schemeClr val="tx1"/>
                          </a:solidFill>
                          <a:latin typeface="Arial"/>
                        </a:defRPr>
                      </a:lvl3pPr>
                      <a:lvl4pPr marL="1645920" algn="l" defTabSz="1097280" rtl="0" eaLnBrk="1" latinLnBrk="0" hangingPunct="1">
                        <a:defRPr sz="2160" kern="1200">
                          <a:solidFill>
                            <a:schemeClr val="tx1"/>
                          </a:solidFill>
                          <a:latin typeface="Arial"/>
                        </a:defRPr>
                      </a:lvl4pPr>
                      <a:lvl5pPr marL="2194560" algn="l" defTabSz="1097280" rtl="0" eaLnBrk="1" latinLnBrk="0" hangingPunct="1">
                        <a:defRPr sz="2160" kern="1200">
                          <a:solidFill>
                            <a:schemeClr val="tx1"/>
                          </a:solidFill>
                          <a:latin typeface="Arial"/>
                        </a:defRPr>
                      </a:lvl5pPr>
                      <a:lvl6pPr marL="2743200" algn="l" defTabSz="1097280" rtl="0" eaLnBrk="1" latinLnBrk="0" hangingPunct="1">
                        <a:defRPr sz="2160" kern="1200">
                          <a:solidFill>
                            <a:schemeClr val="tx1"/>
                          </a:solidFill>
                          <a:latin typeface="Arial"/>
                        </a:defRPr>
                      </a:lvl6pPr>
                      <a:lvl7pPr marL="3291840" algn="l" defTabSz="1097280" rtl="0" eaLnBrk="1" latinLnBrk="0" hangingPunct="1">
                        <a:defRPr sz="2160" kern="1200">
                          <a:solidFill>
                            <a:schemeClr val="tx1"/>
                          </a:solidFill>
                          <a:latin typeface="Arial"/>
                        </a:defRPr>
                      </a:lvl7pPr>
                      <a:lvl8pPr marL="3840480" algn="l" defTabSz="1097280" rtl="0" eaLnBrk="1" latinLnBrk="0" hangingPunct="1">
                        <a:defRPr sz="2160" kern="1200">
                          <a:solidFill>
                            <a:schemeClr val="tx1"/>
                          </a:solidFill>
                          <a:latin typeface="Arial"/>
                        </a:defRPr>
                      </a:lvl8pPr>
                      <a:lvl9pPr marL="4389120" algn="l" defTabSz="1097280" rtl="0" eaLnBrk="1" latinLnBrk="0" hangingPunct="1">
                        <a:defRPr sz="2160" kern="1200">
                          <a:solidFill>
                            <a:schemeClr val="tx1"/>
                          </a:solidFill>
                          <a:latin typeface="Arial"/>
                        </a:defRPr>
                      </a:lvl9pPr>
                    </a:lstStyle>
                    <a:p>
                      <a:pPr marL="0" marR="0">
                        <a:lnSpc>
                          <a:spcPct val="107000"/>
                        </a:lnSpc>
                        <a:spcBef>
                          <a:spcPts val="0"/>
                        </a:spcBef>
                        <a:spcAft>
                          <a:spcPts val="0"/>
                        </a:spcAft>
                      </a:pPr>
                      <a:r>
                        <a:rPr lang="en-US" sz="1800">
                          <a:effectLst/>
                          <a:latin typeface="+mn-lt"/>
                          <a:ea typeface="Calibri" panose="020F0502020204030204" pitchFamily="34" charset="0"/>
                          <a:cs typeface="Times New Roman" panose="02020603050405020304" pitchFamily="18" charset="0"/>
                        </a:rPr>
                        <a:t>- preventing the occurrence of a </a:t>
                      </a:r>
                      <a:r>
                        <a:rPr lang="en-US" sz="1800" i="1">
                          <a:effectLst/>
                          <a:latin typeface="+mn-lt"/>
                          <a:ea typeface="Calibri" panose="020F0502020204030204" pitchFamily="34" charset="0"/>
                          <a:cs typeface="Times New Roman" panose="02020603050405020304" pitchFamily="18" charset="0"/>
                        </a:rPr>
                        <a:t>hazardous situation</a:t>
                      </a:r>
                      <a:endParaRPr lang="en-US" sz="180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97280" rtl="0" eaLnBrk="1" latinLnBrk="0" hangingPunct="1">
                        <a:defRPr sz="2160" kern="1200">
                          <a:solidFill>
                            <a:schemeClr val="tx1"/>
                          </a:solidFill>
                          <a:latin typeface="Arial"/>
                        </a:defRPr>
                      </a:lvl1pPr>
                      <a:lvl2pPr marL="548640" algn="l" defTabSz="1097280" rtl="0" eaLnBrk="1" latinLnBrk="0" hangingPunct="1">
                        <a:defRPr sz="2160" kern="1200">
                          <a:solidFill>
                            <a:schemeClr val="tx1"/>
                          </a:solidFill>
                          <a:latin typeface="Arial"/>
                        </a:defRPr>
                      </a:lvl2pPr>
                      <a:lvl3pPr marL="1097280" algn="l" defTabSz="1097280" rtl="0" eaLnBrk="1" latinLnBrk="0" hangingPunct="1">
                        <a:defRPr sz="2160" kern="1200">
                          <a:solidFill>
                            <a:schemeClr val="tx1"/>
                          </a:solidFill>
                          <a:latin typeface="Arial"/>
                        </a:defRPr>
                      </a:lvl3pPr>
                      <a:lvl4pPr marL="1645920" algn="l" defTabSz="1097280" rtl="0" eaLnBrk="1" latinLnBrk="0" hangingPunct="1">
                        <a:defRPr sz="2160" kern="1200">
                          <a:solidFill>
                            <a:schemeClr val="tx1"/>
                          </a:solidFill>
                          <a:latin typeface="Arial"/>
                        </a:defRPr>
                      </a:lvl4pPr>
                      <a:lvl5pPr marL="2194560" algn="l" defTabSz="1097280" rtl="0" eaLnBrk="1" latinLnBrk="0" hangingPunct="1">
                        <a:defRPr sz="2160" kern="1200">
                          <a:solidFill>
                            <a:schemeClr val="tx1"/>
                          </a:solidFill>
                          <a:latin typeface="Arial"/>
                        </a:defRPr>
                      </a:lvl5pPr>
                      <a:lvl6pPr marL="2743200" algn="l" defTabSz="1097280" rtl="0" eaLnBrk="1" latinLnBrk="0" hangingPunct="1">
                        <a:defRPr sz="2160" kern="1200">
                          <a:solidFill>
                            <a:schemeClr val="tx1"/>
                          </a:solidFill>
                          <a:latin typeface="Arial"/>
                        </a:defRPr>
                      </a:lvl6pPr>
                      <a:lvl7pPr marL="3291840" algn="l" defTabSz="1097280" rtl="0" eaLnBrk="1" latinLnBrk="0" hangingPunct="1">
                        <a:defRPr sz="2160" kern="1200">
                          <a:solidFill>
                            <a:schemeClr val="tx1"/>
                          </a:solidFill>
                          <a:latin typeface="Arial"/>
                        </a:defRPr>
                      </a:lvl7pPr>
                      <a:lvl8pPr marL="3840480" algn="l" defTabSz="1097280" rtl="0" eaLnBrk="1" latinLnBrk="0" hangingPunct="1">
                        <a:defRPr sz="2160" kern="1200">
                          <a:solidFill>
                            <a:schemeClr val="tx1"/>
                          </a:solidFill>
                          <a:latin typeface="Arial"/>
                        </a:defRPr>
                      </a:lvl8pPr>
                      <a:lvl9pPr marL="4389120" algn="l" defTabSz="1097280" rtl="0" eaLnBrk="1" latinLnBrk="0" hangingPunct="1">
                        <a:defRPr sz="2160" kern="1200">
                          <a:solidFill>
                            <a:schemeClr val="tx1"/>
                          </a:solidFill>
                          <a:latin typeface="Arial"/>
                        </a:defRPr>
                      </a:lvl9pPr>
                    </a:lstStyle>
                    <a:p>
                      <a:pPr marL="0" marR="0">
                        <a:lnSpc>
                          <a:spcPct val="107000"/>
                        </a:lnSpc>
                        <a:spcBef>
                          <a:spcPts val="0"/>
                        </a:spcBef>
                        <a:spcAft>
                          <a:spcPts val="0"/>
                        </a:spcAft>
                      </a:pPr>
                      <a:r>
                        <a:rPr lang="en-US" sz="1800" b="0" i="0" u="none" strike="noStrike" kern="1200" baseline="0" dirty="0">
                          <a:solidFill>
                            <a:schemeClr val="tx1"/>
                          </a:solidFill>
                          <a:latin typeface="+mn-lt"/>
                          <a:ea typeface="+mn-ea"/>
                          <a:cs typeface="+mn-cs"/>
                        </a:rPr>
                        <a:t>Using automatic cut-off or over-pressure valves. </a:t>
                      </a:r>
                    </a:p>
                    <a:p>
                      <a:pPr marL="0" marR="0">
                        <a:lnSpc>
                          <a:spcPct val="107000"/>
                        </a:lnSpc>
                        <a:spcBef>
                          <a:spcPts val="0"/>
                        </a:spcBef>
                        <a:spcAft>
                          <a:spcPts val="0"/>
                        </a:spcAft>
                      </a:pPr>
                      <a:r>
                        <a:rPr lang="en-US" sz="1800" b="0" i="0" u="none" strike="noStrike" kern="1200" baseline="0" dirty="0">
                          <a:solidFill>
                            <a:schemeClr val="tx1"/>
                          </a:solidFill>
                          <a:latin typeface="+mn-lt"/>
                          <a:ea typeface="+mn-ea"/>
                          <a:cs typeface="+mn-cs"/>
                        </a:rPr>
                        <a:t>Protective covers of electrical wires and power units (covered plugs, sockets and connectors). </a:t>
                      </a:r>
                    </a:p>
                    <a:p>
                      <a:pPr marL="0" marR="0">
                        <a:lnSpc>
                          <a:spcPct val="107000"/>
                        </a:lnSpc>
                        <a:spcBef>
                          <a:spcPts val="0"/>
                        </a:spcBef>
                        <a:spcAft>
                          <a:spcPts val="0"/>
                        </a:spcAft>
                      </a:pPr>
                      <a:r>
                        <a:rPr lang="en-US" sz="1800" b="0" i="0" u="none" strike="noStrike" kern="1200" baseline="0" dirty="0">
                          <a:solidFill>
                            <a:schemeClr val="tx1"/>
                          </a:solidFill>
                          <a:latin typeface="+mn-lt"/>
                          <a:ea typeface="+mn-ea"/>
                          <a:cs typeface="+mn-cs"/>
                        </a:rPr>
                        <a:t>Guards for moving parts or to prevent patients falling off a table or out of bed. Inspection testing in manufacturing to detect non-conforming products. </a:t>
                      </a:r>
                      <a:endParaRPr lang="en-US" sz="18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2245983168"/>
                  </a:ext>
                </a:extLst>
              </a:tr>
              <a:tr h="922402">
                <a:tc>
                  <a:txBody>
                    <a:bodyPr/>
                    <a:lstStyle>
                      <a:lvl1pPr marL="0" algn="l" defTabSz="1097280" rtl="0" eaLnBrk="1" latinLnBrk="0" hangingPunct="1">
                        <a:defRPr sz="2160" kern="1200">
                          <a:solidFill>
                            <a:schemeClr val="tx1"/>
                          </a:solidFill>
                          <a:latin typeface="Arial"/>
                        </a:defRPr>
                      </a:lvl1pPr>
                      <a:lvl2pPr marL="548640" algn="l" defTabSz="1097280" rtl="0" eaLnBrk="1" latinLnBrk="0" hangingPunct="1">
                        <a:defRPr sz="2160" kern="1200">
                          <a:solidFill>
                            <a:schemeClr val="tx1"/>
                          </a:solidFill>
                          <a:latin typeface="Arial"/>
                        </a:defRPr>
                      </a:lvl2pPr>
                      <a:lvl3pPr marL="1097280" algn="l" defTabSz="1097280" rtl="0" eaLnBrk="1" latinLnBrk="0" hangingPunct="1">
                        <a:defRPr sz="2160" kern="1200">
                          <a:solidFill>
                            <a:schemeClr val="tx1"/>
                          </a:solidFill>
                          <a:latin typeface="Arial"/>
                        </a:defRPr>
                      </a:lvl3pPr>
                      <a:lvl4pPr marL="1645920" algn="l" defTabSz="1097280" rtl="0" eaLnBrk="1" latinLnBrk="0" hangingPunct="1">
                        <a:defRPr sz="2160" kern="1200">
                          <a:solidFill>
                            <a:schemeClr val="tx1"/>
                          </a:solidFill>
                          <a:latin typeface="Arial"/>
                        </a:defRPr>
                      </a:lvl4pPr>
                      <a:lvl5pPr marL="2194560" algn="l" defTabSz="1097280" rtl="0" eaLnBrk="1" latinLnBrk="0" hangingPunct="1">
                        <a:defRPr sz="2160" kern="1200">
                          <a:solidFill>
                            <a:schemeClr val="tx1"/>
                          </a:solidFill>
                          <a:latin typeface="Arial"/>
                        </a:defRPr>
                      </a:lvl5pPr>
                      <a:lvl6pPr marL="2743200" algn="l" defTabSz="1097280" rtl="0" eaLnBrk="1" latinLnBrk="0" hangingPunct="1">
                        <a:defRPr sz="2160" kern="1200">
                          <a:solidFill>
                            <a:schemeClr val="tx1"/>
                          </a:solidFill>
                          <a:latin typeface="Arial"/>
                        </a:defRPr>
                      </a:lvl6pPr>
                      <a:lvl7pPr marL="3291840" algn="l" defTabSz="1097280" rtl="0" eaLnBrk="1" latinLnBrk="0" hangingPunct="1">
                        <a:defRPr sz="2160" kern="1200">
                          <a:solidFill>
                            <a:schemeClr val="tx1"/>
                          </a:solidFill>
                          <a:latin typeface="Arial"/>
                        </a:defRPr>
                      </a:lvl7pPr>
                      <a:lvl8pPr marL="3840480" algn="l" defTabSz="1097280" rtl="0" eaLnBrk="1" latinLnBrk="0" hangingPunct="1">
                        <a:defRPr sz="2160" kern="1200">
                          <a:solidFill>
                            <a:schemeClr val="tx1"/>
                          </a:solidFill>
                          <a:latin typeface="Arial"/>
                        </a:defRPr>
                      </a:lvl8pPr>
                      <a:lvl9pPr marL="4389120" algn="l" defTabSz="1097280" rtl="0" eaLnBrk="1" latinLnBrk="0" hangingPunct="1">
                        <a:defRPr sz="2160" kern="1200">
                          <a:solidFill>
                            <a:schemeClr val="tx1"/>
                          </a:solidFill>
                          <a:latin typeface="Arial"/>
                        </a:defRPr>
                      </a:lvl9pPr>
                    </a:lstStyle>
                    <a:p>
                      <a:pPr marL="0" marR="0" lvl="0" indent="0">
                        <a:lnSpc>
                          <a:spcPct val="107000"/>
                        </a:lnSpc>
                        <a:spcBef>
                          <a:spcPts val="0"/>
                        </a:spcBef>
                        <a:spcAft>
                          <a:spcPts val="0"/>
                        </a:spcAft>
                        <a:buFont typeface="+mj-lt"/>
                        <a:buNone/>
                      </a:pPr>
                      <a:r>
                        <a:rPr lang="en-US" sz="1800">
                          <a:effectLst/>
                          <a:latin typeface="+mn-lt"/>
                          <a:ea typeface="Calibri" panose="020F0502020204030204" pitchFamily="34" charset="0"/>
                          <a:cs typeface="Times New Roman" panose="02020603050405020304" pitchFamily="18" charset="0"/>
                        </a:rPr>
                        <a:t>- preventing a </a:t>
                      </a:r>
                      <a:r>
                        <a:rPr lang="en-US" sz="1800" i="1">
                          <a:effectLst/>
                          <a:latin typeface="+mn-lt"/>
                          <a:ea typeface="Calibri" panose="020F0502020204030204" pitchFamily="34" charset="0"/>
                          <a:cs typeface="Times New Roman" panose="02020603050405020304" pitchFamily="18" charset="0"/>
                        </a:rPr>
                        <a:t>hazardous situation </a:t>
                      </a:r>
                      <a:r>
                        <a:rPr lang="en-US" sz="1800">
                          <a:effectLst/>
                          <a:latin typeface="+mn-lt"/>
                          <a:ea typeface="Calibri" panose="020F0502020204030204" pitchFamily="34" charset="0"/>
                          <a:cs typeface="Times New Roman" panose="02020603050405020304" pitchFamily="18" charset="0"/>
                        </a:rPr>
                        <a:t>from leading to </a:t>
                      </a:r>
                      <a:r>
                        <a:rPr lang="en-US" sz="1800" i="1">
                          <a:effectLst/>
                          <a:latin typeface="+mn-lt"/>
                          <a:ea typeface="Calibri" panose="020F0502020204030204" pitchFamily="34" charset="0"/>
                          <a:cs typeface="Times New Roman" panose="02020603050405020304" pitchFamily="18" charset="0"/>
                        </a:rPr>
                        <a:t>harm</a:t>
                      </a:r>
                      <a:endParaRPr lang="en-US" sz="180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97280" rtl="0" eaLnBrk="1" latinLnBrk="0" hangingPunct="1">
                        <a:defRPr sz="2160" kern="1200">
                          <a:solidFill>
                            <a:schemeClr val="tx1"/>
                          </a:solidFill>
                          <a:latin typeface="Arial"/>
                        </a:defRPr>
                      </a:lvl1pPr>
                      <a:lvl2pPr marL="548640" algn="l" defTabSz="1097280" rtl="0" eaLnBrk="1" latinLnBrk="0" hangingPunct="1">
                        <a:defRPr sz="2160" kern="1200">
                          <a:solidFill>
                            <a:schemeClr val="tx1"/>
                          </a:solidFill>
                          <a:latin typeface="Arial"/>
                        </a:defRPr>
                      </a:lvl2pPr>
                      <a:lvl3pPr marL="1097280" algn="l" defTabSz="1097280" rtl="0" eaLnBrk="1" latinLnBrk="0" hangingPunct="1">
                        <a:defRPr sz="2160" kern="1200">
                          <a:solidFill>
                            <a:schemeClr val="tx1"/>
                          </a:solidFill>
                          <a:latin typeface="Arial"/>
                        </a:defRPr>
                      </a:lvl3pPr>
                      <a:lvl4pPr marL="1645920" algn="l" defTabSz="1097280" rtl="0" eaLnBrk="1" latinLnBrk="0" hangingPunct="1">
                        <a:defRPr sz="2160" kern="1200">
                          <a:solidFill>
                            <a:schemeClr val="tx1"/>
                          </a:solidFill>
                          <a:latin typeface="Arial"/>
                        </a:defRPr>
                      </a:lvl4pPr>
                      <a:lvl5pPr marL="2194560" algn="l" defTabSz="1097280" rtl="0" eaLnBrk="1" latinLnBrk="0" hangingPunct="1">
                        <a:defRPr sz="2160" kern="1200">
                          <a:solidFill>
                            <a:schemeClr val="tx1"/>
                          </a:solidFill>
                          <a:latin typeface="Arial"/>
                        </a:defRPr>
                      </a:lvl5pPr>
                      <a:lvl6pPr marL="2743200" algn="l" defTabSz="1097280" rtl="0" eaLnBrk="1" latinLnBrk="0" hangingPunct="1">
                        <a:defRPr sz="2160" kern="1200">
                          <a:solidFill>
                            <a:schemeClr val="tx1"/>
                          </a:solidFill>
                          <a:latin typeface="Arial"/>
                        </a:defRPr>
                      </a:lvl6pPr>
                      <a:lvl7pPr marL="3291840" algn="l" defTabSz="1097280" rtl="0" eaLnBrk="1" latinLnBrk="0" hangingPunct="1">
                        <a:defRPr sz="2160" kern="1200">
                          <a:solidFill>
                            <a:schemeClr val="tx1"/>
                          </a:solidFill>
                          <a:latin typeface="Arial"/>
                        </a:defRPr>
                      </a:lvl7pPr>
                      <a:lvl8pPr marL="3840480" algn="l" defTabSz="1097280" rtl="0" eaLnBrk="1" latinLnBrk="0" hangingPunct="1">
                        <a:defRPr sz="2160" kern="1200">
                          <a:solidFill>
                            <a:schemeClr val="tx1"/>
                          </a:solidFill>
                          <a:latin typeface="Arial"/>
                        </a:defRPr>
                      </a:lvl8pPr>
                      <a:lvl9pPr marL="4389120" algn="l" defTabSz="1097280" rtl="0" eaLnBrk="1" latinLnBrk="0" hangingPunct="1">
                        <a:defRPr sz="2160" kern="1200">
                          <a:solidFill>
                            <a:schemeClr val="tx1"/>
                          </a:solidFill>
                          <a:latin typeface="Arial"/>
                        </a:defRPr>
                      </a:lvl9pPr>
                    </a:lstStyle>
                    <a:p>
                      <a:pPr marL="0" marR="0">
                        <a:lnSpc>
                          <a:spcPct val="107000"/>
                        </a:lnSpc>
                        <a:spcBef>
                          <a:spcPts val="0"/>
                        </a:spcBef>
                        <a:spcAft>
                          <a:spcPts val="0"/>
                        </a:spcAft>
                      </a:pPr>
                      <a:r>
                        <a:rPr lang="en-US" sz="1800" b="0" i="0" u="none" strike="noStrike" kern="1200" baseline="0" dirty="0">
                          <a:solidFill>
                            <a:schemeClr val="tx1"/>
                          </a:solidFill>
                          <a:latin typeface="+mn-lt"/>
                          <a:ea typeface="+mn-ea"/>
                          <a:cs typeface="+mn-cs"/>
                        </a:rPr>
                        <a:t>Using visual or acoustic alarms to alert the user to a </a:t>
                      </a:r>
                      <a:r>
                        <a:rPr lang="en-US" sz="1800" b="0" i="1" u="none" strike="noStrike" kern="1200" baseline="0" dirty="0">
                          <a:solidFill>
                            <a:schemeClr val="tx1"/>
                          </a:solidFill>
                          <a:latin typeface="+mn-lt"/>
                          <a:ea typeface="+mn-ea"/>
                          <a:cs typeface="+mn-cs"/>
                        </a:rPr>
                        <a:t>hazardous situation</a:t>
                      </a:r>
                      <a:r>
                        <a:rPr lang="en-US" sz="1800" b="0" i="0" u="none" strike="noStrike" kern="1200" baseline="0" dirty="0">
                          <a:solidFill>
                            <a:schemeClr val="tx1"/>
                          </a:solidFill>
                          <a:latin typeface="+mn-lt"/>
                          <a:ea typeface="+mn-ea"/>
                          <a:cs typeface="+mn-cs"/>
                        </a:rPr>
                        <a:t>. </a:t>
                      </a:r>
                      <a:endParaRPr lang="en-US" sz="18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3792403734"/>
                  </a:ext>
                </a:extLst>
              </a:tr>
            </a:tbl>
          </a:graphicData>
        </a:graphic>
      </p:graphicFrame>
      <p:graphicFrame>
        <p:nvGraphicFramePr>
          <p:cNvPr id="4" name="Table 3">
            <a:extLst>
              <a:ext uri="{FF2B5EF4-FFF2-40B4-BE49-F238E27FC236}">
                <a16:creationId xmlns:a16="http://schemas.microsoft.com/office/drawing/2014/main" xmlns="" id="{346A2C52-1681-5F03-A503-771685365B6E}"/>
              </a:ext>
            </a:extLst>
          </p:cNvPr>
          <p:cNvGraphicFramePr>
            <a:graphicFrameLocks noGrp="1"/>
          </p:cNvGraphicFramePr>
          <p:nvPr>
            <p:extLst>
              <p:ext uri="{D42A27DB-BD31-4B8C-83A1-F6EECF244321}">
                <p14:modId xmlns:p14="http://schemas.microsoft.com/office/powerpoint/2010/main" val="2109836046"/>
              </p:ext>
            </p:extLst>
          </p:nvPr>
        </p:nvGraphicFramePr>
        <p:xfrm>
          <a:off x="663526" y="5175179"/>
          <a:ext cx="12999588" cy="2321942"/>
        </p:xfrm>
        <a:graphic>
          <a:graphicData uri="http://schemas.openxmlformats.org/drawingml/2006/table">
            <a:tbl>
              <a:tblPr firstRow="1" firstCol="1" bandRow="1"/>
              <a:tblGrid>
                <a:gridCol w="2524631">
                  <a:extLst>
                    <a:ext uri="{9D8B030D-6E8A-4147-A177-3AD203B41FA5}">
                      <a16:colId xmlns:a16="http://schemas.microsoft.com/office/drawing/2014/main" xmlns="" val="840948977"/>
                    </a:ext>
                  </a:extLst>
                </a:gridCol>
                <a:gridCol w="10474957">
                  <a:extLst>
                    <a:ext uri="{9D8B030D-6E8A-4147-A177-3AD203B41FA5}">
                      <a16:colId xmlns:a16="http://schemas.microsoft.com/office/drawing/2014/main" xmlns="" val="3441160097"/>
                    </a:ext>
                  </a:extLst>
                </a:gridCol>
              </a:tblGrid>
              <a:tr h="0">
                <a:tc>
                  <a:txBody>
                    <a:bodyPr/>
                    <a:lstStyle/>
                    <a:p>
                      <a:pPr marL="0" marR="0">
                        <a:lnSpc>
                          <a:spcPct val="107000"/>
                        </a:lnSpc>
                        <a:spcBef>
                          <a:spcPts val="0"/>
                        </a:spcBef>
                        <a:spcAft>
                          <a:spcPts val="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Option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a:effectLst/>
                          <a:latin typeface="Calibri" panose="020F0502020204030204" pitchFamily="34" charset="0"/>
                          <a:ea typeface="Calibri" panose="020F0502020204030204" pitchFamily="34" charset="0"/>
                          <a:cs typeface="Times New Roman" panose="02020603050405020304" pitchFamily="18" charset="0"/>
                        </a:rPr>
                        <a:t>Examples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124970251"/>
                  </a:ext>
                </a:extLst>
              </a:tr>
              <a:tr h="774192">
                <a:tc>
                  <a:txBody>
                    <a:bodyPr/>
                    <a:lstStyle/>
                    <a:p>
                      <a:pPr marL="0" marR="0">
                        <a:lnSpc>
                          <a:spcPct val="107000"/>
                        </a:lnSpc>
                        <a:spcBef>
                          <a:spcPts val="0"/>
                        </a:spcBef>
                        <a:spcAft>
                          <a:spcPts val="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Protective measures in the medical device itself or in the manufacturing process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Incorporate safety mechanisms such as physical safety guards, shielded elements, or software or hardware interlocks. </a:t>
                      </a:r>
                    </a:p>
                    <a:p>
                      <a:pPr marL="0" marR="0">
                        <a:lnSpc>
                          <a:spcPct val="107000"/>
                        </a:lnSpc>
                        <a:spcBef>
                          <a:spcPts val="0"/>
                        </a:spcBef>
                        <a:spcAft>
                          <a:spcPts val="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Include warning screens to advise the user of essential conditions that should exist prior to proceeding with device use, such as specific data entry. </a:t>
                      </a:r>
                    </a:p>
                    <a:p>
                      <a:pPr marL="0" marR="0">
                        <a:lnSpc>
                          <a:spcPct val="107000"/>
                        </a:lnSpc>
                        <a:spcBef>
                          <a:spcPts val="0"/>
                        </a:spcBef>
                        <a:spcAft>
                          <a:spcPts val="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Use alerts for hazardous conditions, such as a “low battery” alert when an unexpected loss of the device’s operation could cause harm or death. </a:t>
                      </a:r>
                    </a:p>
                    <a:p>
                      <a:pPr marL="0" marR="0">
                        <a:lnSpc>
                          <a:spcPct val="107000"/>
                        </a:lnSpc>
                        <a:spcBef>
                          <a:spcPts val="0"/>
                        </a:spcBef>
                        <a:spcAft>
                          <a:spcPts val="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Use device technologies that require less maintenance or are “maintenance free.”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4134249590"/>
                  </a:ext>
                </a:extLst>
              </a:tr>
            </a:tbl>
          </a:graphicData>
        </a:graphic>
      </p:graphicFrame>
      <p:sp>
        <p:nvSpPr>
          <p:cNvPr id="5" name="TextBox 4">
            <a:extLst>
              <a:ext uri="{FF2B5EF4-FFF2-40B4-BE49-F238E27FC236}">
                <a16:creationId xmlns:a16="http://schemas.microsoft.com/office/drawing/2014/main" xmlns="" id="{42ED8E56-AF44-98BA-6EA5-4BC546FAFFD9}"/>
              </a:ext>
            </a:extLst>
          </p:cNvPr>
          <p:cNvSpPr txBox="1"/>
          <p:nvPr/>
        </p:nvSpPr>
        <p:spPr>
          <a:xfrm>
            <a:off x="663526" y="4342652"/>
            <a:ext cx="7315200" cy="369332"/>
          </a:xfrm>
          <a:prstGeom prst="rect">
            <a:avLst/>
          </a:prstGeom>
          <a:noFill/>
        </p:spPr>
        <p:txBody>
          <a:bodyPr wrap="square">
            <a:spAutoFit/>
          </a:bodyPr>
          <a:lstStyle/>
          <a:p>
            <a:r>
              <a:rPr lang="en-US" sz="1800" dirty="0"/>
              <a:t>Examples from ISO 24971</a:t>
            </a:r>
          </a:p>
        </p:txBody>
      </p:sp>
      <p:sp>
        <p:nvSpPr>
          <p:cNvPr id="9" name="TextBox 8">
            <a:extLst>
              <a:ext uri="{FF2B5EF4-FFF2-40B4-BE49-F238E27FC236}">
                <a16:creationId xmlns:a16="http://schemas.microsoft.com/office/drawing/2014/main" xmlns="" id="{F830DFB6-7FE1-E732-4BD3-C726BDE251B1}"/>
              </a:ext>
            </a:extLst>
          </p:cNvPr>
          <p:cNvSpPr txBox="1"/>
          <p:nvPr/>
        </p:nvSpPr>
        <p:spPr>
          <a:xfrm>
            <a:off x="733055" y="7473039"/>
            <a:ext cx="7315200" cy="369332"/>
          </a:xfrm>
          <a:prstGeom prst="rect">
            <a:avLst/>
          </a:prstGeom>
          <a:noFill/>
        </p:spPr>
        <p:txBody>
          <a:bodyPr wrap="square">
            <a:spAutoFit/>
          </a:bodyPr>
          <a:lstStyle/>
          <a:p>
            <a:r>
              <a:rPr lang="en-US" sz="1800" dirty="0"/>
              <a:t>Examples from IEC 62366-1</a:t>
            </a:r>
          </a:p>
        </p:txBody>
      </p:sp>
    </p:spTree>
    <p:extLst>
      <p:ext uri="{BB962C8B-B14F-4D97-AF65-F5344CB8AC3E}">
        <p14:creationId xmlns:p14="http://schemas.microsoft.com/office/powerpoint/2010/main" val="21235346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9089B64-BEBA-4C2A-B8B9-416A6128A9CF}"/>
              </a:ext>
            </a:extLst>
          </p:cNvPr>
          <p:cNvSpPr>
            <a:spLocks noGrp="1"/>
          </p:cNvSpPr>
          <p:nvPr>
            <p:ph type="title"/>
          </p:nvPr>
        </p:nvSpPr>
        <p:spPr/>
        <p:txBody>
          <a:bodyPr/>
          <a:lstStyle/>
          <a:p>
            <a:r>
              <a:rPr lang="en-US" dirty="0"/>
              <a:t>Risk Control</a:t>
            </a:r>
          </a:p>
        </p:txBody>
      </p:sp>
      <p:sp>
        <p:nvSpPr>
          <p:cNvPr id="3" name="Content Placeholder 2">
            <a:extLst>
              <a:ext uri="{FF2B5EF4-FFF2-40B4-BE49-F238E27FC236}">
                <a16:creationId xmlns:a16="http://schemas.microsoft.com/office/drawing/2014/main" xmlns="" id="{8BE5F4FC-CE07-743F-F099-DE98FE4264D3}"/>
              </a:ext>
            </a:extLst>
          </p:cNvPr>
          <p:cNvSpPr txBox="1">
            <a:spLocks/>
          </p:cNvSpPr>
          <p:nvPr/>
        </p:nvSpPr>
        <p:spPr>
          <a:xfrm>
            <a:off x="0" y="1195147"/>
            <a:ext cx="13523495" cy="395530"/>
          </a:xfrm>
          <a:prstGeom prst="rect">
            <a:avLst/>
          </a:prstGeom>
        </p:spPr>
        <p:txBody>
          <a:bodyPr wrap="square" anchor="t">
            <a:normAutofit fontScale="92500" lnSpcReduction="20000"/>
          </a:bodyPr>
          <a:lst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lvl="1"/>
            <a:r>
              <a:rPr lang="en-US" sz="2800" dirty="0"/>
              <a:t>Examples of Information for Safety RCMs:</a:t>
            </a:r>
          </a:p>
          <a:p>
            <a:pPr lvl="2"/>
            <a:endParaRPr lang="en-US" sz="2320" dirty="0"/>
          </a:p>
        </p:txBody>
      </p:sp>
      <p:graphicFrame>
        <p:nvGraphicFramePr>
          <p:cNvPr id="4" name="Table 3">
            <a:extLst>
              <a:ext uri="{FF2B5EF4-FFF2-40B4-BE49-F238E27FC236}">
                <a16:creationId xmlns:a16="http://schemas.microsoft.com/office/drawing/2014/main" xmlns="" id="{3DF6C218-B5F5-C28E-E16D-2080D88E37DD}"/>
              </a:ext>
            </a:extLst>
          </p:cNvPr>
          <p:cNvGraphicFramePr>
            <a:graphicFrameLocks noGrp="1"/>
          </p:cNvGraphicFramePr>
          <p:nvPr>
            <p:extLst>
              <p:ext uri="{D42A27DB-BD31-4B8C-83A1-F6EECF244321}">
                <p14:modId xmlns:p14="http://schemas.microsoft.com/office/powerpoint/2010/main" val="1940190365"/>
              </p:ext>
            </p:extLst>
          </p:nvPr>
        </p:nvGraphicFramePr>
        <p:xfrm>
          <a:off x="869998" y="1590677"/>
          <a:ext cx="13419208" cy="5685182"/>
        </p:xfrm>
        <a:graphic>
          <a:graphicData uri="http://schemas.openxmlformats.org/drawingml/2006/table">
            <a:tbl>
              <a:tblPr firstRow="1" firstCol="1" bandRow="1"/>
              <a:tblGrid>
                <a:gridCol w="4106672">
                  <a:extLst>
                    <a:ext uri="{9D8B030D-6E8A-4147-A177-3AD203B41FA5}">
                      <a16:colId xmlns:a16="http://schemas.microsoft.com/office/drawing/2014/main" xmlns="" val="1616927218"/>
                    </a:ext>
                  </a:extLst>
                </a:gridCol>
                <a:gridCol w="9312536">
                  <a:extLst>
                    <a:ext uri="{9D8B030D-6E8A-4147-A177-3AD203B41FA5}">
                      <a16:colId xmlns:a16="http://schemas.microsoft.com/office/drawing/2014/main" xmlns="" val="1705865496"/>
                    </a:ext>
                  </a:extLst>
                </a:gridCol>
              </a:tblGrid>
              <a:tr h="218186">
                <a:tc>
                  <a:txBody>
                    <a:bodyPr/>
                    <a:lstStyle>
                      <a:lvl1pPr marL="0" algn="l" defTabSz="1097280" rtl="0" eaLnBrk="1" latinLnBrk="0" hangingPunct="1">
                        <a:defRPr sz="2160" kern="1200">
                          <a:solidFill>
                            <a:schemeClr val="tx1"/>
                          </a:solidFill>
                          <a:latin typeface="Arial"/>
                        </a:defRPr>
                      </a:lvl1pPr>
                      <a:lvl2pPr marL="548640" algn="l" defTabSz="1097280" rtl="0" eaLnBrk="1" latinLnBrk="0" hangingPunct="1">
                        <a:defRPr sz="2160" kern="1200">
                          <a:solidFill>
                            <a:schemeClr val="tx1"/>
                          </a:solidFill>
                          <a:latin typeface="Arial"/>
                        </a:defRPr>
                      </a:lvl2pPr>
                      <a:lvl3pPr marL="1097280" algn="l" defTabSz="1097280" rtl="0" eaLnBrk="1" latinLnBrk="0" hangingPunct="1">
                        <a:defRPr sz="2160" kern="1200">
                          <a:solidFill>
                            <a:schemeClr val="tx1"/>
                          </a:solidFill>
                          <a:latin typeface="Arial"/>
                        </a:defRPr>
                      </a:lvl3pPr>
                      <a:lvl4pPr marL="1645920" algn="l" defTabSz="1097280" rtl="0" eaLnBrk="1" latinLnBrk="0" hangingPunct="1">
                        <a:defRPr sz="2160" kern="1200">
                          <a:solidFill>
                            <a:schemeClr val="tx1"/>
                          </a:solidFill>
                          <a:latin typeface="Arial"/>
                        </a:defRPr>
                      </a:lvl4pPr>
                      <a:lvl5pPr marL="2194560" algn="l" defTabSz="1097280" rtl="0" eaLnBrk="1" latinLnBrk="0" hangingPunct="1">
                        <a:defRPr sz="2160" kern="1200">
                          <a:solidFill>
                            <a:schemeClr val="tx1"/>
                          </a:solidFill>
                          <a:latin typeface="Arial"/>
                        </a:defRPr>
                      </a:lvl5pPr>
                      <a:lvl6pPr marL="2743200" algn="l" defTabSz="1097280" rtl="0" eaLnBrk="1" latinLnBrk="0" hangingPunct="1">
                        <a:defRPr sz="2160" kern="1200">
                          <a:solidFill>
                            <a:schemeClr val="tx1"/>
                          </a:solidFill>
                          <a:latin typeface="Arial"/>
                        </a:defRPr>
                      </a:lvl6pPr>
                      <a:lvl7pPr marL="3291840" algn="l" defTabSz="1097280" rtl="0" eaLnBrk="1" latinLnBrk="0" hangingPunct="1">
                        <a:defRPr sz="2160" kern="1200">
                          <a:solidFill>
                            <a:schemeClr val="tx1"/>
                          </a:solidFill>
                          <a:latin typeface="Arial"/>
                        </a:defRPr>
                      </a:lvl7pPr>
                      <a:lvl8pPr marL="3840480" algn="l" defTabSz="1097280" rtl="0" eaLnBrk="1" latinLnBrk="0" hangingPunct="1">
                        <a:defRPr sz="2160" kern="1200">
                          <a:solidFill>
                            <a:schemeClr val="tx1"/>
                          </a:solidFill>
                          <a:latin typeface="Arial"/>
                        </a:defRPr>
                      </a:lvl8pPr>
                      <a:lvl9pPr marL="4389120" algn="l" defTabSz="1097280" rtl="0" eaLnBrk="1" latinLnBrk="0" hangingPunct="1">
                        <a:defRPr sz="2160" kern="1200">
                          <a:solidFill>
                            <a:schemeClr val="tx1"/>
                          </a:solidFill>
                          <a:latin typeface="Arial"/>
                        </a:defRPr>
                      </a:lvl9pPr>
                    </a:lstStyle>
                    <a:p>
                      <a:pPr marL="0" marR="0">
                        <a:lnSpc>
                          <a:spcPct val="107000"/>
                        </a:lnSpc>
                        <a:spcBef>
                          <a:spcPts val="0"/>
                        </a:spcBef>
                        <a:spcAft>
                          <a:spcPts val="0"/>
                        </a:spcAft>
                      </a:pPr>
                      <a:r>
                        <a:rPr lang="en-US" sz="1800" dirty="0">
                          <a:solidFill>
                            <a:srgbClr val="000000"/>
                          </a:solidFill>
                          <a:effectLst/>
                          <a:latin typeface="+mn-lt"/>
                          <a:ea typeface="Calibri" panose="020F0502020204030204" pitchFamily="34" charset="0"/>
                          <a:cs typeface="Times New Roman" panose="02020603050405020304" pitchFamily="18" charset="0"/>
                        </a:rPr>
                        <a:t>Risk Control Option</a:t>
                      </a:r>
                      <a:endParaRPr lang="en-US" sz="18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1097280" rtl="0" eaLnBrk="1" latinLnBrk="0" hangingPunct="1">
                        <a:defRPr sz="2160" kern="1200">
                          <a:solidFill>
                            <a:schemeClr val="tx1"/>
                          </a:solidFill>
                          <a:latin typeface="Arial"/>
                        </a:defRPr>
                      </a:lvl1pPr>
                      <a:lvl2pPr marL="548640" algn="l" defTabSz="1097280" rtl="0" eaLnBrk="1" latinLnBrk="0" hangingPunct="1">
                        <a:defRPr sz="2160" kern="1200">
                          <a:solidFill>
                            <a:schemeClr val="tx1"/>
                          </a:solidFill>
                          <a:latin typeface="Arial"/>
                        </a:defRPr>
                      </a:lvl2pPr>
                      <a:lvl3pPr marL="1097280" algn="l" defTabSz="1097280" rtl="0" eaLnBrk="1" latinLnBrk="0" hangingPunct="1">
                        <a:defRPr sz="2160" kern="1200">
                          <a:solidFill>
                            <a:schemeClr val="tx1"/>
                          </a:solidFill>
                          <a:latin typeface="Arial"/>
                        </a:defRPr>
                      </a:lvl3pPr>
                      <a:lvl4pPr marL="1645920" algn="l" defTabSz="1097280" rtl="0" eaLnBrk="1" latinLnBrk="0" hangingPunct="1">
                        <a:defRPr sz="2160" kern="1200">
                          <a:solidFill>
                            <a:schemeClr val="tx1"/>
                          </a:solidFill>
                          <a:latin typeface="Arial"/>
                        </a:defRPr>
                      </a:lvl4pPr>
                      <a:lvl5pPr marL="2194560" algn="l" defTabSz="1097280" rtl="0" eaLnBrk="1" latinLnBrk="0" hangingPunct="1">
                        <a:defRPr sz="2160" kern="1200">
                          <a:solidFill>
                            <a:schemeClr val="tx1"/>
                          </a:solidFill>
                          <a:latin typeface="Arial"/>
                        </a:defRPr>
                      </a:lvl5pPr>
                      <a:lvl6pPr marL="2743200" algn="l" defTabSz="1097280" rtl="0" eaLnBrk="1" latinLnBrk="0" hangingPunct="1">
                        <a:defRPr sz="2160" kern="1200">
                          <a:solidFill>
                            <a:schemeClr val="tx1"/>
                          </a:solidFill>
                          <a:latin typeface="Arial"/>
                        </a:defRPr>
                      </a:lvl6pPr>
                      <a:lvl7pPr marL="3291840" algn="l" defTabSz="1097280" rtl="0" eaLnBrk="1" latinLnBrk="0" hangingPunct="1">
                        <a:defRPr sz="2160" kern="1200">
                          <a:solidFill>
                            <a:schemeClr val="tx1"/>
                          </a:solidFill>
                          <a:latin typeface="Arial"/>
                        </a:defRPr>
                      </a:lvl7pPr>
                      <a:lvl8pPr marL="3840480" algn="l" defTabSz="1097280" rtl="0" eaLnBrk="1" latinLnBrk="0" hangingPunct="1">
                        <a:defRPr sz="2160" kern="1200">
                          <a:solidFill>
                            <a:schemeClr val="tx1"/>
                          </a:solidFill>
                          <a:latin typeface="Arial"/>
                        </a:defRPr>
                      </a:lvl8pPr>
                      <a:lvl9pPr marL="4389120" algn="l" defTabSz="1097280" rtl="0" eaLnBrk="1" latinLnBrk="0" hangingPunct="1">
                        <a:defRPr sz="2160" kern="1200">
                          <a:solidFill>
                            <a:schemeClr val="tx1"/>
                          </a:solidFill>
                          <a:latin typeface="Arial"/>
                        </a:defRPr>
                      </a:lvl9pPr>
                    </a:lstStyle>
                    <a:p>
                      <a:pPr marL="0" marR="0">
                        <a:lnSpc>
                          <a:spcPct val="107000"/>
                        </a:lnSpc>
                        <a:spcBef>
                          <a:spcPts val="0"/>
                        </a:spcBef>
                        <a:spcAft>
                          <a:spcPts val="0"/>
                        </a:spcAft>
                      </a:pPr>
                      <a:r>
                        <a:rPr lang="en-US" sz="1800">
                          <a:solidFill>
                            <a:srgbClr val="000000"/>
                          </a:solidFill>
                          <a:effectLst/>
                          <a:latin typeface="+mn-lt"/>
                          <a:ea typeface="Calibri" panose="020F0502020204030204" pitchFamily="34" charset="0"/>
                          <a:cs typeface="Times New Roman" panose="02020603050405020304" pitchFamily="18" charset="0"/>
                        </a:rPr>
                        <a:t>Example</a:t>
                      </a:r>
                      <a:endParaRPr lang="en-US" sz="180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xmlns="" val="4272867709"/>
                  </a:ext>
                </a:extLst>
              </a:tr>
              <a:tr h="687553">
                <a:tc>
                  <a:txBody>
                    <a:bodyPr/>
                    <a:lstStyle>
                      <a:lvl1pPr marL="0" algn="l" defTabSz="1097280" rtl="0" eaLnBrk="1" latinLnBrk="0" hangingPunct="1">
                        <a:defRPr sz="2160" kern="1200">
                          <a:solidFill>
                            <a:schemeClr val="tx1"/>
                          </a:solidFill>
                          <a:latin typeface="Arial"/>
                        </a:defRPr>
                      </a:lvl1pPr>
                      <a:lvl2pPr marL="548640" algn="l" defTabSz="1097280" rtl="0" eaLnBrk="1" latinLnBrk="0" hangingPunct="1">
                        <a:defRPr sz="2160" kern="1200">
                          <a:solidFill>
                            <a:schemeClr val="tx1"/>
                          </a:solidFill>
                          <a:latin typeface="Arial"/>
                        </a:defRPr>
                      </a:lvl2pPr>
                      <a:lvl3pPr marL="1097280" algn="l" defTabSz="1097280" rtl="0" eaLnBrk="1" latinLnBrk="0" hangingPunct="1">
                        <a:defRPr sz="2160" kern="1200">
                          <a:solidFill>
                            <a:schemeClr val="tx1"/>
                          </a:solidFill>
                          <a:latin typeface="Arial"/>
                        </a:defRPr>
                      </a:lvl3pPr>
                      <a:lvl4pPr marL="1645920" algn="l" defTabSz="1097280" rtl="0" eaLnBrk="1" latinLnBrk="0" hangingPunct="1">
                        <a:defRPr sz="2160" kern="1200">
                          <a:solidFill>
                            <a:schemeClr val="tx1"/>
                          </a:solidFill>
                          <a:latin typeface="Arial"/>
                        </a:defRPr>
                      </a:lvl4pPr>
                      <a:lvl5pPr marL="2194560" algn="l" defTabSz="1097280" rtl="0" eaLnBrk="1" latinLnBrk="0" hangingPunct="1">
                        <a:defRPr sz="2160" kern="1200">
                          <a:solidFill>
                            <a:schemeClr val="tx1"/>
                          </a:solidFill>
                          <a:latin typeface="Arial"/>
                        </a:defRPr>
                      </a:lvl5pPr>
                      <a:lvl6pPr marL="2743200" algn="l" defTabSz="1097280" rtl="0" eaLnBrk="1" latinLnBrk="0" hangingPunct="1">
                        <a:defRPr sz="2160" kern="1200">
                          <a:solidFill>
                            <a:schemeClr val="tx1"/>
                          </a:solidFill>
                          <a:latin typeface="Arial"/>
                        </a:defRPr>
                      </a:lvl6pPr>
                      <a:lvl7pPr marL="3291840" algn="l" defTabSz="1097280" rtl="0" eaLnBrk="1" latinLnBrk="0" hangingPunct="1">
                        <a:defRPr sz="2160" kern="1200">
                          <a:solidFill>
                            <a:schemeClr val="tx1"/>
                          </a:solidFill>
                          <a:latin typeface="Arial"/>
                        </a:defRPr>
                      </a:lvl7pPr>
                      <a:lvl8pPr marL="3840480" algn="l" defTabSz="1097280" rtl="0" eaLnBrk="1" latinLnBrk="0" hangingPunct="1">
                        <a:defRPr sz="2160" kern="1200">
                          <a:solidFill>
                            <a:schemeClr val="tx1"/>
                          </a:solidFill>
                          <a:latin typeface="Arial"/>
                        </a:defRPr>
                      </a:lvl8pPr>
                      <a:lvl9pPr marL="4389120" algn="l" defTabSz="1097280" rtl="0" eaLnBrk="1" latinLnBrk="0" hangingPunct="1">
                        <a:defRPr sz="2160" kern="1200">
                          <a:solidFill>
                            <a:schemeClr val="tx1"/>
                          </a:solidFill>
                          <a:latin typeface="Arial"/>
                        </a:defRPr>
                      </a:lvl9pPr>
                    </a:lstStyle>
                    <a:p>
                      <a:pPr marL="0" marR="0">
                        <a:lnSpc>
                          <a:spcPct val="107000"/>
                        </a:lnSpc>
                        <a:spcBef>
                          <a:spcPts val="0"/>
                        </a:spcBef>
                        <a:spcAft>
                          <a:spcPts val="0"/>
                        </a:spcAft>
                      </a:pPr>
                      <a:r>
                        <a:rPr lang="en-US" sz="1800" dirty="0">
                          <a:effectLst/>
                          <a:latin typeface="+mn-lt"/>
                          <a:ea typeface="Calibri" panose="020F0502020204030204" pitchFamily="34" charset="0"/>
                          <a:cs typeface="Times New Roman" panose="02020603050405020304" pitchFamily="18" charset="0"/>
                        </a:rPr>
                        <a:t>- placing warnings on the </a:t>
                      </a:r>
                      <a:r>
                        <a:rPr lang="en-US" sz="1800" i="1" dirty="0">
                          <a:effectLst/>
                          <a:latin typeface="+mn-lt"/>
                          <a:ea typeface="Calibri" panose="020F0502020204030204" pitchFamily="34" charset="0"/>
                          <a:cs typeface="Times New Roman" panose="02020603050405020304" pitchFamily="18" charset="0"/>
                        </a:rPr>
                        <a:t>medical device</a:t>
                      </a:r>
                      <a:r>
                        <a:rPr lang="en-US" sz="1800" dirty="0">
                          <a:effectLst/>
                          <a:latin typeface="+mn-lt"/>
                          <a:ea typeface="Calibri" panose="020F050202020403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97280" rtl="0" eaLnBrk="1" latinLnBrk="0" hangingPunct="1">
                        <a:defRPr sz="2160" kern="1200">
                          <a:solidFill>
                            <a:schemeClr val="tx1"/>
                          </a:solidFill>
                          <a:latin typeface="Arial"/>
                        </a:defRPr>
                      </a:lvl1pPr>
                      <a:lvl2pPr marL="548640" algn="l" defTabSz="1097280" rtl="0" eaLnBrk="1" latinLnBrk="0" hangingPunct="1">
                        <a:defRPr sz="2160" kern="1200">
                          <a:solidFill>
                            <a:schemeClr val="tx1"/>
                          </a:solidFill>
                          <a:latin typeface="Arial"/>
                        </a:defRPr>
                      </a:lvl2pPr>
                      <a:lvl3pPr marL="1097280" algn="l" defTabSz="1097280" rtl="0" eaLnBrk="1" latinLnBrk="0" hangingPunct="1">
                        <a:defRPr sz="2160" kern="1200">
                          <a:solidFill>
                            <a:schemeClr val="tx1"/>
                          </a:solidFill>
                          <a:latin typeface="Arial"/>
                        </a:defRPr>
                      </a:lvl3pPr>
                      <a:lvl4pPr marL="1645920" algn="l" defTabSz="1097280" rtl="0" eaLnBrk="1" latinLnBrk="0" hangingPunct="1">
                        <a:defRPr sz="2160" kern="1200">
                          <a:solidFill>
                            <a:schemeClr val="tx1"/>
                          </a:solidFill>
                          <a:latin typeface="Arial"/>
                        </a:defRPr>
                      </a:lvl4pPr>
                      <a:lvl5pPr marL="2194560" algn="l" defTabSz="1097280" rtl="0" eaLnBrk="1" latinLnBrk="0" hangingPunct="1">
                        <a:defRPr sz="2160" kern="1200">
                          <a:solidFill>
                            <a:schemeClr val="tx1"/>
                          </a:solidFill>
                          <a:latin typeface="Arial"/>
                        </a:defRPr>
                      </a:lvl5pPr>
                      <a:lvl6pPr marL="2743200" algn="l" defTabSz="1097280" rtl="0" eaLnBrk="1" latinLnBrk="0" hangingPunct="1">
                        <a:defRPr sz="2160" kern="1200">
                          <a:solidFill>
                            <a:schemeClr val="tx1"/>
                          </a:solidFill>
                          <a:latin typeface="Arial"/>
                        </a:defRPr>
                      </a:lvl6pPr>
                      <a:lvl7pPr marL="3291840" algn="l" defTabSz="1097280" rtl="0" eaLnBrk="1" latinLnBrk="0" hangingPunct="1">
                        <a:defRPr sz="2160" kern="1200">
                          <a:solidFill>
                            <a:schemeClr val="tx1"/>
                          </a:solidFill>
                          <a:latin typeface="Arial"/>
                        </a:defRPr>
                      </a:lvl7pPr>
                      <a:lvl8pPr marL="3840480" algn="l" defTabSz="1097280" rtl="0" eaLnBrk="1" latinLnBrk="0" hangingPunct="1">
                        <a:defRPr sz="2160" kern="1200">
                          <a:solidFill>
                            <a:schemeClr val="tx1"/>
                          </a:solidFill>
                          <a:latin typeface="Arial"/>
                        </a:defRPr>
                      </a:lvl8pPr>
                      <a:lvl9pPr marL="4389120" algn="l" defTabSz="1097280" rtl="0" eaLnBrk="1" latinLnBrk="0" hangingPunct="1">
                        <a:defRPr sz="2160" kern="1200">
                          <a:solidFill>
                            <a:schemeClr val="tx1"/>
                          </a:solidFill>
                          <a:latin typeface="Arial"/>
                        </a:defRPr>
                      </a:lvl9pPr>
                    </a:lstStyle>
                    <a:p>
                      <a:pPr marL="0" marR="0">
                        <a:lnSpc>
                          <a:spcPct val="107000"/>
                        </a:lnSpc>
                        <a:spcBef>
                          <a:spcPts val="0"/>
                        </a:spcBef>
                        <a:spcAft>
                          <a:spcPts val="0"/>
                        </a:spcAft>
                      </a:pPr>
                      <a:r>
                        <a:rPr lang="en-US" sz="1800" b="0" i="0" u="none" strike="noStrike" kern="1200" baseline="0">
                          <a:solidFill>
                            <a:schemeClr val="tx1"/>
                          </a:solidFill>
                          <a:latin typeface="+mn-lt"/>
                          <a:ea typeface="+mn-ea"/>
                          <a:cs typeface="+mn-cs"/>
                        </a:rPr>
                        <a:t>Warning: Do not use after [expiry date]. </a:t>
                      </a:r>
                      <a:endParaRPr lang="en-US" sz="180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1625603349"/>
                  </a:ext>
                </a:extLst>
              </a:tr>
              <a:tr h="687553">
                <a:tc>
                  <a:txBody>
                    <a:bodyPr/>
                    <a:lstStyle>
                      <a:lvl1pPr marL="0" algn="l" defTabSz="1097280" rtl="0" eaLnBrk="1" latinLnBrk="0" hangingPunct="1">
                        <a:defRPr sz="2160" kern="1200">
                          <a:solidFill>
                            <a:schemeClr val="tx1"/>
                          </a:solidFill>
                          <a:latin typeface="Arial"/>
                        </a:defRPr>
                      </a:lvl1pPr>
                      <a:lvl2pPr marL="548640" algn="l" defTabSz="1097280" rtl="0" eaLnBrk="1" latinLnBrk="0" hangingPunct="1">
                        <a:defRPr sz="2160" kern="1200">
                          <a:solidFill>
                            <a:schemeClr val="tx1"/>
                          </a:solidFill>
                          <a:latin typeface="Arial"/>
                        </a:defRPr>
                      </a:lvl2pPr>
                      <a:lvl3pPr marL="1097280" algn="l" defTabSz="1097280" rtl="0" eaLnBrk="1" latinLnBrk="0" hangingPunct="1">
                        <a:defRPr sz="2160" kern="1200">
                          <a:solidFill>
                            <a:schemeClr val="tx1"/>
                          </a:solidFill>
                          <a:latin typeface="Arial"/>
                        </a:defRPr>
                      </a:lvl3pPr>
                      <a:lvl4pPr marL="1645920" algn="l" defTabSz="1097280" rtl="0" eaLnBrk="1" latinLnBrk="0" hangingPunct="1">
                        <a:defRPr sz="2160" kern="1200">
                          <a:solidFill>
                            <a:schemeClr val="tx1"/>
                          </a:solidFill>
                          <a:latin typeface="Arial"/>
                        </a:defRPr>
                      </a:lvl4pPr>
                      <a:lvl5pPr marL="2194560" algn="l" defTabSz="1097280" rtl="0" eaLnBrk="1" latinLnBrk="0" hangingPunct="1">
                        <a:defRPr sz="2160" kern="1200">
                          <a:solidFill>
                            <a:schemeClr val="tx1"/>
                          </a:solidFill>
                          <a:latin typeface="Arial"/>
                        </a:defRPr>
                      </a:lvl5pPr>
                      <a:lvl6pPr marL="2743200" algn="l" defTabSz="1097280" rtl="0" eaLnBrk="1" latinLnBrk="0" hangingPunct="1">
                        <a:defRPr sz="2160" kern="1200">
                          <a:solidFill>
                            <a:schemeClr val="tx1"/>
                          </a:solidFill>
                          <a:latin typeface="Arial"/>
                        </a:defRPr>
                      </a:lvl6pPr>
                      <a:lvl7pPr marL="3291840" algn="l" defTabSz="1097280" rtl="0" eaLnBrk="1" latinLnBrk="0" hangingPunct="1">
                        <a:defRPr sz="2160" kern="1200">
                          <a:solidFill>
                            <a:schemeClr val="tx1"/>
                          </a:solidFill>
                          <a:latin typeface="Arial"/>
                        </a:defRPr>
                      </a:lvl7pPr>
                      <a:lvl8pPr marL="3840480" algn="l" defTabSz="1097280" rtl="0" eaLnBrk="1" latinLnBrk="0" hangingPunct="1">
                        <a:defRPr sz="2160" kern="1200">
                          <a:solidFill>
                            <a:schemeClr val="tx1"/>
                          </a:solidFill>
                          <a:latin typeface="Arial"/>
                        </a:defRPr>
                      </a:lvl8pPr>
                      <a:lvl9pPr marL="4389120" algn="l" defTabSz="1097280" rtl="0" eaLnBrk="1" latinLnBrk="0" hangingPunct="1">
                        <a:defRPr sz="2160" kern="1200">
                          <a:solidFill>
                            <a:schemeClr val="tx1"/>
                          </a:solidFill>
                          <a:latin typeface="Arial"/>
                        </a:defRPr>
                      </a:lvl9pPr>
                    </a:lstStyle>
                    <a:p>
                      <a:pPr marL="0" marR="0">
                        <a:lnSpc>
                          <a:spcPct val="107000"/>
                        </a:lnSpc>
                        <a:spcBef>
                          <a:spcPts val="0"/>
                        </a:spcBef>
                        <a:spcAft>
                          <a:spcPts val="0"/>
                        </a:spcAft>
                      </a:pPr>
                      <a:r>
                        <a:rPr lang="en-US" sz="1800" dirty="0">
                          <a:effectLst/>
                          <a:latin typeface="+mn-lt"/>
                          <a:ea typeface="Calibri" panose="020F0502020204030204" pitchFamily="34" charset="0"/>
                          <a:cs typeface="Times New Roman" panose="02020603050405020304" pitchFamily="18" charset="0"/>
                        </a:rPr>
                        <a:t>- including contra-indications in the </a:t>
                      </a:r>
                      <a:r>
                        <a:rPr lang="en-US" sz="1800" i="1" dirty="0">
                          <a:effectLst/>
                          <a:latin typeface="+mn-lt"/>
                          <a:ea typeface="Calibri" panose="020F0502020204030204" pitchFamily="34" charset="0"/>
                          <a:cs typeface="Times New Roman" panose="02020603050405020304" pitchFamily="18" charset="0"/>
                        </a:rPr>
                        <a:t>accompanying documentation</a:t>
                      </a:r>
                      <a:r>
                        <a:rPr lang="en-US" sz="1800" dirty="0">
                          <a:effectLst/>
                          <a:latin typeface="+mn-lt"/>
                          <a:ea typeface="Calibri" panose="020F050202020403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97280" rtl="0" eaLnBrk="1" latinLnBrk="0" hangingPunct="1">
                        <a:defRPr sz="2160" kern="1200">
                          <a:solidFill>
                            <a:schemeClr val="tx1"/>
                          </a:solidFill>
                          <a:latin typeface="Arial"/>
                        </a:defRPr>
                      </a:lvl1pPr>
                      <a:lvl2pPr marL="548640" algn="l" defTabSz="1097280" rtl="0" eaLnBrk="1" latinLnBrk="0" hangingPunct="1">
                        <a:defRPr sz="2160" kern="1200">
                          <a:solidFill>
                            <a:schemeClr val="tx1"/>
                          </a:solidFill>
                          <a:latin typeface="Arial"/>
                        </a:defRPr>
                      </a:lvl2pPr>
                      <a:lvl3pPr marL="1097280" algn="l" defTabSz="1097280" rtl="0" eaLnBrk="1" latinLnBrk="0" hangingPunct="1">
                        <a:defRPr sz="2160" kern="1200">
                          <a:solidFill>
                            <a:schemeClr val="tx1"/>
                          </a:solidFill>
                          <a:latin typeface="Arial"/>
                        </a:defRPr>
                      </a:lvl3pPr>
                      <a:lvl4pPr marL="1645920" algn="l" defTabSz="1097280" rtl="0" eaLnBrk="1" latinLnBrk="0" hangingPunct="1">
                        <a:defRPr sz="2160" kern="1200">
                          <a:solidFill>
                            <a:schemeClr val="tx1"/>
                          </a:solidFill>
                          <a:latin typeface="Arial"/>
                        </a:defRPr>
                      </a:lvl4pPr>
                      <a:lvl5pPr marL="2194560" algn="l" defTabSz="1097280" rtl="0" eaLnBrk="1" latinLnBrk="0" hangingPunct="1">
                        <a:defRPr sz="2160" kern="1200">
                          <a:solidFill>
                            <a:schemeClr val="tx1"/>
                          </a:solidFill>
                          <a:latin typeface="Arial"/>
                        </a:defRPr>
                      </a:lvl5pPr>
                      <a:lvl6pPr marL="2743200" algn="l" defTabSz="1097280" rtl="0" eaLnBrk="1" latinLnBrk="0" hangingPunct="1">
                        <a:defRPr sz="2160" kern="1200">
                          <a:solidFill>
                            <a:schemeClr val="tx1"/>
                          </a:solidFill>
                          <a:latin typeface="Arial"/>
                        </a:defRPr>
                      </a:lvl6pPr>
                      <a:lvl7pPr marL="3291840" algn="l" defTabSz="1097280" rtl="0" eaLnBrk="1" latinLnBrk="0" hangingPunct="1">
                        <a:defRPr sz="2160" kern="1200">
                          <a:solidFill>
                            <a:schemeClr val="tx1"/>
                          </a:solidFill>
                          <a:latin typeface="Arial"/>
                        </a:defRPr>
                      </a:lvl7pPr>
                      <a:lvl8pPr marL="3840480" algn="l" defTabSz="1097280" rtl="0" eaLnBrk="1" latinLnBrk="0" hangingPunct="1">
                        <a:defRPr sz="2160" kern="1200">
                          <a:solidFill>
                            <a:schemeClr val="tx1"/>
                          </a:solidFill>
                          <a:latin typeface="Arial"/>
                        </a:defRPr>
                      </a:lvl8pPr>
                      <a:lvl9pPr marL="4389120" algn="l" defTabSz="1097280" rtl="0" eaLnBrk="1" latinLnBrk="0" hangingPunct="1">
                        <a:defRPr sz="2160" kern="1200">
                          <a:solidFill>
                            <a:schemeClr val="tx1"/>
                          </a:solidFill>
                          <a:latin typeface="Arial"/>
                        </a:defRPr>
                      </a:lvl9pPr>
                    </a:lstStyle>
                    <a:p>
                      <a:pPr marL="0" marR="0">
                        <a:lnSpc>
                          <a:spcPct val="107000"/>
                        </a:lnSpc>
                        <a:spcBef>
                          <a:spcPts val="0"/>
                        </a:spcBef>
                        <a:spcAft>
                          <a:spcPts val="0"/>
                        </a:spcAft>
                      </a:pPr>
                      <a:r>
                        <a:rPr lang="en-US" sz="1800" b="0" i="0" u="none" strike="noStrike" kern="1200" baseline="0" dirty="0">
                          <a:solidFill>
                            <a:schemeClr val="tx1"/>
                          </a:solidFill>
                          <a:latin typeface="+mn-lt"/>
                          <a:ea typeface="+mn-ea"/>
                          <a:cs typeface="+mn-cs"/>
                        </a:rPr>
                        <a:t>Do not use with neonates. </a:t>
                      </a:r>
                      <a:endParaRPr lang="en-US" sz="18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1660839675"/>
                  </a:ext>
                </a:extLst>
              </a:tr>
              <a:tr h="687553">
                <a:tc>
                  <a:txBody>
                    <a:bodyPr/>
                    <a:lstStyle>
                      <a:lvl1pPr marL="0" algn="l" defTabSz="1097280" rtl="0" eaLnBrk="1" latinLnBrk="0" hangingPunct="1">
                        <a:defRPr sz="2160" kern="1200">
                          <a:solidFill>
                            <a:schemeClr val="tx1"/>
                          </a:solidFill>
                          <a:latin typeface="Arial"/>
                        </a:defRPr>
                      </a:lvl1pPr>
                      <a:lvl2pPr marL="548640" algn="l" defTabSz="1097280" rtl="0" eaLnBrk="1" latinLnBrk="0" hangingPunct="1">
                        <a:defRPr sz="2160" kern="1200">
                          <a:solidFill>
                            <a:schemeClr val="tx1"/>
                          </a:solidFill>
                          <a:latin typeface="Arial"/>
                        </a:defRPr>
                      </a:lvl2pPr>
                      <a:lvl3pPr marL="1097280" algn="l" defTabSz="1097280" rtl="0" eaLnBrk="1" latinLnBrk="0" hangingPunct="1">
                        <a:defRPr sz="2160" kern="1200">
                          <a:solidFill>
                            <a:schemeClr val="tx1"/>
                          </a:solidFill>
                          <a:latin typeface="Arial"/>
                        </a:defRPr>
                      </a:lvl3pPr>
                      <a:lvl4pPr marL="1645920" algn="l" defTabSz="1097280" rtl="0" eaLnBrk="1" latinLnBrk="0" hangingPunct="1">
                        <a:defRPr sz="2160" kern="1200">
                          <a:solidFill>
                            <a:schemeClr val="tx1"/>
                          </a:solidFill>
                          <a:latin typeface="Arial"/>
                        </a:defRPr>
                      </a:lvl4pPr>
                      <a:lvl5pPr marL="2194560" algn="l" defTabSz="1097280" rtl="0" eaLnBrk="1" latinLnBrk="0" hangingPunct="1">
                        <a:defRPr sz="2160" kern="1200">
                          <a:solidFill>
                            <a:schemeClr val="tx1"/>
                          </a:solidFill>
                          <a:latin typeface="Arial"/>
                        </a:defRPr>
                      </a:lvl5pPr>
                      <a:lvl6pPr marL="2743200" algn="l" defTabSz="1097280" rtl="0" eaLnBrk="1" latinLnBrk="0" hangingPunct="1">
                        <a:defRPr sz="2160" kern="1200">
                          <a:solidFill>
                            <a:schemeClr val="tx1"/>
                          </a:solidFill>
                          <a:latin typeface="Arial"/>
                        </a:defRPr>
                      </a:lvl6pPr>
                      <a:lvl7pPr marL="3291840" algn="l" defTabSz="1097280" rtl="0" eaLnBrk="1" latinLnBrk="0" hangingPunct="1">
                        <a:defRPr sz="2160" kern="1200">
                          <a:solidFill>
                            <a:schemeClr val="tx1"/>
                          </a:solidFill>
                          <a:latin typeface="Arial"/>
                        </a:defRPr>
                      </a:lvl7pPr>
                      <a:lvl8pPr marL="3840480" algn="l" defTabSz="1097280" rtl="0" eaLnBrk="1" latinLnBrk="0" hangingPunct="1">
                        <a:defRPr sz="2160" kern="1200">
                          <a:solidFill>
                            <a:schemeClr val="tx1"/>
                          </a:solidFill>
                          <a:latin typeface="Arial"/>
                        </a:defRPr>
                      </a:lvl8pPr>
                      <a:lvl9pPr marL="4389120" algn="l" defTabSz="1097280" rtl="0" eaLnBrk="1" latinLnBrk="0" hangingPunct="1">
                        <a:defRPr sz="2160" kern="1200">
                          <a:solidFill>
                            <a:schemeClr val="tx1"/>
                          </a:solidFill>
                          <a:latin typeface="Arial"/>
                        </a:defRPr>
                      </a:lvl9pPr>
                    </a:lstStyle>
                    <a:p>
                      <a:pPr marL="0" marR="0">
                        <a:lnSpc>
                          <a:spcPct val="107000"/>
                        </a:lnSpc>
                        <a:spcBef>
                          <a:spcPts val="0"/>
                        </a:spcBef>
                        <a:spcAft>
                          <a:spcPts val="0"/>
                        </a:spcAft>
                      </a:pPr>
                      <a:r>
                        <a:rPr lang="en-US" sz="1800" dirty="0">
                          <a:effectLst/>
                          <a:latin typeface="+mn-lt"/>
                          <a:ea typeface="Calibri" panose="020F0502020204030204" pitchFamily="34" charset="0"/>
                          <a:cs typeface="Times New Roman" panose="02020603050405020304" pitchFamily="18" charset="0"/>
                        </a:rPr>
                        <a:t>- providing instructions to support correct use and to avoid </a:t>
                      </a:r>
                      <a:r>
                        <a:rPr lang="en-US" sz="1800" i="1" dirty="0">
                          <a:effectLst/>
                          <a:latin typeface="+mn-lt"/>
                          <a:ea typeface="Calibri" panose="020F0502020204030204" pitchFamily="34" charset="0"/>
                          <a:cs typeface="Times New Roman" panose="02020603050405020304" pitchFamily="18" charset="0"/>
                        </a:rPr>
                        <a:t>use error</a:t>
                      </a:r>
                      <a:r>
                        <a:rPr lang="en-US" sz="1800" dirty="0">
                          <a:effectLst/>
                          <a:latin typeface="+mn-lt"/>
                          <a:ea typeface="Calibri" panose="020F050202020403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97280" rtl="0" eaLnBrk="1" latinLnBrk="0" hangingPunct="1">
                        <a:defRPr sz="2160" kern="1200">
                          <a:solidFill>
                            <a:schemeClr val="tx1"/>
                          </a:solidFill>
                          <a:latin typeface="Arial"/>
                        </a:defRPr>
                      </a:lvl1pPr>
                      <a:lvl2pPr marL="548640" algn="l" defTabSz="1097280" rtl="0" eaLnBrk="1" latinLnBrk="0" hangingPunct="1">
                        <a:defRPr sz="2160" kern="1200">
                          <a:solidFill>
                            <a:schemeClr val="tx1"/>
                          </a:solidFill>
                          <a:latin typeface="Arial"/>
                        </a:defRPr>
                      </a:lvl2pPr>
                      <a:lvl3pPr marL="1097280" algn="l" defTabSz="1097280" rtl="0" eaLnBrk="1" latinLnBrk="0" hangingPunct="1">
                        <a:defRPr sz="2160" kern="1200">
                          <a:solidFill>
                            <a:schemeClr val="tx1"/>
                          </a:solidFill>
                          <a:latin typeface="Arial"/>
                        </a:defRPr>
                      </a:lvl3pPr>
                      <a:lvl4pPr marL="1645920" algn="l" defTabSz="1097280" rtl="0" eaLnBrk="1" latinLnBrk="0" hangingPunct="1">
                        <a:defRPr sz="2160" kern="1200">
                          <a:solidFill>
                            <a:schemeClr val="tx1"/>
                          </a:solidFill>
                          <a:latin typeface="Arial"/>
                        </a:defRPr>
                      </a:lvl4pPr>
                      <a:lvl5pPr marL="2194560" algn="l" defTabSz="1097280" rtl="0" eaLnBrk="1" latinLnBrk="0" hangingPunct="1">
                        <a:defRPr sz="2160" kern="1200">
                          <a:solidFill>
                            <a:schemeClr val="tx1"/>
                          </a:solidFill>
                          <a:latin typeface="Arial"/>
                        </a:defRPr>
                      </a:lvl5pPr>
                      <a:lvl6pPr marL="2743200" algn="l" defTabSz="1097280" rtl="0" eaLnBrk="1" latinLnBrk="0" hangingPunct="1">
                        <a:defRPr sz="2160" kern="1200">
                          <a:solidFill>
                            <a:schemeClr val="tx1"/>
                          </a:solidFill>
                          <a:latin typeface="Arial"/>
                        </a:defRPr>
                      </a:lvl6pPr>
                      <a:lvl7pPr marL="3291840" algn="l" defTabSz="1097280" rtl="0" eaLnBrk="1" latinLnBrk="0" hangingPunct="1">
                        <a:defRPr sz="2160" kern="1200">
                          <a:solidFill>
                            <a:schemeClr val="tx1"/>
                          </a:solidFill>
                          <a:latin typeface="Arial"/>
                        </a:defRPr>
                      </a:lvl7pPr>
                      <a:lvl8pPr marL="3840480" algn="l" defTabSz="1097280" rtl="0" eaLnBrk="1" latinLnBrk="0" hangingPunct="1">
                        <a:defRPr sz="2160" kern="1200">
                          <a:solidFill>
                            <a:schemeClr val="tx1"/>
                          </a:solidFill>
                          <a:latin typeface="Arial"/>
                        </a:defRPr>
                      </a:lvl8pPr>
                      <a:lvl9pPr marL="4389120" algn="l" defTabSz="1097280" rtl="0" eaLnBrk="1" latinLnBrk="0" hangingPunct="1">
                        <a:defRPr sz="2160" kern="1200">
                          <a:solidFill>
                            <a:schemeClr val="tx1"/>
                          </a:solidFill>
                          <a:latin typeface="Arial"/>
                        </a:defRPr>
                      </a:lvl9pPr>
                    </a:lstStyle>
                    <a:p>
                      <a:pPr marL="0" marR="0">
                        <a:lnSpc>
                          <a:spcPct val="107000"/>
                        </a:lnSpc>
                        <a:spcBef>
                          <a:spcPts val="0"/>
                        </a:spcBef>
                        <a:spcAft>
                          <a:spcPts val="0"/>
                        </a:spcAft>
                      </a:pPr>
                      <a:r>
                        <a:rPr lang="en-US" sz="1800" b="0" i="0" u="none" strike="noStrike" kern="1200" baseline="0" dirty="0">
                          <a:solidFill>
                            <a:schemeClr val="tx1"/>
                          </a:solidFill>
                          <a:latin typeface="+mn-lt"/>
                          <a:ea typeface="+mn-ea"/>
                          <a:cs typeface="+mn-cs"/>
                        </a:rPr>
                        <a:t>Apply epinephrine injector to the middle of your outer thigh (upper leg), through clothing if necessary. Do not inject into your veins, buttocks, fingers, toes, hands or feet. Hold the leg of young children firmly in place before and during injection to prevent injuries. </a:t>
                      </a:r>
                      <a:endParaRPr lang="en-US" sz="18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1729068420"/>
                  </a:ext>
                </a:extLst>
              </a:tr>
              <a:tr h="687553">
                <a:tc>
                  <a:txBody>
                    <a:bodyPr/>
                    <a:lstStyle>
                      <a:lvl1pPr marL="0" algn="l" defTabSz="1097280" rtl="0" eaLnBrk="1" latinLnBrk="0" hangingPunct="1">
                        <a:defRPr sz="2160" kern="1200">
                          <a:solidFill>
                            <a:schemeClr val="tx1"/>
                          </a:solidFill>
                          <a:latin typeface="Arial"/>
                        </a:defRPr>
                      </a:lvl1pPr>
                      <a:lvl2pPr marL="548640" algn="l" defTabSz="1097280" rtl="0" eaLnBrk="1" latinLnBrk="0" hangingPunct="1">
                        <a:defRPr sz="2160" kern="1200">
                          <a:solidFill>
                            <a:schemeClr val="tx1"/>
                          </a:solidFill>
                          <a:latin typeface="Arial"/>
                        </a:defRPr>
                      </a:lvl2pPr>
                      <a:lvl3pPr marL="1097280" algn="l" defTabSz="1097280" rtl="0" eaLnBrk="1" latinLnBrk="0" hangingPunct="1">
                        <a:defRPr sz="2160" kern="1200">
                          <a:solidFill>
                            <a:schemeClr val="tx1"/>
                          </a:solidFill>
                          <a:latin typeface="Arial"/>
                        </a:defRPr>
                      </a:lvl3pPr>
                      <a:lvl4pPr marL="1645920" algn="l" defTabSz="1097280" rtl="0" eaLnBrk="1" latinLnBrk="0" hangingPunct="1">
                        <a:defRPr sz="2160" kern="1200">
                          <a:solidFill>
                            <a:schemeClr val="tx1"/>
                          </a:solidFill>
                          <a:latin typeface="Arial"/>
                        </a:defRPr>
                      </a:lvl4pPr>
                      <a:lvl5pPr marL="2194560" algn="l" defTabSz="1097280" rtl="0" eaLnBrk="1" latinLnBrk="0" hangingPunct="1">
                        <a:defRPr sz="2160" kern="1200">
                          <a:solidFill>
                            <a:schemeClr val="tx1"/>
                          </a:solidFill>
                          <a:latin typeface="Arial"/>
                        </a:defRPr>
                      </a:lvl5pPr>
                      <a:lvl6pPr marL="2743200" algn="l" defTabSz="1097280" rtl="0" eaLnBrk="1" latinLnBrk="0" hangingPunct="1">
                        <a:defRPr sz="2160" kern="1200">
                          <a:solidFill>
                            <a:schemeClr val="tx1"/>
                          </a:solidFill>
                          <a:latin typeface="Arial"/>
                        </a:defRPr>
                      </a:lvl6pPr>
                      <a:lvl7pPr marL="3291840" algn="l" defTabSz="1097280" rtl="0" eaLnBrk="1" latinLnBrk="0" hangingPunct="1">
                        <a:defRPr sz="2160" kern="1200">
                          <a:solidFill>
                            <a:schemeClr val="tx1"/>
                          </a:solidFill>
                          <a:latin typeface="Arial"/>
                        </a:defRPr>
                      </a:lvl7pPr>
                      <a:lvl8pPr marL="3840480" algn="l" defTabSz="1097280" rtl="0" eaLnBrk="1" latinLnBrk="0" hangingPunct="1">
                        <a:defRPr sz="2160" kern="1200">
                          <a:solidFill>
                            <a:schemeClr val="tx1"/>
                          </a:solidFill>
                          <a:latin typeface="Arial"/>
                        </a:defRPr>
                      </a:lvl8pPr>
                      <a:lvl9pPr marL="4389120" algn="l" defTabSz="1097280" rtl="0" eaLnBrk="1" latinLnBrk="0" hangingPunct="1">
                        <a:defRPr sz="2160" kern="1200">
                          <a:solidFill>
                            <a:schemeClr val="tx1"/>
                          </a:solidFill>
                          <a:latin typeface="Arial"/>
                        </a:defRPr>
                      </a:lvl9pPr>
                    </a:lstStyle>
                    <a:p>
                      <a:pPr marL="0" marR="0">
                        <a:lnSpc>
                          <a:spcPct val="107000"/>
                        </a:lnSpc>
                        <a:spcBef>
                          <a:spcPts val="0"/>
                        </a:spcBef>
                        <a:spcAft>
                          <a:spcPts val="0"/>
                        </a:spcAft>
                      </a:pPr>
                      <a:r>
                        <a:rPr lang="en-US" sz="1800" dirty="0">
                          <a:effectLst/>
                          <a:latin typeface="+mn-lt"/>
                          <a:ea typeface="Calibri" panose="020F0502020204030204" pitchFamily="34" charset="0"/>
                          <a:cs typeface="Times New Roman" panose="02020603050405020304" pitchFamily="18" charset="0"/>
                        </a:rPr>
                        <a:t>- providing instructions to use personal protective equipment;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97280" rtl="0" eaLnBrk="1" latinLnBrk="0" hangingPunct="1">
                        <a:defRPr sz="2160" kern="1200">
                          <a:solidFill>
                            <a:schemeClr val="tx1"/>
                          </a:solidFill>
                          <a:latin typeface="Arial"/>
                        </a:defRPr>
                      </a:lvl1pPr>
                      <a:lvl2pPr marL="548640" algn="l" defTabSz="1097280" rtl="0" eaLnBrk="1" latinLnBrk="0" hangingPunct="1">
                        <a:defRPr sz="2160" kern="1200">
                          <a:solidFill>
                            <a:schemeClr val="tx1"/>
                          </a:solidFill>
                          <a:latin typeface="Arial"/>
                        </a:defRPr>
                      </a:lvl2pPr>
                      <a:lvl3pPr marL="1097280" algn="l" defTabSz="1097280" rtl="0" eaLnBrk="1" latinLnBrk="0" hangingPunct="1">
                        <a:defRPr sz="2160" kern="1200">
                          <a:solidFill>
                            <a:schemeClr val="tx1"/>
                          </a:solidFill>
                          <a:latin typeface="Arial"/>
                        </a:defRPr>
                      </a:lvl3pPr>
                      <a:lvl4pPr marL="1645920" algn="l" defTabSz="1097280" rtl="0" eaLnBrk="1" latinLnBrk="0" hangingPunct="1">
                        <a:defRPr sz="2160" kern="1200">
                          <a:solidFill>
                            <a:schemeClr val="tx1"/>
                          </a:solidFill>
                          <a:latin typeface="Arial"/>
                        </a:defRPr>
                      </a:lvl4pPr>
                      <a:lvl5pPr marL="2194560" algn="l" defTabSz="1097280" rtl="0" eaLnBrk="1" latinLnBrk="0" hangingPunct="1">
                        <a:defRPr sz="2160" kern="1200">
                          <a:solidFill>
                            <a:schemeClr val="tx1"/>
                          </a:solidFill>
                          <a:latin typeface="Arial"/>
                        </a:defRPr>
                      </a:lvl5pPr>
                      <a:lvl6pPr marL="2743200" algn="l" defTabSz="1097280" rtl="0" eaLnBrk="1" latinLnBrk="0" hangingPunct="1">
                        <a:defRPr sz="2160" kern="1200">
                          <a:solidFill>
                            <a:schemeClr val="tx1"/>
                          </a:solidFill>
                          <a:latin typeface="Arial"/>
                        </a:defRPr>
                      </a:lvl6pPr>
                      <a:lvl7pPr marL="3291840" algn="l" defTabSz="1097280" rtl="0" eaLnBrk="1" latinLnBrk="0" hangingPunct="1">
                        <a:defRPr sz="2160" kern="1200">
                          <a:solidFill>
                            <a:schemeClr val="tx1"/>
                          </a:solidFill>
                          <a:latin typeface="Arial"/>
                        </a:defRPr>
                      </a:lvl7pPr>
                      <a:lvl8pPr marL="3840480" algn="l" defTabSz="1097280" rtl="0" eaLnBrk="1" latinLnBrk="0" hangingPunct="1">
                        <a:defRPr sz="2160" kern="1200">
                          <a:solidFill>
                            <a:schemeClr val="tx1"/>
                          </a:solidFill>
                          <a:latin typeface="Arial"/>
                        </a:defRPr>
                      </a:lvl8pPr>
                      <a:lvl9pPr marL="4389120" algn="l" defTabSz="1097280" rtl="0" eaLnBrk="1" latinLnBrk="0" hangingPunct="1">
                        <a:defRPr sz="2160" kern="1200">
                          <a:solidFill>
                            <a:schemeClr val="tx1"/>
                          </a:solidFill>
                          <a:latin typeface="Arial"/>
                        </a:defRPr>
                      </a:lvl9pPr>
                    </a:lstStyle>
                    <a:p>
                      <a:pPr marL="0" marR="0">
                        <a:lnSpc>
                          <a:spcPct val="107000"/>
                        </a:lnSpc>
                        <a:spcBef>
                          <a:spcPts val="0"/>
                        </a:spcBef>
                        <a:spcAft>
                          <a:spcPts val="0"/>
                        </a:spcAft>
                      </a:pPr>
                      <a:r>
                        <a:rPr lang="en-US" sz="1800" b="0" i="0" u="none" strike="noStrike" kern="1200" baseline="0" dirty="0">
                          <a:solidFill>
                            <a:schemeClr val="tx1"/>
                          </a:solidFill>
                          <a:latin typeface="+mn-lt"/>
                          <a:ea typeface="+mn-ea"/>
                          <a:cs typeface="+mn-cs"/>
                        </a:rPr>
                        <a:t>Use gloves and eyeglasses when handling toxic or hazardous materials. </a:t>
                      </a:r>
                      <a:endParaRPr lang="en-US" sz="18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1400862939"/>
                  </a:ext>
                </a:extLst>
              </a:tr>
              <a:tr h="687553">
                <a:tc>
                  <a:txBody>
                    <a:bodyPr/>
                    <a:lstStyle>
                      <a:lvl1pPr marL="0" algn="l" defTabSz="1097280" rtl="0" eaLnBrk="1" latinLnBrk="0" hangingPunct="1">
                        <a:defRPr sz="2160" kern="1200">
                          <a:solidFill>
                            <a:schemeClr val="tx1"/>
                          </a:solidFill>
                          <a:latin typeface="Arial"/>
                        </a:defRPr>
                      </a:lvl1pPr>
                      <a:lvl2pPr marL="548640" algn="l" defTabSz="1097280" rtl="0" eaLnBrk="1" latinLnBrk="0" hangingPunct="1">
                        <a:defRPr sz="2160" kern="1200">
                          <a:solidFill>
                            <a:schemeClr val="tx1"/>
                          </a:solidFill>
                          <a:latin typeface="Arial"/>
                        </a:defRPr>
                      </a:lvl2pPr>
                      <a:lvl3pPr marL="1097280" algn="l" defTabSz="1097280" rtl="0" eaLnBrk="1" latinLnBrk="0" hangingPunct="1">
                        <a:defRPr sz="2160" kern="1200">
                          <a:solidFill>
                            <a:schemeClr val="tx1"/>
                          </a:solidFill>
                          <a:latin typeface="Arial"/>
                        </a:defRPr>
                      </a:lvl3pPr>
                      <a:lvl4pPr marL="1645920" algn="l" defTabSz="1097280" rtl="0" eaLnBrk="1" latinLnBrk="0" hangingPunct="1">
                        <a:defRPr sz="2160" kern="1200">
                          <a:solidFill>
                            <a:schemeClr val="tx1"/>
                          </a:solidFill>
                          <a:latin typeface="Arial"/>
                        </a:defRPr>
                      </a:lvl4pPr>
                      <a:lvl5pPr marL="2194560" algn="l" defTabSz="1097280" rtl="0" eaLnBrk="1" latinLnBrk="0" hangingPunct="1">
                        <a:defRPr sz="2160" kern="1200">
                          <a:solidFill>
                            <a:schemeClr val="tx1"/>
                          </a:solidFill>
                          <a:latin typeface="Arial"/>
                        </a:defRPr>
                      </a:lvl5pPr>
                      <a:lvl6pPr marL="2743200" algn="l" defTabSz="1097280" rtl="0" eaLnBrk="1" latinLnBrk="0" hangingPunct="1">
                        <a:defRPr sz="2160" kern="1200">
                          <a:solidFill>
                            <a:schemeClr val="tx1"/>
                          </a:solidFill>
                          <a:latin typeface="Arial"/>
                        </a:defRPr>
                      </a:lvl6pPr>
                      <a:lvl7pPr marL="3291840" algn="l" defTabSz="1097280" rtl="0" eaLnBrk="1" latinLnBrk="0" hangingPunct="1">
                        <a:defRPr sz="2160" kern="1200">
                          <a:solidFill>
                            <a:schemeClr val="tx1"/>
                          </a:solidFill>
                          <a:latin typeface="Arial"/>
                        </a:defRPr>
                      </a:lvl7pPr>
                      <a:lvl8pPr marL="3840480" algn="l" defTabSz="1097280" rtl="0" eaLnBrk="1" latinLnBrk="0" hangingPunct="1">
                        <a:defRPr sz="2160" kern="1200">
                          <a:solidFill>
                            <a:schemeClr val="tx1"/>
                          </a:solidFill>
                          <a:latin typeface="Arial"/>
                        </a:defRPr>
                      </a:lvl8pPr>
                      <a:lvl9pPr marL="4389120" algn="l" defTabSz="1097280" rtl="0" eaLnBrk="1" latinLnBrk="0" hangingPunct="1">
                        <a:defRPr sz="2160" kern="1200">
                          <a:solidFill>
                            <a:schemeClr val="tx1"/>
                          </a:solidFill>
                          <a:latin typeface="Arial"/>
                        </a:defRPr>
                      </a:lvl9pPr>
                    </a:lstStyle>
                    <a:p>
                      <a:pPr marL="0" marR="0">
                        <a:lnSpc>
                          <a:spcPct val="107000"/>
                        </a:lnSpc>
                        <a:spcBef>
                          <a:spcPts val="0"/>
                        </a:spcBef>
                        <a:spcAft>
                          <a:spcPts val="0"/>
                        </a:spcAft>
                      </a:pPr>
                      <a:r>
                        <a:rPr lang="en-US" sz="1800" dirty="0">
                          <a:effectLst/>
                          <a:latin typeface="+mn-lt"/>
                          <a:ea typeface="Calibri" panose="020F0502020204030204" pitchFamily="34" charset="0"/>
                          <a:cs typeface="Times New Roman" panose="02020603050405020304" pitchFamily="18" charset="0"/>
                        </a:rPr>
                        <a:t>- providing instructions about measures to reduce the </a:t>
                      </a:r>
                      <a:r>
                        <a:rPr lang="en-US" sz="1800" i="1" dirty="0">
                          <a:effectLst/>
                          <a:latin typeface="+mn-lt"/>
                          <a:ea typeface="Calibri" panose="020F0502020204030204" pitchFamily="34" charset="0"/>
                          <a:cs typeface="Times New Roman" panose="02020603050405020304" pitchFamily="18" charset="0"/>
                        </a:rPr>
                        <a:t>severity </a:t>
                      </a:r>
                      <a:r>
                        <a:rPr lang="en-US" sz="1800" dirty="0">
                          <a:effectLst/>
                          <a:latin typeface="+mn-lt"/>
                          <a:ea typeface="Calibri" panose="020F0502020204030204" pitchFamily="34" charset="0"/>
                          <a:cs typeface="Times New Roman" panose="02020603050405020304" pitchFamily="18" charset="0"/>
                        </a:rPr>
                        <a:t>of </a:t>
                      </a:r>
                      <a:r>
                        <a:rPr lang="en-US" sz="1800" i="1" dirty="0">
                          <a:effectLst/>
                          <a:latin typeface="+mn-lt"/>
                          <a:ea typeface="Calibri" panose="020F0502020204030204" pitchFamily="34" charset="0"/>
                          <a:cs typeface="Times New Roman" panose="02020603050405020304" pitchFamily="18" charset="0"/>
                        </a:rPr>
                        <a:t>harm</a:t>
                      </a:r>
                      <a:r>
                        <a:rPr lang="en-US" sz="1800" dirty="0">
                          <a:effectLst/>
                          <a:latin typeface="+mn-lt"/>
                          <a:ea typeface="Calibri" panose="020F050202020403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97280" rtl="0" eaLnBrk="1" latinLnBrk="0" hangingPunct="1">
                        <a:defRPr sz="2160" kern="1200">
                          <a:solidFill>
                            <a:schemeClr val="tx1"/>
                          </a:solidFill>
                          <a:latin typeface="Arial"/>
                        </a:defRPr>
                      </a:lvl1pPr>
                      <a:lvl2pPr marL="548640" algn="l" defTabSz="1097280" rtl="0" eaLnBrk="1" latinLnBrk="0" hangingPunct="1">
                        <a:defRPr sz="2160" kern="1200">
                          <a:solidFill>
                            <a:schemeClr val="tx1"/>
                          </a:solidFill>
                          <a:latin typeface="Arial"/>
                        </a:defRPr>
                      </a:lvl2pPr>
                      <a:lvl3pPr marL="1097280" algn="l" defTabSz="1097280" rtl="0" eaLnBrk="1" latinLnBrk="0" hangingPunct="1">
                        <a:defRPr sz="2160" kern="1200">
                          <a:solidFill>
                            <a:schemeClr val="tx1"/>
                          </a:solidFill>
                          <a:latin typeface="Arial"/>
                        </a:defRPr>
                      </a:lvl3pPr>
                      <a:lvl4pPr marL="1645920" algn="l" defTabSz="1097280" rtl="0" eaLnBrk="1" latinLnBrk="0" hangingPunct="1">
                        <a:defRPr sz="2160" kern="1200">
                          <a:solidFill>
                            <a:schemeClr val="tx1"/>
                          </a:solidFill>
                          <a:latin typeface="Arial"/>
                        </a:defRPr>
                      </a:lvl4pPr>
                      <a:lvl5pPr marL="2194560" algn="l" defTabSz="1097280" rtl="0" eaLnBrk="1" latinLnBrk="0" hangingPunct="1">
                        <a:defRPr sz="2160" kern="1200">
                          <a:solidFill>
                            <a:schemeClr val="tx1"/>
                          </a:solidFill>
                          <a:latin typeface="Arial"/>
                        </a:defRPr>
                      </a:lvl5pPr>
                      <a:lvl6pPr marL="2743200" algn="l" defTabSz="1097280" rtl="0" eaLnBrk="1" latinLnBrk="0" hangingPunct="1">
                        <a:defRPr sz="2160" kern="1200">
                          <a:solidFill>
                            <a:schemeClr val="tx1"/>
                          </a:solidFill>
                          <a:latin typeface="Arial"/>
                        </a:defRPr>
                      </a:lvl6pPr>
                      <a:lvl7pPr marL="3291840" algn="l" defTabSz="1097280" rtl="0" eaLnBrk="1" latinLnBrk="0" hangingPunct="1">
                        <a:defRPr sz="2160" kern="1200">
                          <a:solidFill>
                            <a:schemeClr val="tx1"/>
                          </a:solidFill>
                          <a:latin typeface="Arial"/>
                        </a:defRPr>
                      </a:lvl7pPr>
                      <a:lvl8pPr marL="3840480" algn="l" defTabSz="1097280" rtl="0" eaLnBrk="1" latinLnBrk="0" hangingPunct="1">
                        <a:defRPr sz="2160" kern="1200">
                          <a:solidFill>
                            <a:schemeClr val="tx1"/>
                          </a:solidFill>
                          <a:latin typeface="Arial"/>
                        </a:defRPr>
                      </a:lvl8pPr>
                      <a:lvl9pPr marL="4389120" algn="l" defTabSz="1097280" rtl="0" eaLnBrk="1" latinLnBrk="0" hangingPunct="1">
                        <a:defRPr sz="2160" kern="1200">
                          <a:solidFill>
                            <a:schemeClr val="tx1"/>
                          </a:solidFill>
                          <a:latin typeface="Arial"/>
                        </a:defRPr>
                      </a:lvl9pPr>
                    </a:lstStyle>
                    <a:p>
                      <a:pPr marL="0" marR="0">
                        <a:lnSpc>
                          <a:spcPct val="107000"/>
                        </a:lnSpc>
                        <a:spcBef>
                          <a:spcPts val="0"/>
                        </a:spcBef>
                        <a:spcAft>
                          <a:spcPts val="0"/>
                        </a:spcAft>
                      </a:pPr>
                      <a:r>
                        <a:rPr lang="en-US" sz="1800" b="0" i="0" u="none" strike="noStrike" kern="1200" baseline="0" dirty="0">
                          <a:solidFill>
                            <a:schemeClr val="tx1"/>
                          </a:solidFill>
                          <a:latin typeface="+mn-lt"/>
                          <a:ea typeface="+mn-ea"/>
                          <a:cs typeface="+mn-cs"/>
                        </a:rPr>
                        <a:t>Rinse immediately with water after contamination with hazardous substances. </a:t>
                      </a:r>
                      <a:endParaRPr lang="en-US" sz="18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2594758563"/>
                  </a:ext>
                </a:extLst>
              </a:tr>
              <a:tr h="687553">
                <a:tc>
                  <a:txBody>
                    <a:bodyPr/>
                    <a:lstStyle>
                      <a:lvl1pPr marL="0" algn="l" defTabSz="1097280" rtl="0" eaLnBrk="1" latinLnBrk="0" hangingPunct="1">
                        <a:defRPr sz="2160" kern="1200">
                          <a:solidFill>
                            <a:schemeClr val="tx1"/>
                          </a:solidFill>
                          <a:latin typeface="Arial"/>
                        </a:defRPr>
                      </a:lvl1pPr>
                      <a:lvl2pPr marL="548640" algn="l" defTabSz="1097280" rtl="0" eaLnBrk="1" latinLnBrk="0" hangingPunct="1">
                        <a:defRPr sz="2160" kern="1200">
                          <a:solidFill>
                            <a:schemeClr val="tx1"/>
                          </a:solidFill>
                          <a:latin typeface="Arial"/>
                        </a:defRPr>
                      </a:lvl2pPr>
                      <a:lvl3pPr marL="1097280" algn="l" defTabSz="1097280" rtl="0" eaLnBrk="1" latinLnBrk="0" hangingPunct="1">
                        <a:defRPr sz="2160" kern="1200">
                          <a:solidFill>
                            <a:schemeClr val="tx1"/>
                          </a:solidFill>
                          <a:latin typeface="Arial"/>
                        </a:defRPr>
                      </a:lvl3pPr>
                      <a:lvl4pPr marL="1645920" algn="l" defTabSz="1097280" rtl="0" eaLnBrk="1" latinLnBrk="0" hangingPunct="1">
                        <a:defRPr sz="2160" kern="1200">
                          <a:solidFill>
                            <a:schemeClr val="tx1"/>
                          </a:solidFill>
                          <a:latin typeface="Arial"/>
                        </a:defRPr>
                      </a:lvl4pPr>
                      <a:lvl5pPr marL="2194560" algn="l" defTabSz="1097280" rtl="0" eaLnBrk="1" latinLnBrk="0" hangingPunct="1">
                        <a:defRPr sz="2160" kern="1200">
                          <a:solidFill>
                            <a:schemeClr val="tx1"/>
                          </a:solidFill>
                          <a:latin typeface="Arial"/>
                        </a:defRPr>
                      </a:lvl5pPr>
                      <a:lvl6pPr marL="2743200" algn="l" defTabSz="1097280" rtl="0" eaLnBrk="1" latinLnBrk="0" hangingPunct="1">
                        <a:defRPr sz="2160" kern="1200">
                          <a:solidFill>
                            <a:schemeClr val="tx1"/>
                          </a:solidFill>
                          <a:latin typeface="Arial"/>
                        </a:defRPr>
                      </a:lvl6pPr>
                      <a:lvl7pPr marL="3291840" algn="l" defTabSz="1097280" rtl="0" eaLnBrk="1" latinLnBrk="0" hangingPunct="1">
                        <a:defRPr sz="2160" kern="1200">
                          <a:solidFill>
                            <a:schemeClr val="tx1"/>
                          </a:solidFill>
                          <a:latin typeface="Arial"/>
                        </a:defRPr>
                      </a:lvl7pPr>
                      <a:lvl8pPr marL="3840480" algn="l" defTabSz="1097280" rtl="0" eaLnBrk="1" latinLnBrk="0" hangingPunct="1">
                        <a:defRPr sz="2160" kern="1200">
                          <a:solidFill>
                            <a:schemeClr val="tx1"/>
                          </a:solidFill>
                          <a:latin typeface="Arial"/>
                        </a:defRPr>
                      </a:lvl8pPr>
                      <a:lvl9pPr marL="4389120" algn="l" defTabSz="1097280" rtl="0" eaLnBrk="1" latinLnBrk="0" hangingPunct="1">
                        <a:defRPr sz="2160" kern="1200">
                          <a:solidFill>
                            <a:schemeClr val="tx1"/>
                          </a:solidFill>
                          <a:latin typeface="Arial"/>
                        </a:defRPr>
                      </a:lvl9pPr>
                    </a:lstStyle>
                    <a:p>
                      <a:pPr marL="0" marR="0">
                        <a:lnSpc>
                          <a:spcPct val="107000"/>
                        </a:lnSpc>
                        <a:spcBef>
                          <a:spcPts val="0"/>
                        </a:spcBef>
                        <a:spcAft>
                          <a:spcPts val="0"/>
                        </a:spcAft>
                      </a:pPr>
                      <a:r>
                        <a:rPr lang="en-US" sz="1800">
                          <a:effectLst/>
                          <a:latin typeface="+mn-lt"/>
                          <a:ea typeface="Calibri" panose="020F0502020204030204" pitchFamily="34" charset="0"/>
                          <a:cs typeface="Times New Roman" panose="02020603050405020304" pitchFamily="18" charset="0"/>
                        </a:rPr>
                        <a:t>- providing training to users on how to use the </a:t>
                      </a:r>
                      <a:r>
                        <a:rPr lang="en-US" sz="1800" i="1">
                          <a:effectLst/>
                          <a:latin typeface="+mn-lt"/>
                          <a:ea typeface="Calibri" panose="020F0502020204030204" pitchFamily="34" charset="0"/>
                          <a:cs typeface="Times New Roman" panose="02020603050405020304" pitchFamily="18" charset="0"/>
                        </a:rPr>
                        <a:t>medical device </a:t>
                      </a:r>
                      <a:r>
                        <a:rPr lang="en-US" sz="1800">
                          <a:effectLst/>
                          <a:latin typeface="+mn-lt"/>
                          <a:ea typeface="Calibri" panose="020F0502020204030204" pitchFamily="34" charset="0"/>
                          <a:cs typeface="Times New Roman" panose="02020603050405020304" pitchFamily="18" charset="0"/>
                        </a:rPr>
                        <a:t>correctly; </a:t>
                      </a:r>
                    </a:p>
                    <a:p>
                      <a:pPr marL="0" marR="0">
                        <a:lnSpc>
                          <a:spcPct val="107000"/>
                        </a:lnSpc>
                        <a:spcBef>
                          <a:spcPts val="0"/>
                        </a:spcBef>
                        <a:spcAft>
                          <a:spcPts val="0"/>
                        </a:spcAft>
                      </a:pPr>
                      <a:endParaRPr lang="en-US" sz="180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97280" rtl="0" eaLnBrk="1" latinLnBrk="0" hangingPunct="1">
                        <a:defRPr sz="2160" kern="1200">
                          <a:solidFill>
                            <a:schemeClr val="tx1"/>
                          </a:solidFill>
                          <a:latin typeface="Arial"/>
                        </a:defRPr>
                      </a:lvl1pPr>
                      <a:lvl2pPr marL="548640" algn="l" defTabSz="1097280" rtl="0" eaLnBrk="1" latinLnBrk="0" hangingPunct="1">
                        <a:defRPr sz="2160" kern="1200">
                          <a:solidFill>
                            <a:schemeClr val="tx1"/>
                          </a:solidFill>
                          <a:latin typeface="Arial"/>
                        </a:defRPr>
                      </a:lvl2pPr>
                      <a:lvl3pPr marL="1097280" algn="l" defTabSz="1097280" rtl="0" eaLnBrk="1" latinLnBrk="0" hangingPunct="1">
                        <a:defRPr sz="2160" kern="1200">
                          <a:solidFill>
                            <a:schemeClr val="tx1"/>
                          </a:solidFill>
                          <a:latin typeface="Arial"/>
                        </a:defRPr>
                      </a:lvl3pPr>
                      <a:lvl4pPr marL="1645920" algn="l" defTabSz="1097280" rtl="0" eaLnBrk="1" latinLnBrk="0" hangingPunct="1">
                        <a:defRPr sz="2160" kern="1200">
                          <a:solidFill>
                            <a:schemeClr val="tx1"/>
                          </a:solidFill>
                          <a:latin typeface="Arial"/>
                        </a:defRPr>
                      </a:lvl4pPr>
                      <a:lvl5pPr marL="2194560" algn="l" defTabSz="1097280" rtl="0" eaLnBrk="1" latinLnBrk="0" hangingPunct="1">
                        <a:defRPr sz="2160" kern="1200">
                          <a:solidFill>
                            <a:schemeClr val="tx1"/>
                          </a:solidFill>
                          <a:latin typeface="Arial"/>
                        </a:defRPr>
                      </a:lvl5pPr>
                      <a:lvl6pPr marL="2743200" algn="l" defTabSz="1097280" rtl="0" eaLnBrk="1" latinLnBrk="0" hangingPunct="1">
                        <a:defRPr sz="2160" kern="1200">
                          <a:solidFill>
                            <a:schemeClr val="tx1"/>
                          </a:solidFill>
                          <a:latin typeface="Arial"/>
                        </a:defRPr>
                      </a:lvl6pPr>
                      <a:lvl7pPr marL="3291840" algn="l" defTabSz="1097280" rtl="0" eaLnBrk="1" latinLnBrk="0" hangingPunct="1">
                        <a:defRPr sz="2160" kern="1200">
                          <a:solidFill>
                            <a:schemeClr val="tx1"/>
                          </a:solidFill>
                          <a:latin typeface="Arial"/>
                        </a:defRPr>
                      </a:lvl7pPr>
                      <a:lvl8pPr marL="3840480" algn="l" defTabSz="1097280" rtl="0" eaLnBrk="1" latinLnBrk="0" hangingPunct="1">
                        <a:defRPr sz="2160" kern="1200">
                          <a:solidFill>
                            <a:schemeClr val="tx1"/>
                          </a:solidFill>
                          <a:latin typeface="Arial"/>
                        </a:defRPr>
                      </a:lvl8pPr>
                      <a:lvl9pPr marL="4389120" algn="l" defTabSz="1097280" rtl="0" eaLnBrk="1" latinLnBrk="0" hangingPunct="1">
                        <a:defRPr sz="2160" kern="1200">
                          <a:solidFill>
                            <a:schemeClr val="tx1"/>
                          </a:solidFill>
                          <a:latin typeface="Arial"/>
                        </a:defRPr>
                      </a:lvl9pPr>
                    </a:lstStyle>
                    <a:p>
                      <a:pPr marL="0" marR="0">
                        <a:lnSpc>
                          <a:spcPct val="107000"/>
                        </a:lnSpc>
                        <a:spcBef>
                          <a:spcPts val="0"/>
                        </a:spcBef>
                        <a:spcAft>
                          <a:spcPts val="0"/>
                        </a:spcAft>
                      </a:pPr>
                      <a:r>
                        <a:rPr lang="en-US" sz="1800" b="0" i="0" u="none" strike="noStrike" kern="1200" baseline="0" dirty="0">
                          <a:solidFill>
                            <a:schemeClr val="tx1"/>
                          </a:solidFill>
                          <a:latin typeface="+mn-lt"/>
                          <a:ea typeface="+mn-ea"/>
                          <a:cs typeface="+mn-cs"/>
                        </a:rPr>
                        <a:t>Training program for operators of radiotherapy equipment or for home-use dialysis machines. </a:t>
                      </a:r>
                      <a:r>
                        <a:rPr lang="en-US" sz="1800" b="0" i="0" u="none" strike="noStrike" kern="1200" baseline="0" dirty="0">
                          <a:solidFill>
                            <a:srgbClr val="00B050"/>
                          </a:solidFill>
                          <a:latin typeface="+mn-lt"/>
                          <a:ea typeface="+mn-ea"/>
                          <a:cs typeface="+mn-cs"/>
                        </a:rPr>
                        <a:t>Note: Operators may be required to certify to training completion.</a:t>
                      </a:r>
                      <a:endParaRPr lang="en-US" sz="1800" dirty="0">
                        <a:solidFill>
                          <a:srgbClr val="00B050"/>
                        </a:solidFill>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4185967646"/>
                  </a:ext>
                </a:extLst>
              </a:tr>
              <a:tr h="687553">
                <a:tc>
                  <a:txBody>
                    <a:bodyPr/>
                    <a:lstStyle>
                      <a:lvl1pPr marL="0" algn="l" defTabSz="1097280" rtl="0" eaLnBrk="1" latinLnBrk="0" hangingPunct="1">
                        <a:defRPr sz="2160" kern="1200">
                          <a:solidFill>
                            <a:schemeClr val="tx1"/>
                          </a:solidFill>
                          <a:latin typeface="Arial"/>
                        </a:defRPr>
                      </a:lvl1pPr>
                      <a:lvl2pPr marL="548640" algn="l" defTabSz="1097280" rtl="0" eaLnBrk="1" latinLnBrk="0" hangingPunct="1">
                        <a:defRPr sz="2160" kern="1200">
                          <a:solidFill>
                            <a:schemeClr val="tx1"/>
                          </a:solidFill>
                          <a:latin typeface="Arial"/>
                        </a:defRPr>
                      </a:lvl2pPr>
                      <a:lvl3pPr marL="1097280" algn="l" defTabSz="1097280" rtl="0" eaLnBrk="1" latinLnBrk="0" hangingPunct="1">
                        <a:defRPr sz="2160" kern="1200">
                          <a:solidFill>
                            <a:schemeClr val="tx1"/>
                          </a:solidFill>
                          <a:latin typeface="Arial"/>
                        </a:defRPr>
                      </a:lvl3pPr>
                      <a:lvl4pPr marL="1645920" algn="l" defTabSz="1097280" rtl="0" eaLnBrk="1" latinLnBrk="0" hangingPunct="1">
                        <a:defRPr sz="2160" kern="1200">
                          <a:solidFill>
                            <a:schemeClr val="tx1"/>
                          </a:solidFill>
                          <a:latin typeface="Arial"/>
                        </a:defRPr>
                      </a:lvl4pPr>
                      <a:lvl5pPr marL="2194560" algn="l" defTabSz="1097280" rtl="0" eaLnBrk="1" latinLnBrk="0" hangingPunct="1">
                        <a:defRPr sz="2160" kern="1200">
                          <a:solidFill>
                            <a:schemeClr val="tx1"/>
                          </a:solidFill>
                          <a:latin typeface="Arial"/>
                        </a:defRPr>
                      </a:lvl5pPr>
                      <a:lvl6pPr marL="2743200" algn="l" defTabSz="1097280" rtl="0" eaLnBrk="1" latinLnBrk="0" hangingPunct="1">
                        <a:defRPr sz="2160" kern="1200">
                          <a:solidFill>
                            <a:schemeClr val="tx1"/>
                          </a:solidFill>
                          <a:latin typeface="Arial"/>
                        </a:defRPr>
                      </a:lvl6pPr>
                      <a:lvl7pPr marL="3291840" algn="l" defTabSz="1097280" rtl="0" eaLnBrk="1" latinLnBrk="0" hangingPunct="1">
                        <a:defRPr sz="2160" kern="1200">
                          <a:solidFill>
                            <a:schemeClr val="tx1"/>
                          </a:solidFill>
                          <a:latin typeface="Arial"/>
                        </a:defRPr>
                      </a:lvl7pPr>
                      <a:lvl8pPr marL="3840480" algn="l" defTabSz="1097280" rtl="0" eaLnBrk="1" latinLnBrk="0" hangingPunct="1">
                        <a:defRPr sz="2160" kern="1200">
                          <a:solidFill>
                            <a:schemeClr val="tx1"/>
                          </a:solidFill>
                          <a:latin typeface="Arial"/>
                        </a:defRPr>
                      </a:lvl8pPr>
                      <a:lvl9pPr marL="4389120" algn="l" defTabSz="1097280" rtl="0" eaLnBrk="1" latinLnBrk="0" hangingPunct="1">
                        <a:defRPr sz="2160" kern="1200">
                          <a:solidFill>
                            <a:schemeClr val="tx1"/>
                          </a:solidFill>
                          <a:latin typeface="Arial"/>
                        </a:defRPr>
                      </a:lvl9pPr>
                    </a:lstStyle>
                    <a:p>
                      <a:pPr marL="0" marR="0" lvl="0" indent="0" algn="l" defTabSz="653110" rtl="0" eaLnBrk="1" fontAlgn="auto" latinLnBrk="0" hangingPunct="1">
                        <a:lnSpc>
                          <a:spcPct val="107000"/>
                        </a:lnSpc>
                        <a:spcBef>
                          <a:spcPts val="0"/>
                        </a:spcBef>
                        <a:spcAft>
                          <a:spcPts val="0"/>
                        </a:spcAft>
                        <a:buClrTx/>
                        <a:buSzTx/>
                        <a:buFontTx/>
                        <a:buNone/>
                        <a:tabLst/>
                        <a:defRPr/>
                      </a:pPr>
                      <a:r>
                        <a:rPr lang="en-US" sz="1800">
                          <a:effectLst/>
                          <a:latin typeface="+mn-lt"/>
                          <a:ea typeface="Calibri" panose="020F0502020204030204" pitchFamily="34" charset="0"/>
                          <a:cs typeface="Times New Roman" panose="02020603050405020304" pitchFamily="18" charset="0"/>
                        </a:rPr>
                        <a:t>- providing instructions relating to installation and maintenance during the lifetime of the </a:t>
                      </a:r>
                      <a:r>
                        <a:rPr lang="en-US" sz="1800" i="1">
                          <a:effectLst/>
                          <a:latin typeface="+mn-lt"/>
                          <a:ea typeface="Calibri" panose="020F0502020204030204" pitchFamily="34" charset="0"/>
                          <a:cs typeface="Times New Roman" panose="02020603050405020304" pitchFamily="18" charset="0"/>
                        </a:rPr>
                        <a:t>medical device</a:t>
                      </a:r>
                      <a:endParaRPr lang="en-US" sz="180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097280" rtl="0" eaLnBrk="1" latinLnBrk="0" hangingPunct="1">
                        <a:defRPr sz="2160" kern="1200">
                          <a:solidFill>
                            <a:schemeClr val="tx1"/>
                          </a:solidFill>
                          <a:latin typeface="Arial"/>
                        </a:defRPr>
                      </a:lvl1pPr>
                      <a:lvl2pPr marL="548640" algn="l" defTabSz="1097280" rtl="0" eaLnBrk="1" latinLnBrk="0" hangingPunct="1">
                        <a:defRPr sz="2160" kern="1200">
                          <a:solidFill>
                            <a:schemeClr val="tx1"/>
                          </a:solidFill>
                          <a:latin typeface="Arial"/>
                        </a:defRPr>
                      </a:lvl2pPr>
                      <a:lvl3pPr marL="1097280" algn="l" defTabSz="1097280" rtl="0" eaLnBrk="1" latinLnBrk="0" hangingPunct="1">
                        <a:defRPr sz="2160" kern="1200">
                          <a:solidFill>
                            <a:schemeClr val="tx1"/>
                          </a:solidFill>
                          <a:latin typeface="Arial"/>
                        </a:defRPr>
                      </a:lvl3pPr>
                      <a:lvl4pPr marL="1645920" algn="l" defTabSz="1097280" rtl="0" eaLnBrk="1" latinLnBrk="0" hangingPunct="1">
                        <a:defRPr sz="2160" kern="1200">
                          <a:solidFill>
                            <a:schemeClr val="tx1"/>
                          </a:solidFill>
                          <a:latin typeface="Arial"/>
                        </a:defRPr>
                      </a:lvl4pPr>
                      <a:lvl5pPr marL="2194560" algn="l" defTabSz="1097280" rtl="0" eaLnBrk="1" latinLnBrk="0" hangingPunct="1">
                        <a:defRPr sz="2160" kern="1200">
                          <a:solidFill>
                            <a:schemeClr val="tx1"/>
                          </a:solidFill>
                          <a:latin typeface="Arial"/>
                        </a:defRPr>
                      </a:lvl5pPr>
                      <a:lvl6pPr marL="2743200" algn="l" defTabSz="1097280" rtl="0" eaLnBrk="1" latinLnBrk="0" hangingPunct="1">
                        <a:defRPr sz="2160" kern="1200">
                          <a:solidFill>
                            <a:schemeClr val="tx1"/>
                          </a:solidFill>
                          <a:latin typeface="Arial"/>
                        </a:defRPr>
                      </a:lvl6pPr>
                      <a:lvl7pPr marL="3291840" algn="l" defTabSz="1097280" rtl="0" eaLnBrk="1" latinLnBrk="0" hangingPunct="1">
                        <a:defRPr sz="2160" kern="1200">
                          <a:solidFill>
                            <a:schemeClr val="tx1"/>
                          </a:solidFill>
                          <a:latin typeface="Arial"/>
                        </a:defRPr>
                      </a:lvl7pPr>
                      <a:lvl8pPr marL="3840480" algn="l" defTabSz="1097280" rtl="0" eaLnBrk="1" latinLnBrk="0" hangingPunct="1">
                        <a:defRPr sz="2160" kern="1200">
                          <a:solidFill>
                            <a:schemeClr val="tx1"/>
                          </a:solidFill>
                          <a:latin typeface="Arial"/>
                        </a:defRPr>
                      </a:lvl8pPr>
                      <a:lvl9pPr marL="4389120" algn="l" defTabSz="1097280" rtl="0" eaLnBrk="1" latinLnBrk="0" hangingPunct="1">
                        <a:defRPr sz="2160" kern="1200">
                          <a:solidFill>
                            <a:schemeClr val="tx1"/>
                          </a:solidFill>
                          <a:latin typeface="Arial"/>
                        </a:defRPr>
                      </a:lvl9pPr>
                    </a:lstStyle>
                    <a:p>
                      <a:pPr marL="0" marR="0">
                        <a:lnSpc>
                          <a:spcPct val="107000"/>
                        </a:lnSpc>
                        <a:spcBef>
                          <a:spcPts val="0"/>
                        </a:spcBef>
                        <a:spcAft>
                          <a:spcPts val="0"/>
                        </a:spcAft>
                      </a:pPr>
                      <a:r>
                        <a:rPr lang="en-US" sz="1800" b="0" i="0" u="none" strike="noStrike" kern="1200" baseline="0" dirty="0">
                          <a:solidFill>
                            <a:schemeClr val="tx1"/>
                          </a:solidFill>
                          <a:latin typeface="+mn-lt"/>
                          <a:ea typeface="+mn-ea"/>
                          <a:cs typeface="+mn-cs"/>
                        </a:rPr>
                        <a:t>Maintenance intervals, maximum expected lifetime, how to dispose of the </a:t>
                      </a:r>
                      <a:r>
                        <a:rPr lang="en-US" sz="1800" b="0" i="1" u="none" strike="noStrike" kern="1200" baseline="0" dirty="0">
                          <a:solidFill>
                            <a:schemeClr val="tx1"/>
                          </a:solidFill>
                          <a:latin typeface="+mn-lt"/>
                          <a:ea typeface="+mn-ea"/>
                          <a:cs typeface="+mn-cs"/>
                        </a:rPr>
                        <a:t>medical device </a:t>
                      </a:r>
                      <a:r>
                        <a:rPr lang="en-US" sz="1800" b="0" i="0" u="none" strike="noStrike" kern="1200" baseline="0" dirty="0">
                          <a:solidFill>
                            <a:schemeClr val="tx1"/>
                          </a:solidFill>
                          <a:latin typeface="+mn-lt"/>
                          <a:ea typeface="+mn-ea"/>
                          <a:cs typeface="+mn-cs"/>
                        </a:rPr>
                        <a:t>properly. </a:t>
                      </a:r>
                      <a:endParaRPr lang="en-US" sz="18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2857699323"/>
                  </a:ext>
                </a:extLst>
              </a:tr>
            </a:tbl>
          </a:graphicData>
        </a:graphic>
      </p:graphicFrame>
    </p:spTree>
    <p:extLst>
      <p:ext uri="{BB962C8B-B14F-4D97-AF65-F5344CB8AC3E}">
        <p14:creationId xmlns:p14="http://schemas.microsoft.com/office/powerpoint/2010/main" val="16392584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9089B64-BEBA-4C2A-B8B9-416A6128A9CF}"/>
              </a:ext>
            </a:extLst>
          </p:cNvPr>
          <p:cNvSpPr>
            <a:spLocks noGrp="1"/>
          </p:cNvSpPr>
          <p:nvPr>
            <p:ph type="title"/>
          </p:nvPr>
        </p:nvSpPr>
        <p:spPr/>
        <p:txBody>
          <a:bodyPr/>
          <a:lstStyle/>
          <a:p>
            <a:r>
              <a:rPr lang="en-US" dirty="0"/>
              <a:t>Risk Control</a:t>
            </a:r>
          </a:p>
        </p:txBody>
      </p:sp>
      <p:sp>
        <p:nvSpPr>
          <p:cNvPr id="3" name="Content Placeholder 2">
            <a:extLst>
              <a:ext uri="{FF2B5EF4-FFF2-40B4-BE49-F238E27FC236}">
                <a16:creationId xmlns:a16="http://schemas.microsoft.com/office/drawing/2014/main" xmlns="" id="{8BE5F4FC-CE07-743F-F099-DE98FE4264D3}"/>
              </a:ext>
            </a:extLst>
          </p:cNvPr>
          <p:cNvSpPr txBox="1">
            <a:spLocks/>
          </p:cNvSpPr>
          <p:nvPr/>
        </p:nvSpPr>
        <p:spPr>
          <a:xfrm>
            <a:off x="-312821" y="1195147"/>
            <a:ext cx="13523495" cy="395530"/>
          </a:xfrm>
          <a:prstGeom prst="rect">
            <a:avLst/>
          </a:prstGeom>
        </p:spPr>
        <p:txBody>
          <a:bodyPr wrap="square" anchor="t">
            <a:normAutofit fontScale="92500" lnSpcReduction="20000"/>
          </a:bodyPr>
          <a:lst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lvl="1"/>
            <a:r>
              <a:rPr lang="en-US" sz="2800" dirty="0"/>
              <a:t>Examples of RCM options for various devices:</a:t>
            </a:r>
          </a:p>
          <a:p>
            <a:pPr lvl="2"/>
            <a:endParaRPr lang="en-US" sz="2320" dirty="0"/>
          </a:p>
        </p:txBody>
      </p:sp>
      <p:pic>
        <p:nvPicPr>
          <p:cNvPr id="5" name="Picture 4">
            <a:extLst>
              <a:ext uri="{FF2B5EF4-FFF2-40B4-BE49-F238E27FC236}">
                <a16:creationId xmlns:a16="http://schemas.microsoft.com/office/drawing/2014/main" xmlns="" id="{ABF9998D-A77B-0BAC-771D-C8D39213DA50}"/>
              </a:ext>
            </a:extLst>
          </p:cNvPr>
          <p:cNvPicPr>
            <a:picLocks noChangeAspect="1"/>
          </p:cNvPicPr>
          <p:nvPr/>
        </p:nvPicPr>
        <p:blipFill>
          <a:blip r:embed="rId3"/>
          <a:stretch>
            <a:fillRect/>
          </a:stretch>
        </p:blipFill>
        <p:spPr>
          <a:xfrm>
            <a:off x="255762" y="1631737"/>
            <a:ext cx="6332737" cy="5577840"/>
          </a:xfrm>
          <a:prstGeom prst="rect">
            <a:avLst/>
          </a:prstGeom>
        </p:spPr>
      </p:pic>
      <p:sp>
        <p:nvSpPr>
          <p:cNvPr id="6" name="TextBox 5">
            <a:extLst>
              <a:ext uri="{FF2B5EF4-FFF2-40B4-BE49-F238E27FC236}">
                <a16:creationId xmlns:a16="http://schemas.microsoft.com/office/drawing/2014/main" xmlns="" id="{27E96D3E-716A-29D1-00D9-2639449C2561}"/>
              </a:ext>
            </a:extLst>
          </p:cNvPr>
          <p:cNvSpPr txBox="1"/>
          <p:nvPr/>
        </p:nvSpPr>
        <p:spPr>
          <a:xfrm>
            <a:off x="415211" y="7265420"/>
            <a:ext cx="7315200" cy="369332"/>
          </a:xfrm>
          <a:prstGeom prst="rect">
            <a:avLst/>
          </a:prstGeom>
          <a:noFill/>
        </p:spPr>
        <p:txBody>
          <a:bodyPr wrap="square">
            <a:spAutoFit/>
          </a:bodyPr>
          <a:lstStyle/>
          <a:p>
            <a:r>
              <a:rPr lang="en-US" sz="1800" dirty="0"/>
              <a:t>Examples from I</a:t>
            </a:r>
            <a:r>
              <a:rPr lang="en-US" dirty="0"/>
              <a:t>SO 24971</a:t>
            </a:r>
            <a:endParaRPr lang="en-US" sz="1800" dirty="0"/>
          </a:p>
        </p:txBody>
      </p:sp>
      <p:pic>
        <p:nvPicPr>
          <p:cNvPr id="8" name="Picture 7">
            <a:extLst>
              <a:ext uri="{FF2B5EF4-FFF2-40B4-BE49-F238E27FC236}">
                <a16:creationId xmlns:a16="http://schemas.microsoft.com/office/drawing/2014/main" xmlns="" id="{C057C618-C3B1-F38A-384F-2D24F59782D7}"/>
              </a:ext>
            </a:extLst>
          </p:cNvPr>
          <p:cNvPicPr>
            <a:picLocks noChangeAspect="1"/>
          </p:cNvPicPr>
          <p:nvPr/>
        </p:nvPicPr>
        <p:blipFill>
          <a:blip r:embed="rId4"/>
          <a:stretch>
            <a:fillRect/>
          </a:stretch>
        </p:blipFill>
        <p:spPr>
          <a:xfrm>
            <a:off x="7068674" y="394291"/>
            <a:ext cx="7182998" cy="3415229"/>
          </a:xfrm>
          <a:prstGeom prst="rect">
            <a:avLst/>
          </a:prstGeom>
        </p:spPr>
      </p:pic>
      <p:pic>
        <p:nvPicPr>
          <p:cNvPr id="12" name="Picture 11">
            <a:extLst>
              <a:ext uri="{FF2B5EF4-FFF2-40B4-BE49-F238E27FC236}">
                <a16:creationId xmlns:a16="http://schemas.microsoft.com/office/drawing/2014/main" xmlns="" id="{5A843021-D59D-EAB1-38F2-69EBAECF2C40}"/>
              </a:ext>
            </a:extLst>
          </p:cNvPr>
          <p:cNvPicPr>
            <a:picLocks noChangeAspect="1"/>
          </p:cNvPicPr>
          <p:nvPr/>
        </p:nvPicPr>
        <p:blipFill>
          <a:blip r:embed="rId5"/>
          <a:stretch>
            <a:fillRect/>
          </a:stretch>
        </p:blipFill>
        <p:spPr>
          <a:xfrm>
            <a:off x="7167826" y="3701851"/>
            <a:ext cx="6984694" cy="3332602"/>
          </a:xfrm>
          <a:prstGeom prst="rect">
            <a:avLst/>
          </a:prstGeom>
        </p:spPr>
      </p:pic>
      <p:sp>
        <p:nvSpPr>
          <p:cNvPr id="13" name="TextBox 12">
            <a:extLst>
              <a:ext uri="{FF2B5EF4-FFF2-40B4-BE49-F238E27FC236}">
                <a16:creationId xmlns:a16="http://schemas.microsoft.com/office/drawing/2014/main" xmlns="" id="{64A11D6F-B7F4-D540-6F62-206353EE72F6}"/>
              </a:ext>
            </a:extLst>
          </p:cNvPr>
          <p:cNvSpPr txBox="1"/>
          <p:nvPr/>
        </p:nvSpPr>
        <p:spPr>
          <a:xfrm>
            <a:off x="7252047" y="7080753"/>
            <a:ext cx="7315200" cy="369332"/>
          </a:xfrm>
          <a:prstGeom prst="rect">
            <a:avLst/>
          </a:prstGeom>
          <a:noFill/>
        </p:spPr>
        <p:txBody>
          <a:bodyPr wrap="square">
            <a:spAutoFit/>
          </a:bodyPr>
          <a:lstStyle/>
          <a:p>
            <a:r>
              <a:rPr lang="en-US" sz="1800" dirty="0"/>
              <a:t>Examples from IEC 62366-1</a:t>
            </a:r>
          </a:p>
        </p:txBody>
      </p:sp>
    </p:spTree>
    <p:extLst>
      <p:ext uri="{BB962C8B-B14F-4D97-AF65-F5344CB8AC3E}">
        <p14:creationId xmlns:p14="http://schemas.microsoft.com/office/powerpoint/2010/main" val="21895882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9089B64-BEBA-4C2A-B8B9-416A6128A9CF}"/>
              </a:ext>
            </a:extLst>
          </p:cNvPr>
          <p:cNvSpPr>
            <a:spLocks noGrp="1"/>
          </p:cNvSpPr>
          <p:nvPr>
            <p:ph type="title"/>
          </p:nvPr>
        </p:nvSpPr>
        <p:spPr/>
        <p:txBody>
          <a:bodyPr/>
          <a:lstStyle/>
          <a:p>
            <a:r>
              <a:rPr lang="en-US" dirty="0"/>
              <a:t>Risk Control - Verification</a:t>
            </a:r>
          </a:p>
        </p:txBody>
      </p:sp>
      <p:sp>
        <p:nvSpPr>
          <p:cNvPr id="3" name="Content Placeholder 2">
            <a:extLst>
              <a:ext uri="{FF2B5EF4-FFF2-40B4-BE49-F238E27FC236}">
                <a16:creationId xmlns:a16="http://schemas.microsoft.com/office/drawing/2014/main" xmlns="" id="{8BE5F4FC-CE07-743F-F099-DE98FE4264D3}"/>
              </a:ext>
            </a:extLst>
          </p:cNvPr>
          <p:cNvSpPr txBox="1">
            <a:spLocks/>
          </p:cNvSpPr>
          <p:nvPr/>
        </p:nvSpPr>
        <p:spPr>
          <a:xfrm>
            <a:off x="0" y="1392911"/>
            <a:ext cx="13523495" cy="3902419"/>
          </a:xfrm>
          <a:prstGeom prst="rect">
            <a:avLst/>
          </a:prstGeom>
        </p:spPr>
        <p:txBody>
          <a:bodyPr wrap="square" anchor="t">
            <a:normAutofit lnSpcReduction="10000"/>
          </a:bodyPr>
          <a:lst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lvl="1"/>
            <a:r>
              <a:rPr lang="en-US" sz="3000" dirty="0"/>
              <a:t>Verification of implementation and </a:t>
            </a:r>
            <a:r>
              <a:rPr lang="en-US" sz="3000" dirty="0" smtClean="0"/>
              <a:t>effectiveness of the risk control measures:</a:t>
            </a:r>
            <a:endParaRPr lang="en-US" sz="3000" dirty="0"/>
          </a:p>
          <a:p>
            <a:pPr lvl="2"/>
            <a:r>
              <a:rPr lang="en-US" sz="3000" dirty="0"/>
              <a:t>Objective evidence must be provided to show that all risk control measures have been implemented and that the RCMs effectively reduce risk</a:t>
            </a:r>
          </a:p>
          <a:p>
            <a:pPr lvl="1"/>
            <a:r>
              <a:rPr lang="en-US" sz="3000" dirty="0"/>
              <a:t>Examples of RCM verification of implementation may include design documentation, design specifications, manufacturing process documentation and process qualification</a:t>
            </a:r>
          </a:p>
          <a:p>
            <a:pPr lvl="1"/>
            <a:r>
              <a:rPr lang="en-US" sz="3000" dirty="0"/>
              <a:t>Examples of verification of </a:t>
            </a:r>
            <a:r>
              <a:rPr lang="en-US" sz="3000" dirty="0" smtClean="0"/>
              <a:t>RCM effectiveness </a:t>
            </a:r>
            <a:r>
              <a:rPr lang="en-US" sz="3000" dirty="0"/>
              <a:t>may include design verification, design validation – including usability validation, and manufacturing process validation</a:t>
            </a:r>
          </a:p>
          <a:p>
            <a:pPr lvl="1"/>
            <a:endParaRPr lang="en-US" sz="2800" dirty="0"/>
          </a:p>
          <a:p>
            <a:pPr marL="548640" lvl="1" indent="0">
              <a:buNone/>
            </a:pPr>
            <a:endParaRPr lang="en-US" sz="2800" dirty="0"/>
          </a:p>
          <a:p>
            <a:pPr lvl="2"/>
            <a:endParaRPr lang="en-US" sz="2320" dirty="0"/>
          </a:p>
        </p:txBody>
      </p:sp>
    </p:spTree>
    <p:extLst>
      <p:ext uri="{BB962C8B-B14F-4D97-AF65-F5344CB8AC3E}">
        <p14:creationId xmlns:p14="http://schemas.microsoft.com/office/powerpoint/2010/main" val="3992167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9089B64-BEBA-4C2A-B8B9-416A6128A9CF}"/>
              </a:ext>
            </a:extLst>
          </p:cNvPr>
          <p:cNvSpPr>
            <a:spLocks noGrp="1"/>
          </p:cNvSpPr>
          <p:nvPr>
            <p:ph type="title"/>
          </p:nvPr>
        </p:nvSpPr>
        <p:spPr/>
        <p:txBody>
          <a:bodyPr/>
          <a:lstStyle/>
          <a:p>
            <a:r>
              <a:rPr lang="en-US" dirty="0"/>
              <a:t>Risk Control - Verification</a:t>
            </a:r>
          </a:p>
        </p:txBody>
      </p:sp>
      <p:sp>
        <p:nvSpPr>
          <p:cNvPr id="3" name="Content Placeholder 2">
            <a:extLst>
              <a:ext uri="{FF2B5EF4-FFF2-40B4-BE49-F238E27FC236}">
                <a16:creationId xmlns:a16="http://schemas.microsoft.com/office/drawing/2014/main" xmlns="" id="{8BE5F4FC-CE07-743F-F099-DE98FE4264D3}"/>
              </a:ext>
            </a:extLst>
          </p:cNvPr>
          <p:cNvSpPr txBox="1">
            <a:spLocks/>
          </p:cNvSpPr>
          <p:nvPr/>
        </p:nvSpPr>
        <p:spPr>
          <a:xfrm>
            <a:off x="0" y="1392911"/>
            <a:ext cx="13523495" cy="3902419"/>
          </a:xfrm>
          <a:prstGeom prst="rect">
            <a:avLst/>
          </a:prstGeom>
        </p:spPr>
        <p:txBody>
          <a:bodyPr wrap="square" anchor="t">
            <a:normAutofit/>
          </a:bodyPr>
          <a:lst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lvl="1"/>
            <a:r>
              <a:rPr lang="en-US" sz="3000" dirty="0"/>
              <a:t>Verification of implementation and effectiveness examples</a:t>
            </a:r>
          </a:p>
          <a:p>
            <a:pPr lvl="1"/>
            <a:endParaRPr lang="en-US" sz="2800" dirty="0"/>
          </a:p>
          <a:p>
            <a:pPr lvl="1"/>
            <a:endParaRPr lang="en-US" sz="2800" dirty="0"/>
          </a:p>
          <a:p>
            <a:pPr lvl="1"/>
            <a:endParaRPr lang="en-US" sz="2800" dirty="0"/>
          </a:p>
          <a:p>
            <a:pPr lvl="2"/>
            <a:endParaRPr lang="en-US" sz="2320" dirty="0"/>
          </a:p>
        </p:txBody>
      </p:sp>
      <p:pic>
        <p:nvPicPr>
          <p:cNvPr id="4" name="Picture 3">
            <a:extLst>
              <a:ext uri="{FF2B5EF4-FFF2-40B4-BE49-F238E27FC236}">
                <a16:creationId xmlns:a16="http://schemas.microsoft.com/office/drawing/2014/main" xmlns="" id="{50887137-D01A-1D0F-948C-721D8B5B2A1F}"/>
              </a:ext>
            </a:extLst>
          </p:cNvPr>
          <p:cNvPicPr>
            <a:picLocks noChangeAspect="1"/>
          </p:cNvPicPr>
          <p:nvPr/>
        </p:nvPicPr>
        <p:blipFill>
          <a:blip r:embed="rId3"/>
          <a:stretch>
            <a:fillRect/>
          </a:stretch>
        </p:blipFill>
        <p:spPr>
          <a:xfrm>
            <a:off x="1260104" y="2231210"/>
            <a:ext cx="11400508" cy="5432007"/>
          </a:xfrm>
          <a:prstGeom prst="rect">
            <a:avLst/>
          </a:prstGeom>
        </p:spPr>
      </p:pic>
      <p:sp>
        <p:nvSpPr>
          <p:cNvPr id="5" name="TextBox 4">
            <a:extLst>
              <a:ext uri="{FF2B5EF4-FFF2-40B4-BE49-F238E27FC236}">
                <a16:creationId xmlns:a16="http://schemas.microsoft.com/office/drawing/2014/main" xmlns="" id="{14232CBF-DB23-5F8F-A6C2-290C97733AE0}"/>
              </a:ext>
            </a:extLst>
          </p:cNvPr>
          <p:cNvSpPr txBox="1"/>
          <p:nvPr/>
        </p:nvSpPr>
        <p:spPr>
          <a:xfrm>
            <a:off x="1260104" y="7680316"/>
            <a:ext cx="7315200" cy="369332"/>
          </a:xfrm>
          <a:prstGeom prst="rect">
            <a:avLst/>
          </a:prstGeom>
          <a:noFill/>
        </p:spPr>
        <p:txBody>
          <a:bodyPr wrap="square">
            <a:spAutoFit/>
          </a:bodyPr>
          <a:lstStyle/>
          <a:p>
            <a:r>
              <a:rPr lang="en-US" sz="1800" dirty="0"/>
              <a:t>Examples from I</a:t>
            </a:r>
            <a:r>
              <a:rPr lang="en-US" dirty="0"/>
              <a:t>SO 24971</a:t>
            </a:r>
            <a:endParaRPr lang="en-US" sz="1800" dirty="0"/>
          </a:p>
        </p:txBody>
      </p:sp>
    </p:spTree>
    <p:extLst>
      <p:ext uri="{BB962C8B-B14F-4D97-AF65-F5344CB8AC3E}">
        <p14:creationId xmlns:p14="http://schemas.microsoft.com/office/powerpoint/2010/main" val="1083506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9089B64-BEBA-4C2A-B8B9-416A6128A9CF}"/>
              </a:ext>
            </a:extLst>
          </p:cNvPr>
          <p:cNvSpPr>
            <a:spLocks noGrp="1"/>
          </p:cNvSpPr>
          <p:nvPr>
            <p:ph type="title"/>
          </p:nvPr>
        </p:nvSpPr>
        <p:spPr>
          <a:xfrm>
            <a:off x="116840" y="101600"/>
            <a:ext cx="12618720" cy="1590676"/>
          </a:xfrm>
        </p:spPr>
        <p:txBody>
          <a:bodyPr/>
          <a:lstStyle/>
          <a:p>
            <a:r>
              <a:rPr lang="en-US" dirty="0"/>
              <a:t>Risk Control - Residual Risk Evaluation</a:t>
            </a:r>
            <a:br>
              <a:rPr lang="en-US" dirty="0"/>
            </a:br>
            <a:endParaRPr lang="en-US" dirty="0"/>
          </a:p>
        </p:txBody>
      </p:sp>
      <p:sp>
        <p:nvSpPr>
          <p:cNvPr id="9" name="TextBox 8">
            <a:extLst>
              <a:ext uri="{FF2B5EF4-FFF2-40B4-BE49-F238E27FC236}">
                <a16:creationId xmlns:a16="http://schemas.microsoft.com/office/drawing/2014/main" xmlns="" id="{6766EB82-C902-3B59-85C5-7BBD9FCD480F}"/>
              </a:ext>
            </a:extLst>
          </p:cNvPr>
          <p:cNvSpPr txBox="1"/>
          <p:nvPr/>
        </p:nvSpPr>
        <p:spPr>
          <a:xfrm>
            <a:off x="230478" y="1049438"/>
            <a:ext cx="13942721" cy="5262979"/>
          </a:xfrm>
          <a:prstGeom prst="rect">
            <a:avLst/>
          </a:prstGeom>
          <a:noFill/>
        </p:spPr>
        <p:txBody>
          <a:bodyPr wrap="square">
            <a:spAutoFit/>
          </a:bodyPr>
          <a:lstStyle/>
          <a:p>
            <a:pPr marL="285750" indent="-285750">
              <a:buFont typeface="Arial" panose="020B0604020202020204" pitchFamily="34" charset="0"/>
              <a:buChar char="•"/>
            </a:pPr>
            <a:r>
              <a:rPr lang="en-US" sz="2800" dirty="0"/>
              <a:t>Residual risk is the </a:t>
            </a:r>
            <a:r>
              <a:rPr lang="en-US" sz="2800" u="none" strike="noStrike" baseline="0" dirty="0">
                <a:solidFill>
                  <a:srgbClr val="000000"/>
                </a:solidFill>
              </a:rPr>
              <a:t>risk remaining after risk control measures have been implemented</a:t>
            </a:r>
            <a:r>
              <a:rPr lang="en-US" sz="2800" dirty="0"/>
              <a:t> and verified to be effective </a:t>
            </a:r>
          </a:p>
          <a:p>
            <a:pPr marL="285750" indent="-285750">
              <a:buFont typeface="Arial" panose="020B0604020202020204" pitchFamily="34" charset="0"/>
              <a:buChar char="•"/>
            </a:pPr>
            <a:r>
              <a:rPr lang="en-US" sz="2800" dirty="0"/>
              <a:t>The risk is re-estimated and re-evaluated using the same risk estimation and risk evaluation process described in detail above</a:t>
            </a:r>
          </a:p>
          <a:p>
            <a:pPr marL="285750" indent="-285750">
              <a:buFont typeface="Arial" panose="020B0604020202020204" pitchFamily="34" charset="0"/>
              <a:buChar char="•"/>
            </a:pPr>
            <a:r>
              <a:rPr lang="en-US" sz="2800" b="0" u="none" strike="noStrike" baseline="0" dirty="0">
                <a:solidFill>
                  <a:srgbClr val="000000"/>
                </a:solidFill>
              </a:rPr>
              <a:t>If a residual risk is not judged acceptable using the defined acceptability criteria, further risk control measures must be considered</a:t>
            </a:r>
            <a:endParaRPr lang="en-US" sz="2800" b="0" strike="noStrike" baseline="0" dirty="0">
              <a:solidFill>
                <a:srgbClr val="000000"/>
              </a:solidFill>
            </a:endParaRPr>
          </a:p>
          <a:p>
            <a:pPr marL="742950" lvl="1" indent="-285750">
              <a:buFont typeface="Arial" panose="020B0604020202020204" pitchFamily="34" charset="0"/>
              <a:buChar char="•"/>
            </a:pPr>
            <a:r>
              <a:rPr lang="en-US" sz="2800" b="0" strike="noStrike" baseline="0" dirty="0">
                <a:solidFill>
                  <a:srgbClr val="000000"/>
                </a:solidFill>
              </a:rPr>
              <a:t>If further risk control is not practicable for an unacceptable risk, a benefit-risk analysis must be performed to determine if the benefits of the intended use outweigh the residual risk</a:t>
            </a:r>
          </a:p>
          <a:p>
            <a:pPr marL="742950" lvl="1" indent="-285750">
              <a:buFont typeface="Arial" panose="020B0604020202020204" pitchFamily="34" charset="0"/>
              <a:buChar char="•"/>
            </a:pPr>
            <a:r>
              <a:rPr lang="en-US" sz="2800" b="0" strike="noStrike" baseline="0" dirty="0">
                <a:solidFill>
                  <a:srgbClr val="000000"/>
                </a:solidFill>
              </a:rPr>
              <a:t>If the benefits do not outweigh the residual risk, then the manufacturer may consider modifying the medical device or its intended use. Otherwise, the risk remains unacceptable</a:t>
            </a:r>
          </a:p>
        </p:txBody>
      </p:sp>
    </p:spTree>
    <p:extLst>
      <p:ext uri="{BB962C8B-B14F-4D97-AF65-F5344CB8AC3E}">
        <p14:creationId xmlns:p14="http://schemas.microsoft.com/office/powerpoint/2010/main" val="31214407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6">
            <a:extLst>
              <a:ext uri="{FF2B5EF4-FFF2-40B4-BE49-F238E27FC236}">
                <a16:creationId xmlns:a16="http://schemas.microsoft.com/office/drawing/2014/main" xmlns="" id="{705CA4BD-3D59-8C73-4021-982147E94D40}"/>
              </a:ext>
            </a:extLst>
          </p:cNvPr>
          <p:cNvPicPr>
            <a:picLocks noChangeAspect="1"/>
          </p:cNvPicPr>
          <p:nvPr/>
        </p:nvPicPr>
        <p:blipFill>
          <a:blip r:embed="rId3"/>
          <a:stretch>
            <a:fillRect/>
          </a:stretch>
        </p:blipFill>
        <p:spPr>
          <a:xfrm>
            <a:off x="6746200" y="431363"/>
            <a:ext cx="7491774" cy="7442915"/>
          </a:xfrm>
          <a:prstGeom prst="rect">
            <a:avLst/>
          </a:prstGeom>
          <a:noFill/>
        </p:spPr>
      </p:pic>
      <p:sp>
        <p:nvSpPr>
          <p:cNvPr id="2" name="Title 1">
            <a:extLst>
              <a:ext uri="{FF2B5EF4-FFF2-40B4-BE49-F238E27FC236}">
                <a16:creationId xmlns:a16="http://schemas.microsoft.com/office/drawing/2014/main" xmlns="" id="{79089B64-BEBA-4C2A-B8B9-416A6128A9CF}"/>
              </a:ext>
            </a:extLst>
          </p:cNvPr>
          <p:cNvSpPr>
            <a:spLocks noGrp="1"/>
          </p:cNvSpPr>
          <p:nvPr>
            <p:ph type="title"/>
          </p:nvPr>
        </p:nvSpPr>
        <p:spPr>
          <a:xfrm>
            <a:off x="116840" y="101600"/>
            <a:ext cx="12618720" cy="1590676"/>
          </a:xfrm>
        </p:spPr>
        <p:txBody>
          <a:bodyPr/>
          <a:lstStyle/>
          <a:p>
            <a:r>
              <a:rPr lang="en-US" dirty="0"/>
              <a:t>Evaluation of Overall </a:t>
            </a:r>
            <a:br>
              <a:rPr lang="en-US" dirty="0"/>
            </a:br>
            <a:r>
              <a:rPr lang="en-US" dirty="0"/>
              <a:t>Residual Risk</a:t>
            </a:r>
          </a:p>
        </p:txBody>
      </p:sp>
      <p:sp>
        <p:nvSpPr>
          <p:cNvPr id="5" name="Rectangle: Rounded Corners 4">
            <a:extLst>
              <a:ext uri="{FF2B5EF4-FFF2-40B4-BE49-F238E27FC236}">
                <a16:creationId xmlns:a16="http://schemas.microsoft.com/office/drawing/2014/main" xmlns="" id="{9547C82E-2087-600D-D7D6-4E31B37DFD08}"/>
              </a:ext>
            </a:extLst>
          </p:cNvPr>
          <p:cNvSpPr/>
          <p:nvPr/>
        </p:nvSpPr>
        <p:spPr>
          <a:xfrm>
            <a:off x="8290238" y="4838700"/>
            <a:ext cx="3975100" cy="647699"/>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xmlns="" id="{6766EB82-C902-3B59-85C5-7BBD9FCD480F}"/>
              </a:ext>
            </a:extLst>
          </p:cNvPr>
          <p:cNvSpPr txBox="1"/>
          <p:nvPr/>
        </p:nvSpPr>
        <p:spPr>
          <a:xfrm>
            <a:off x="199064" y="1987901"/>
            <a:ext cx="6227136" cy="4832092"/>
          </a:xfrm>
          <a:prstGeom prst="rect">
            <a:avLst/>
          </a:prstGeom>
          <a:noFill/>
        </p:spPr>
        <p:txBody>
          <a:bodyPr wrap="square">
            <a:spAutoFit/>
          </a:bodyPr>
          <a:lstStyle/>
          <a:p>
            <a:pPr marL="285750" indent="-285750">
              <a:buFont typeface="Arial" panose="020B0604020202020204" pitchFamily="34" charset="0"/>
              <a:buChar char="•"/>
            </a:pPr>
            <a:r>
              <a:rPr lang="en-US" sz="2800" b="0" u="none" strike="noStrike" baseline="0" dirty="0">
                <a:solidFill>
                  <a:srgbClr val="000000"/>
                </a:solidFill>
              </a:rPr>
              <a:t>After all risk control measures have been implemented and verified, the manufacturer shall evaluate the </a:t>
            </a:r>
            <a:r>
              <a:rPr lang="en-US" sz="2800" b="0" u="sng" strike="noStrike" baseline="0" dirty="0">
                <a:solidFill>
                  <a:srgbClr val="000000"/>
                </a:solidFill>
              </a:rPr>
              <a:t>overall residual risk</a:t>
            </a:r>
            <a:r>
              <a:rPr lang="en-US" sz="2800" b="0" u="none" strike="noStrike" baseline="0" dirty="0">
                <a:solidFill>
                  <a:srgbClr val="000000"/>
                </a:solidFill>
              </a:rPr>
              <a:t> posed by the medical device, taking into account the contributions of all residual risks, in relation to the benefits of the intended use, using the method and the criteria for acceptability of the overall residual risk defined in the risk management plan</a:t>
            </a:r>
            <a:endParaRPr lang="en-US" sz="2800" dirty="0"/>
          </a:p>
        </p:txBody>
      </p:sp>
    </p:spTree>
    <p:extLst>
      <p:ext uri="{BB962C8B-B14F-4D97-AF65-F5344CB8AC3E}">
        <p14:creationId xmlns:p14="http://schemas.microsoft.com/office/powerpoint/2010/main" val="10485559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9089B64-BEBA-4C2A-B8B9-416A6128A9CF}"/>
              </a:ext>
            </a:extLst>
          </p:cNvPr>
          <p:cNvSpPr>
            <a:spLocks noGrp="1"/>
          </p:cNvSpPr>
          <p:nvPr>
            <p:ph type="title"/>
          </p:nvPr>
        </p:nvSpPr>
        <p:spPr>
          <a:xfrm>
            <a:off x="116840" y="101600"/>
            <a:ext cx="14044328" cy="1590676"/>
          </a:xfrm>
        </p:spPr>
        <p:txBody>
          <a:bodyPr/>
          <a:lstStyle/>
          <a:p>
            <a:r>
              <a:rPr lang="en-US" dirty="0"/>
              <a:t>Evaluation of Overall Residual Risk (vs. Benefit)</a:t>
            </a:r>
          </a:p>
        </p:txBody>
      </p:sp>
      <p:sp>
        <p:nvSpPr>
          <p:cNvPr id="3" name="TextBox 2">
            <a:extLst>
              <a:ext uri="{FF2B5EF4-FFF2-40B4-BE49-F238E27FC236}">
                <a16:creationId xmlns:a16="http://schemas.microsoft.com/office/drawing/2014/main" xmlns="" id="{6A820DB1-F213-9FF7-C6F5-9E0E012B6C8D}"/>
              </a:ext>
            </a:extLst>
          </p:cNvPr>
          <p:cNvSpPr txBox="1"/>
          <p:nvPr/>
        </p:nvSpPr>
        <p:spPr>
          <a:xfrm>
            <a:off x="422442" y="1311443"/>
            <a:ext cx="13738726" cy="6432530"/>
          </a:xfrm>
          <a:prstGeom prst="rect">
            <a:avLst/>
          </a:prstGeom>
          <a:noFill/>
        </p:spPr>
        <p:txBody>
          <a:bodyPr wrap="square" rtlCol="0">
            <a:spAutoFit/>
          </a:bodyPr>
          <a:lstStyle/>
          <a:p>
            <a:pPr marL="285750" indent="-285750">
              <a:buFont typeface="Arial" panose="020B0604020202020204" pitchFamily="34" charset="0"/>
              <a:buChar char="•"/>
            </a:pPr>
            <a:r>
              <a:rPr lang="en-US" sz="2800" u="none" strike="noStrike" baseline="0" dirty="0">
                <a:solidFill>
                  <a:srgbClr val="000000"/>
                </a:solidFill>
              </a:rPr>
              <a:t>The evaluation of overall residual risk is the point where residual risk is viewed from a broad perspective </a:t>
            </a:r>
          </a:p>
          <a:p>
            <a:pPr marL="285750" indent="-285750">
              <a:buFont typeface="Arial" panose="020B0604020202020204" pitchFamily="34" charset="0"/>
              <a:buChar char="•"/>
            </a:pPr>
            <a:r>
              <a:rPr lang="en-US" sz="2800" b="0" i="0" u="none" strike="noStrike" baseline="0" dirty="0">
                <a:solidFill>
                  <a:srgbClr val="000000"/>
                </a:solidFill>
              </a:rPr>
              <a:t>Even though all individual risks have been reduced to an acceptable level (or have been accepted based on </a:t>
            </a:r>
            <a:r>
              <a:rPr lang="en-US" sz="2800" dirty="0">
                <a:solidFill>
                  <a:srgbClr val="000000"/>
                </a:solidFill>
              </a:rPr>
              <a:t>b</a:t>
            </a:r>
            <a:r>
              <a:rPr lang="en-US" sz="2800" b="0" i="0" u="none" strike="noStrike" baseline="0" dirty="0">
                <a:solidFill>
                  <a:srgbClr val="000000"/>
                </a:solidFill>
              </a:rPr>
              <a:t>enefit-risk analysis) from the risk control process step, the overall device risk must be evaluated against the benefit the device provides:</a:t>
            </a:r>
          </a:p>
          <a:p>
            <a:pPr marL="742950" lvl="1" indent="-285750">
              <a:buFont typeface="Arial" panose="020B0604020202020204" pitchFamily="34" charset="0"/>
              <a:buChar char="•"/>
            </a:pPr>
            <a:r>
              <a:rPr lang="en-US" sz="2400" dirty="0"/>
              <a:t>Benefit: </a:t>
            </a:r>
            <a:r>
              <a:rPr lang="en-US" sz="2400" u="none" strike="noStrike" baseline="0" dirty="0">
                <a:solidFill>
                  <a:srgbClr val="000000"/>
                </a:solidFill>
              </a:rPr>
              <a:t>positive impact or desirable outcome of the use of a medical device on the health of an individual, or a positive impact on patient management or public health</a:t>
            </a:r>
            <a:endParaRPr lang="en-US" sz="2400" dirty="0"/>
          </a:p>
          <a:p>
            <a:pPr marL="285750" indent="-285750">
              <a:buFont typeface="Arial" panose="020B0604020202020204" pitchFamily="34" charset="0"/>
              <a:buChar char="•"/>
            </a:pPr>
            <a:r>
              <a:rPr lang="en-US" sz="2800" u="none" strike="noStrike" baseline="0" dirty="0">
                <a:solidFill>
                  <a:srgbClr val="000000"/>
                </a:solidFill>
              </a:rPr>
              <a:t>This step is particularly important for complex medical devices and for medical devices with many individual risks. The evaluation can lead to the conclusion that the medical device is safe and effective – but only if its benefits outweigh its risks</a:t>
            </a:r>
          </a:p>
          <a:p>
            <a:pPr marL="285750" indent="-285750">
              <a:buFont typeface="Arial" panose="020B0604020202020204" pitchFamily="34" charset="0"/>
              <a:buChar char="•"/>
            </a:pPr>
            <a:r>
              <a:rPr lang="en-US" sz="2800" b="0" u="none" strike="noStrike" baseline="0" dirty="0">
                <a:solidFill>
                  <a:srgbClr val="000000"/>
                </a:solidFill>
              </a:rPr>
              <a:t>The overall residual risk must be evaluated by persons with the knowledge, experience and authority to perform such tasks. Ultimately, the evaluation should be based on expert judgment with essential roles for application knowledge and clinical expertise</a:t>
            </a:r>
          </a:p>
          <a:p>
            <a:pPr marL="285750" indent="-285750">
              <a:buFont typeface="Arial" panose="020B0604020202020204" pitchFamily="34" charset="0"/>
              <a:buChar char="•"/>
            </a:pPr>
            <a:r>
              <a:rPr lang="en-US" sz="2800" dirty="0">
                <a:solidFill>
                  <a:srgbClr val="000000"/>
                </a:solidFill>
              </a:rPr>
              <a:t>Only when a device’s clinical benefit exceeds its overall residual risk can it be commercialized</a:t>
            </a:r>
            <a:endParaRPr lang="en-US" sz="2800" u="none" strike="noStrike" baseline="0" dirty="0">
              <a:solidFill>
                <a:srgbClr val="000000"/>
              </a:solidFill>
            </a:endParaRPr>
          </a:p>
        </p:txBody>
      </p:sp>
    </p:spTree>
    <p:extLst>
      <p:ext uri="{BB962C8B-B14F-4D97-AF65-F5344CB8AC3E}">
        <p14:creationId xmlns:p14="http://schemas.microsoft.com/office/powerpoint/2010/main" val="33996448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1D322-8140-45C8-9DD5-DF8C21754E55}"/>
              </a:ext>
            </a:extLst>
          </p:cNvPr>
          <p:cNvSpPr>
            <a:spLocks noGrp="1"/>
          </p:cNvSpPr>
          <p:nvPr>
            <p:ph type="title"/>
          </p:nvPr>
        </p:nvSpPr>
        <p:spPr/>
        <p:txBody>
          <a:bodyPr/>
          <a:lstStyle/>
          <a:p>
            <a:r>
              <a:rPr lang="en-US" dirty="0"/>
              <a:t>Device Risk Management Key Takeaways</a:t>
            </a:r>
          </a:p>
        </p:txBody>
      </p:sp>
      <p:sp>
        <p:nvSpPr>
          <p:cNvPr id="3" name="Content Placeholder 2">
            <a:extLst>
              <a:ext uri="{FF2B5EF4-FFF2-40B4-BE49-F238E27FC236}">
                <a16:creationId xmlns:a16="http://schemas.microsoft.com/office/drawing/2014/main" xmlns="" id="{AFE3D1EE-3EE2-413B-A8E7-402F114E91CD}"/>
              </a:ext>
            </a:extLst>
          </p:cNvPr>
          <p:cNvSpPr>
            <a:spLocks noGrp="1"/>
          </p:cNvSpPr>
          <p:nvPr>
            <p:ph idx="1"/>
          </p:nvPr>
        </p:nvSpPr>
        <p:spPr>
          <a:xfrm>
            <a:off x="731520" y="1514235"/>
            <a:ext cx="13167360" cy="6113386"/>
          </a:xfrm>
        </p:spPr>
        <p:txBody>
          <a:bodyPr>
            <a:normAutofit/>
          </a:bodyPr>
          <a:lstStyle/>
          <a:p>
            <a:r>
              <a:rPr lang="en-US" sz="2800" dirty="0"/>
              <a:t>ISO 14971 provides the framework for successful medical device risk management. Use it and other applicable standards as a baseline for developing safe and effective devices</a:t>
            </a:r>
          </a:p>
          <a:p>
            <a:r>
              <a:rPr lang="en-US" sz="2800" dirty="0"/>
              <a:t>Safe and effective for their intended use with their intended users in their intended use environment</a:t>
            </a:r>
          </a:p>
          <a:p>
            <a:r>
              <a:rPr lang="en-US" sz="2800" dirty="0"/>
              <a:t>All devices have some level of risk. The benefits of using a device must outweigh its risks</a:t>
            </a:r>
          </a:p>
          <a:p>
            <a:r>
              <a:rPr lang="en-US" sz="2800" dirty="0"/>
              <a:t>Risk analysis and Risk control are key activities for successfully managing device risks</a:t>
            </a:r>
          </a:p>
          <a:p>
            <a:r>
              <a:rPr lang="en-US" sz="2800" dirty="0"/>
              <a:t>Look to standards and guidance documents as well as readily available real-world data on your device for sources of hazards, hazardous situations, and harms</a:t>
            </a:r>
          </a:p>
          <a:p>
            <a:r>
              <a:rPr lang="en-US" sz="2800" dirty="0"/>
              <a:t>Involve clinical and medical specialists when assessing harms and severities</a:t>
            </a:r>
          </a:p>
          <a:p>
            <a:endParaRPr lang="en-US" sz="4000" dirty="0"/>
          </a:p>
          <a:p>
            <a:endParaRPr lang="en-US" sz="4000" dirty="0"/>
          </a:p>
          <a:p>
            <a:endParaRPr lang="en-US" sz="4000" dirty="0"/>
          </a:p>
          <a:p>
            <a:endParaRPr lang="en-US" sz="4000" dirty="0"/>
          </a:p>
        </p:txBody>
      </p:sp>
    </p:spTree>
    <p:extLst>
      <p:ext uri="{BB962C8B-B14F-4D97-AF65-F5344CB8AC3E}">
        <p14:creationId xmlns:p14="http://schemas.microsoft.com/office/powerpoint/2010/main" val="17776453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1D322-8140-45C8-9DD5-DF8C21754E55}"/>
              </a:ext>
            </a:extLst>
          </p:cNvPr>
          <p:cNvSpPr>
            <a:spLocks noGrp="1"/>
          </p:cNvSpPr>
          <p:nvPr>
            <p:ph type="title"/>
          </p:nvPr>
        </p:nvSpPr>
        <p:spPr/>
        <p:txBody>
          <a:bodyPr/>
          <a:lstStyle/>
          <a:p>
            <a:r>
              <a:rPr lang="en-US" dirty="0"/>
              <a:t>Q &amp; A</a:t>
            </a:r>
          </a:p>
        </p:txBody>
      </p:sp>
      <p:sp>
        <p:nvSpPr>
          <p:cNvPr id="3" name="Content Placeholder 2">
            <a:extLst>
              <a:ext uri="{FF2B5EF4-FFF2-40B4-BE49-F238E27FC236}">
                <a16:creationId xmlns:a16="http://schemas.microsoft.com/office/drawing/2014/main" xmlns="" id="{AFE3D1EE-3EE2-413B-A8E7-402F114E91CD}"/>
              </a:ext>
            </a:extLst>
          </p:cNvPr>
          <p:cNvSpPr>
            <a:spLocks noGrp="1"/>
          </p:cNvSpPr>
          <p:nvPr>
            <p:ph idx="1"/>
          </p:nvPr>
        </p:nvSpPr>
        <p:spPr>
          <a:xfrm>
            <a:off x="731520" y="1514235"/>
            <a:ext cx="13167360" cy="6113386"/>
          </a:xfrm>
        </p:spPr>
        <p:txBody>
          <a:bodyPr/>
          <a:lstStyle/>
          <a:p>
            <a:endParaRPr lang="en-US" sz="4000" dirty="0"/>
          </a:p>
        </p:txBody>
      </p:sp>
    </p:spTree>
    <p:extLst>
      <p:ext uri="{BB962C8B-B14F-4D97-AF65-F5344CB8AC3E}">
        <p14:creationId xmlns:p14="http://schemas.microsoft.com/office/powerpoint/2010/main" val="1138957433"/>
      </p:ext>
    </p:extLst>
  </p:cSld>
  <p:clrMapOvr>
    <a:masterClrMapping/>
  </p:clrMapOvr>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Facet" id="{C0C680CD-088A-49FC-A102-D699147F32B2}" vid="{CFBC31BA-B70F-4F30-BCAA-4F3011E16C4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C0B4452809F7741993E52457F6C728D" ma:contentTypeVersion="6" ma:contentTypeDescription="Create a new document." ma:contentTypeScope="" ma:versionID="693b6bf902707978651481919b39b7a0">
  <xsd:schema xmlns:xsd="http://www.w3.org/2001/XMLSchema" xmlns:xs="http://www.w3.org/2001/XMLSchema" xmlns:p="http://schemas.microsoft.com/office/2006/metadata/properties" xmlns:ns2="3b0bae05-4f8b-4d46-968b-7115dfcc2e5a" xmlns:ns3="7d2995be-665d-46df-acbc-320d8f96dedb" targetNamespace="http://schemas.microsoft.com/office/2006/metadata/properties" ma:root="true" ma:fieldsID="0808b766ae81318c1108ad236bf77bfd" ns2:_="" ns3:_="">
    <xsd:import namespace="3b0bae05-4f8b-4d46-968b-7115dfcc2e5a"/>
    <xsd:import namespace="7d2995be-665d-46df-acbc-320d8f96dedb"/>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0bae05-4f8b-4d46-968b-7115dfcc2e5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d2995be-665d-46df-acbc-320d8f96dedb"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E81B9F2-C4B7-4040-A351-077ECC240397}">
  <ds:schemaRefs>
    <ds:schemaRef ds:uri="http://schemas.microsoft.com/sharepoint/v3/contenttype/forms"/>
  </ds:schemaRefs>
</ds:datastoreItem>
</file>

<file path=customXml/itemProps2.xml><?xml version="1.0" encoding="utf-8"?>
<ds:datastoreItem xmlns:ds="http://schemas.openxmlformats.org/officeDocument/2006/customXml" ds:itemID="{C73CF57E-A100-484A-9587-2A5C67B4F093}">
  <ds:schemaRefs>
    <ds:schemaRef ds:uri="http://schemas.microsoft.com/office/2006/metadata/properties"/>
    <ds:schemaRef ds:uri="http://schemas.microsoft.com/office/2006/documentManagement/types"/>
    <ds:schemaRef ds:uri="7d2995be-665d-46df-acbc-320d8f96dedb"/>
    <ds:schemaRef ds:uri="3b0bae05-4f8b-4d46-968b-7115dfcc2e5a"/>
    <ds:schemaRef ds:uri="http://purl.org/dc/terms/"/>
    <ds:schemaRef ds:uri="http://schemas.openxmlformats.org/package/2006/metadata/core-properties"/>
    <ds:schemaRef ds:uri="http://purl.org/dc/dcmitype/"/>
    <ds:schemaRef ds:uri="http://schemas.microsoft.com/office/infopath/2007/PartnerControls"/>
    <ds:schemaRef ds:uri="http://purl.org/dc/elements/1.1/"/>
    <ds:schemaRef ds:uri="http://www.w3.org/XML/1998/namespace"/>
  </ds:schemaRefs>
</ds:datastoreItem>
</file>

<file path=customXml/itemProps3.xml><?xml version="1.0" encoding="utf-8"?>
<ds:datastoreItem xmlns:ds="http://schemas.openxmlformats.org/officeDocument/2006/customXml" ds:itemID="{8A66BFA2-86A3-476D-9010-C508D1FEEF8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b0bae05-4f8b-4d46-968b-7115dfcc2e5a"/>
    <ds:schemaRef ds:uri="7d2995be-665d-46df-acbc-320d8f96ded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7023</TotalTime>
  <Words>4839</Words>
  <Application>Microsoft Office PowerPoint</Application>
  <PresentationFormat>Custom</PresentationFormat>
  <Paragraphs>445</Paragraphs>
  <Slides>38</Slides>
  <Notes>33</Notes>
  <HiddenSlides>0</HiddenSlides>
  <MMClips>0</MMClips>
  <ScaleCrop>false</ScaleCrop>
  <HeadingPairs>
    <vt:vector size="4" baseType="variant">
      <vt:variant>
        <vt:lpstr>Theme</vt:lpstr>
      </vt:variant>
      <vt:variant>
        <vt:i4>2</vt:i4>
      </vt:variant>
      <vt:variant>
        <vt:lpstr>Slide Titles</vt:lpstr>
      </vt:variant>
      <vt:variant>
        <vt:i4>38</vt:i4>
      </vt:variant>
    </vt:vector>
  </HeadingPairs>
  <TitlesOfParts>
    <vt:vector size="40" baseType="lpstr">
      <vt:lpstr>Office Theme</vt:lpstr>
      <vt:lpstr>Facet</vt:lpstr>
      <vt:lpstr>PowerPoint Presentation</vt:lpstr>
      <vt:lpstr>What is medical device Risk Management (RM)?</vt:lpstr>
      <vt:lpstr>Scope of medical device RM</vt:lpstr>
      <vt:lpstr>Key Principles</vt:lpstr>
      <vt:lpstr>Regulations, Standards and Guidance</vt:lpstr>
      <vt:lpstr>Relevant Standards &amp; Guidance</vt:lpstr>
      <vt:lpstr>Relevant Standards &amp; Guidance</vt:lpstr>
      <vt:lpstr>Relevant Standards &amp; Guidance</vt:lpstr>
      <vt:lpstr>ISO 14971:2019</vt:lpstr>
      <vt:lpstr>RM Process</vt:lpstr>
      <vt:lpstr>RM and Usability</vt:lpstr>
      <vt:lpstr>Definitions</vt:lpstr>
      <vt:lpstr>Definitions - continued</vt:lpstr>
      <vt:lpstr>Risk Analysis</vt:lpstr>
      <vt:lpstr>Risk Analysis</vt:lpstr>
      <vt:lpstr>Risk Analysis: Key Concepts</vt:lpstr>
      <vt:lpstr>Risk Analysis –  Sources of hazards</vt:lpstr>
      <vt:lpstr>Examples of hazards, SoEs, hazardous situations and harms</vt:lpstr>
      <vt:lpstr>Risk Analysis - Risk Estimation</vt:lpstr>
      <vt:lpstr>Risk Analysis - Risk Estimation</vt:lpstr>
      <vt:lpstr>Risk Analysis - Risk Estimation</vt:lpstr>
      <vt:lpstr>Risk Evaluation</vt:lpstr>
      <vt:lpstr>Risk Evaluation</vt:lpstr>
      <vt:lpstr>Risk Control</vt:lpstr>
      <vt:lpstr>Risk Control</vt:lpstr>
      <vt:lpstr>Risk Control – Key Concepts</vt:lpstr>
      <vt:lpstr>Risk Control</vt:lpstr>
      <vt:lpstr>Risk Control</vt:lpstr>
      <vt:lpstr>Risk Control</vt:lpstr>
      <vt:lpstr>Risk Control</vt:lpstr>
      <vt:lpstr>Risk Control</vt:lpstr>
      <vt:lpstr>Risk Control - Verification</vt:lpstr>
      <vt:lpstr>Risk Control - Verification</vt:lpstr>
      <vt:lpstr>Risk Control - Residual Risk Evaluation </vt:lpstr>
      <vt:lpstr>Evaluation of Overall  Residual Risk</vt:lpstr>
      <vt:lpstr>Evaluation of Overall Residual Risk (vs. Benefit)</vt:lpstr>
      <vt:lpstr>Device Risk Management Key Takeaways</vt:lpstr>
      <vt:lpstr>Q &amp; A</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Device Risk Management Process – Introduction  March 2022  Dave Bonnett Chief Engineer for Risk Management Mike Celentano Chief Engineer for Systems Engineering</dc:title>
  <dc:creator>Dave Bonnett</dc:creator>
  <cp:lastModifiedBy>david</cp:lastModifiedBy>
  <cp:revision>8</cp:revision>
  <dcterms:created xsi:type="dcterms:W3CDTF">2022-03-25T20:35:07Z</dcterms:created>
  <dcterms:modified xsi:type="dcterms:W3CDTF">2023-12-31T18:13:36Z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0x010100BC0B4452809F7741993E52457F6C728D</vt:lpwstr>
  </property>
  <property fmtid="{D5CDD505-2E9C-101B-9397-08002B2CF9AE}" pid="3" name="MSIP_Label_d7cde649-2d29-4798-867f-cc7911dc741d_Enabled">
    <vt:lpwstr>true</vt:lpwstr>
  </property>
  <property fmtid="{D5CDD505-2E9C-101B-9397-08002B2CF9AE}" pid="4" name="MSIP_Label_d7cde649-2d29-4798-867f-cc7911dc741d_SetDate">
    <vt:lpwstr>2023-12-13T21:52:05Z</vt:lpwstr>
  </property>
  <property fmtid="{D5CDD505-2E9C-101B-9397-08002B2CF9AE}" pid="5" name="MSIP_Label_d7cde649-2d29-4798-867f-cc7911dc741d_Method">
    <vt:lpwstr>Privileged</vt:lpwstr>
  </property>
  <property fmtid="{D5CDD505-2E9C-101B-9397-08002B2CF9AE}" pid="6" name="MSIP_Label_d7cde649-2d29-4798-867f-cc7911dc741d_Name">
    <vt:lpwstr>d7cde649-2d29-4798-867f-cc7911dc741d</vt:lpwstr>
  </property>
  <property fmtid="{D5CDD505-2E9C-101B-9397-08002B2CF9AE}" pid="7" name="MSIP_Label_d7cde649-2d29-4798-867f-cc7911dc741d_SiteId">
    <vt:lpwstr>18a59a81-eea8-4c30-948a-d8824cdc2580</vt:lpwstr>
  </property>
  <property fmtid="{D5CDD505-2E9C-101B-9397-08002B2CF9AE}" pid="8" name="MSIP_Label_d7cde649-2d29-4798-867f-cc7911dc741d_ActionId">
    <vt:lpwstr>f3df4700-ea5b-4ea4-9bf4-43b2be1aa58a</vt:lpwstr>
  </property>
  <property fmtid="{D5CDD505-2E9C-101B-9397-08002B2CF9AE}" pid="9" name="MSIP_Label_d7cde649-2d29-4798-867f-cc7911dc741d_ContentBits">
    <vt:lpwstr>0</vt:lpwstr>
  </property>
</Properties>
</file>