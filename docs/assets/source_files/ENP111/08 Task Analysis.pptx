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  <p:sldId id="266" r:id="rId11"/>
  </p:sldIdLst>
  <p:sldSz cx="9144000" cy="6858000" type="screen4x3"/>
  <p:notesSz cx="6858000" cy="9144000"/>
  <p:defaultTextStyle>
    <a:lvl1pPr>
      <a:defRPr>
        <a:latin typeface="Arial"/>
        <a:ea typeface="Arial"/>
        <a:cs typeface="Arial"/>
        <a:sym typeface="Arial"/>
      </a:defRPr>
    </a:lvl1pPr>
    <a:lvl2pPr indent="457200">
      <a:defRPr>
        <a:latin typeface="Arial"/>
        <a:ea typeface="Arial"/>
        <a:cs typeface="Arial"/>
        <a:sym typeface="Arial"/>
      </a:defRPr>
    </a:lvl2pPr>
    <a:lvl3pPr indent="914400">
      <a:defRPr>
        <a:latin typeface="Arial"/>
        <a:ea typeface="Arial"/>
        <a:cs typeface="Arial"/>
        <a:sym typeface="Arial"/>
      </a:defRPr>
    </a:lvl3pPr>
    <a:lvl4pPr indent="1371600">
      <a:defRPr>
        <a:latin typeface="Arial"/>
        <a:ea typeface="Arial"/>
        <a:cs typeface="Arial"/>
        <a:sym typeface="Arial"/>
      </a:defRPr>
    </a:lvl4pPr>
    <a:lvl5pPr indent="1828800">
      <a:defRPr>
        <a:latin typeface="Arial"/>
        <a:ea typeface="Arial"/>
        <a:cs typeface="Arial"/>
        <a:sym typeface="Arial"/>
      </a:defRPr>
    </a:lvl5pPr>
    <a:lvl6pPr>
      <a:defRPr>
        <a:latin typeface="Arial"/>
        <a:ea typeface="Arial"/>
        <a:cs typeface="Arial"/>
        <a:sym typeface="Arial"/>
      </a:defRPr>
    </a:lvl6pPr>
    <a:lvl7pPr>
      <a:defRPr>
        <a:latin typeface="Arial"/>
        <a:ea typeface="Arial"/>
        <a:cs typeface="Arial"/>
        <a:sym typeface="Arial"/>
      </a:defRPr>
    </a:lvl7pPr>
    <a:lvl8pPr>
      <a:defRPr>
        <a:latin typeface="Arial"/>
        <a:ea typeface="Arial"/>
        <a:cs typeface="Arial"/>
        <a:sym typeface="Arial"/>
      </a:defRPr>
    </a:lvl8pPr>
    <a:lvl9pPr>
      <a:defRPr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7303AD67-7F52-4D43-A45F-99F4A6AA0DA2}">
          <p14:sldIdLst>
            <p14:sldId id="256"/>
            <p14:sldId id="257"/>
            <p14:sldId id="258"/>
            <p14:sldId id="259"/>
            <p14:sldId id="260"/>
            <p14:sldId id="261"/>
            <p14:sldId id="264"/>
            <p14:sldId id="263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68" userDrawn="1">
          <p15:clr>
            <a:srgbClr val="A4A3A4"/>
          </p15:clr>
        </p15:guide>
        <p15:guide id="2" pos="336" userDrawn="1">
          <p15:clr>
            <a:srgbClr val="A4A3A4"/>
          </p15:clr>
        </p15:guide>
        <p15:guide id="3" orient="horz" pos="417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2CE2605-6BB4-0D1D-EF12-5CC270AB5148}" name="Justin Lauzon" initials="JL" userId="zMc9X4C4xACzoZtW7g/zdQgEjyYXB6qxAU6i5yHtsdI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 Bergman" initials="EB" lastIdx="2" clrIdx="0">
    <p:extLst>
      <p:ext uri="{19B8F6BF-5375-455C-9EA6-DF929625EA0E}">
        <p15:presenceInfo xmlns:p15="http://schemas.microsoft.com/office/powerpoint/2012/main" userId="9ca5c043083c1fb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AEF"/>
    <a:srgbClr val="0081DD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42ECB3-920D-FB48-9DE8-F3DD4CA0621F}" v="85" dt="2023-11-11T16:35:05.59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4DFE3"/>
          </a:solidFill>
        </a:fill>
      </a:tcStyle>
    </a:wholeTbl>
    <a:band2H>
      <a:tcTxStyle/>
      <a:tcStyle>
        <a:tcBdr/>
        <a:fill>
          <a:solidFill>
            <a:srgbClr val="EAF0F2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6EA0B0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6EA0B0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6EA0B0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E6DFCA"/>
          </a:solidFill>
        </a:fill>
      </a:tcStyle>
    </a:wholeTbl>
    <a:band2H>
      <a:tcTxStyle/>
      <a:tcStyle>
        <a:tcBdr/>
        <a:fill>
          <a:solidFill>
            <a:srgbClr val="F3EFE6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99F09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99F09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99F09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EA0B0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EA0B0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77" autoAdjust="0"/>
    <p:restoredTop sz="88145" autoAdjust="0"/>
  </p:normalViewPr>
  <p:slideViewPr>
    <p:cSldViewPr showGuides="1">
      <p:cViewPr varScale="1">
        <p:scale>
          <a:sx n="206" d="100"/>
          <a:sy n="206" d="100"/>
        </p:scale>
        <p:origin x="1048" y="176"/>
      </p:cViewPr>
      <p:guideLst>
        <p:guide orient="horz" pos="768"/>
        <p:guide pos="336"/>
        <p:guide orient="horz" pos="4176"/>
      </p:guideLst>
    </p:cSldViewPr>
  </p:slideViewPr>
  <p:outlineViewPr>
    <p:cViewPr>
      <p:scale>
        <a:sx n="33" d="100"/>
        <a:sy n="33" d="100"/>
      </p:scale>
      <p:origin x="0" y="-236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i Durrani" userId="45205e84-0712-4dc9-bb96-ac9d5a682d17" providerId="ADAL" clId="{2642ECB3-920D-FB48-9DE8-F3DD4CA0621F}"/>
    <pc:docChg chg="undo custSel delSld modSld sldOrd modSection">
      <pc:chgData name="Sami Durrani" userId="45205e84-0712-4dc9-bb96-ac9d5a682d17" providerId="ADAL" clId="{2642ECB3-920D-FB48-9DE8-F3DD4CA0621F}" dt="2023-11-11T16:35:05.596" v="263" actId="20577"/>
      <pc:docMkLst>
        <pc:docMk/>
      </pc:docMkLst>
      <pc:sldChg chg="modSp mod addCm delCm">
        <pc:chgData name="Sami Durrani" userId="45205e84-0712-4dc9-bb96-ac9d5a682d17" providerId="ADAL" clId="{2642ECB3-920D-FB48-9DE8-F3DD4CA0621F}" dt="2023-11-09T01:34:21.992" v="7" actId="113"/>
        <pc:sldMkLst>
          <pc:docMk/>
          <pc:sldMk cId="103423601" sldId="257"/>
        </pc:sldMkLst>
        <pc:spChg chg="mod">
          <ac:chgData name="Sami Durrani" userId="45205e84-0712-4dc9-bb96-ac9d5a682d17" providerId="ADAL" clId="{2642ECB3-920D-FB48-9DE8-F3DD4CA0621F}" dt="2023-11-09T01:34:21.992" v="7" actId="113"/>
          <ac:spMkLst>
            <pc:docMk/>
            <pc:sldMk cId="103423601" sldId="257"/>
            <ac:spMk id="3" creationId="{42498FAE-71D9-D19D-D24E-EF0B287C06F6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Sami Durrani" userId="45205e84-0712-4dc9-bb96-ac9d5a682d17" providerId="ADAL" clId="{2642ECB3-920D-FB48-9DE8-F3DD4CA0621F}" dt="2023-11-09T01:34:19.097" v="6"/>
              <pc2:cmMkLst xmlns:pc2="http://schemas.microsoft.com/office/powerpoint/2019/9/main/command">
                <pc:docMk/>
                <pc:sldMk cId="103423601" sldId="257"/>
                <pc2:cmMk id="{A615B5B2-6629-4EED-9697-4E91446B2B81}"/>
              </pc2:cmMkLst>
            </pc226:cmChg>
          </p:ext>
        </pc:extLst>
      </pc:sldChg>
      <pc:sldChg chg="modSp mod delCm">
        <pc:chgData name="Sami Durrani" userId="45205e84-0712-4dc9-bb96-ac9d5a682d17" providerId="ADAL" clId="{2642ECB3-920D-FB48-9DE8-F3DD4CA0621F}" dt="2023-11-11T16:05:16.239" v="142" actId="20577"/>
        <pc:sldMkLst>
          <pc:docMk/>
          <pc:sldMk cId="1156087295" sldId="258"/>
        </pc:sldMkLst>
        <pc:spChg chg="mod">
          <ac:chgData name="Sami Durrani" userId="45205e84-0712-4dc9-bb96-ac9d5a682d17" providerId="ADAL" clId="{2642ECB3-920D-FB48-9DE8-F3DD4CA0621F}" dt="2023-11-11T16:05:16.239" v="142" actId="20577"/>
          <ac:spMkLst>
            <pc:docMk/>
            <pc:sldMk cId="1156087295" sldId="258"/>
            <ac:spMk id="3" creationId="{3FA026DA-7FA6-40A8-A9EB-044134CBF594}"/>
          </ac:spMkLst>
        </pc:spChg>
        <pc:spChg chg="mod">
          <ac:chgData name="Sami Durrani" userId="45205e84-0712-4dc9-bb96-ac9d5a682d17" providerId="ADAL" clId="{2642ECB3-920D-FB48-9DE8-F3DD4CA0621F}" dt="2023-11-09T01:37:03.429" v="24" actId="113"/>
          <ac:spMkLst>
            <pc:docMk/>
            <pc:sldMk cId="1156087295" sldId="258"/>
            <ac:spMk id="4" creationId="{8C4B1846-7F44-D849-2627-ED0AA76FD59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ami Durrani" userId="45205e84-0712-4dc9-bb96-ac9d5a682d17" providerId="ADAL" clId="{2642ECB3-920D-FB48-9DE8-F3DD4CA0621F}" dt="2023-11-09T01:37:38.181" v="27"/>
              <pc2:cmMkLst xmlns:pc2="http://schemas.microsoft.com/office/powerpoint/2019/9/main/command">
                <pc:docMk/>
                <pc:sldMk cId="1156087295" sldId="258"/>
                <pc2:cmMk id="{B579C73D-9818-4A5A-AFC1-AD17C6D15DCB}"/>
              </pc2:cmMkLst>
            </pc226:cmChg>
          </p:ext>
        </pc:extLst>
      </pc:sldChg>
      <pc:sldChg chg="modSp mod">
        <pc:chgData name="Sami Durrani" userId="45205e84-0712-4dc9-bb96-ac9d5a682d17" providerId="ADAL" clId="{2642ECB3-920D-FB48-9DE8-F3DD4CA0621F}" dt="2023-11-09T01:34:29.685" v="9" actId="113"/>
        <pc:sldMkLst>
          <pc:docMk/>
          <pc:sldMk cId="334780961" sldId="259"/>
        </pc:sldMkLst>
        <pc:spChg chg="mod">
          <ac:chgData name="Sami Durrani" userId="45205e84-0712-4dc9-bb96-ac9d5a682d17" providerId="ADAL" clId="{2642ECB3-920D-FB48-9DE8-F3DD4CA0621F}" dt="2023-11-09T01:34:29.685" v="9" actId="113"/>
          <ac:spMkLst>
            <pc:docMk/>
            <pc:sldMk cId="334780961" sldId="259"/>
            <ac:spMk id="4" creationId="{CE07D342-FEC5-D179-357A-EF6F7491EFC4}"/>
          </ac:spMkLst>
        </pc:spChg>
      </pc:sldChg>
      <pc:sldChg chg="addSp delSp modSp mod delAnim modAnim delCm modNotesTx">
        <pc:chgData name="Sami Durrani" userId="45205e84-0712-4dc9-bb96-ac9d5a682d17" providerId="ADAL" clId="{2642ECB3-920D-FB48-9DE8-F3DD4CA0621F}" dt="2023-11-11T16:16:23.436" v="170" actId="1076"/>
        <pc:sldMkLst>
          <pc:docMk/>
          <pc:sldMk cId="832080840" sldId="260"/>
        </pc:sldMkLst>
        <pc:spChg chg="mod">
          <ac:chgData name="Sami Durrani" userId="45205e84-0712-4dc9-bb96-ac9d5a682d17" providerId="ADAL" clId="{2642ECB3-920D-FB48-9DE8-F3DD4CA0621F}" dt="2023-11-09T01:37:09.438" v="25" actId="113"/>
          <ac:spMkLst>
            <pc:docMk/>
            <pc:sldMk cId="832080840" sldId="260"/>
            <ac:spMk id="4" creationId="{4DA0B6B0-AEB1-17D8-0F21-B2372CE4E186}"/>
          </ac:spMkLst>
        </pc:spChg>
        <pc:spChg chg="mod">
          <ac:chgData name="Sami Durrani" userId="45205e84-0712-4dc9-bb96-ac9d5a682d17" providerId="ADAL" clId="{2642ECB3-920D-FB48-9DE8-F3DD4CA0621F}" dt="2023-11-11T16:16:23.436" v="170" actId="1076"/>
          <ac:spMkLst>
            <pc:docMk/>
            <pc:sldMk cId="832080840" sldId="260"/>
            <ac:spMk id="7" creationId="{A2686A98-160D-9714-0A40-FCF8D7539B31}"/>
          </ac:spMkLst>
        </pc:spChg>
        <pc:spChg chg="add del mod">
          <ac:chgData name="Sami Durrani" userId="45205e84-0712-4dc9-bb96-ac9d5a682d17" providerId="ADAL" clId="{2642ECB3-920D-FB48-9DE8-F3DD4CA0621F}" dt="2023-11-11T16:15:43.634" v="168" actId="478"/>
          <ac:spMkLst>
            <pc:docMk/>
            <pc:sldMk cId="832080840" sldId="260"/>
            <ac:spMk id="8" creationId="{FAA90094-DB8C-C6DC-790E-6A213F03C82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ami Durrani" userId="45205e84-0712-4dc9-bb96-ac9d5a682d17" providerId="ADAL" clId="{2642ECB3-920D-FB48-9DE8-F3DD4CA0621F}" dt="2023-11-09T01:37:15.681" v="26"/>
              <pc2:cmMkLst xmlns:pc2="http://schemas.microsoft.com/office/powerpoint/2019/9/main/command">
                <pc:docMk/>
                <pc:sldMk cId="832080840" sldId="260"/>
                <pc2:cmMk id="{CCC79D40-DE52-4164-8C78-AC694280E833}"/>
              </pc2:cmMkLst>
            </pc226:cmChg>
          </p:ext>
        </pc:extLst>
      </pc:sldChg>
      <pc:sldChg chg="modSp mod modNotesTx">
        <pc:chgData name="Sami Durrani" userId="45205e84-0712-4dc9-bb96-ac9d5a682d17" providerId="ADAL" clId="{2642ECB3-920D-FB48-9DE8-F3DD4CA0621F}" dt="2023-11-11T16:16:36.925" v="174" actId="120"/>
        <pc:sldMkLst>
          <pc:docMk/>
          <pc:sldMk cId="852365354" sldId="261"/>
        </pc:sldMkLst>
        <pc:spChg chg="mod">
          <ac:chgData name="Sami Durrani" userId="45205e84-0712-4dc9-bb96-ac9d5a682d17" providerId="ADAL" clId="{2642ECB3-920D-FB48-9DE8-F3DD4CA0621F}" dt="2023-11-11T16:11:37.075" v="143" actId="21"/>
          <ac:spMkLst>
            <pc:docMk/>
            <pc:sldMk cId="852365354" sldId="261"/>
            <ac:spMk id="3" creationId="{CA161D37-5A41-24D4-2042-548348FEC4AB}"/>
          </ac:spMkLst>
        </pc:spChg>
      </pc:sldChg>
      <pc:sldChg chg="addSp delSp modSp del mod delCm">
        <pc:chgData name="Sami Durrani" userId="45205e84-0712-4dc9-bb96-ac9d5a682d17" providerId="ADAL" clId="{2642ECB3-920D-FB48-9DE8-F3DD4CA0621F}" dt="2023-11-11T16:17:40.531" v="180" actId="2696"/>
        <pc:sldMkLst>
          <pc:docMk/>
          <pc:sldMk cId="2156004701" sldId="262"/>
        </pc:sldMkLst>
        <pc:spChg chg="add del mod">
          <ac:chgData name="Sami Durrani" userId="45205e84-0712-4dc9-bb96-ac9d5a682d17" providerId="ADAL" clId="{2642ECB3-920D-FB48-9DE8-F3DD4CA0621F}" dt="2023-11-11T16:17:28.777" v="176" actId="478"/>
          <ac:spMkLst>
            <pc:docMk/>
            <pc:sldMk cId="2156004701" sldId="262"/>
            <ac:spMk id="5" creationId="{91DAE124-6D2B-01C9-EE28-F572AFAFFA25}"/>
          </ac:spMkLst>
        </pc:spChg>
        <pc:picChg chg="del mod">
          <ac:chgData name="Sami Durrani" userId="45205e84-0712-4dc9-bb96-ac9d5a682d17" providerId="ADAL" clId="{2642ECB3-920D-FB48-9DE8-F3DD4CA0621F}" dt="2023-11-11T16:17:25.563" v="175" actId="478"/>
          <ac:picMkLst>
            <pc:docMk/>
            <pc:sldMk cId="2156004701" sldId="262"/>
            <ac:picMk id="7" creationId="{8F8718E2-1246-DC53-FC50-1BEDBBB86AD5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ami Durrani" userId="45205e84-0712-4dc9-bb96-ac9d5a682d17" providerId="ADAL" clId="{2642ECB3-920D-FB48-9DE8-F3DD4CA0621F}" dt="2023-11-09T01:35:51.766" v="16"/>
              <pc2:cmMkLst xmlns:pc2="http://schemas.microsoft.com/office/powerpoint/2019/9/main/command">
                <pc:docMk/>
                <pc:sldMk cId="2156004701" sldId="262"/>
                <pc2:cmMk id="{4DAE35C8-12DF-4897-86F0-B5FE5970A763}"/>
              </pc2:cmMkLst>
            </pc226:cmChg>
          </p:ext>
        </pc:extLst>
      </pc:sldChg>
      <pc:sldChg chg="modSp mod delCm">
        <pc:chgData name="Sami Durrani" userId="45205e84-0712-4dc9-bb96-ac9d5a682d17" providerId="ADAL" clId="{2642ECB3-920D-FB48-9DE8-F3DD4CA0621F}" dt="2023-11-09T01:36:32.365" v="20"/>
        <pc:sldMkLst>
          <pc:docMk/>
          <pc:sldMk cId="1644754073" sldId="263"/>
        </pc:sldMkLst>
        <pc:picChg chg="mod">
          <ac:chgData name="Sami Durrani" userId="45205e84-0712-4dc9-bb96-ac9d5a682d17" providerId="ADAL" clId="{2642ECB3-920D-FB48-9DE8-F3DD4CA0621F}" dt="2023-11-09T01:36:28.642" v="19" actId="1076"/>
          <ac:picMkLst>
            <pc:docMk/>
            <pc:sldMk cId="1644754073" sldId="263"/>
            <ac:picMk id="12" creationId="{C2CBEFA2-8045-27B2-1464-6CB2D196B67F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ami Durrani" userId="45205e84-0712-4dc9-bb96-ac9d5a682d17" providerId="ADAL" clId="{2642ECB3-920D-FB48-9DE8-F3DD4CA0621F}" dt="2023-11-09T01:36:32.365" v="20"/>
              <pc2:cmMkLst xmlns:pc2="http://schemas.microsoft.com/office/powerpoint/2019/9/main/command">
                <pc:docMk/>
                <pc:sldMk cId="1644754073" sldId="263"/>
                <pc2:cmMk id="{AA709E24-E7EA-403C-8712-6970E4340C81}"/>
              </pc2:cmMkLst>
            </pc226:cmChg>
          </p:ext>
        </pc:extLst>
      </pc:sldChg>
      <pc:sldChg chg="modSp mod ord">
        <pc:chgData name="Sami Durrani" userId="45205e84-0712-4dc9-bb96-ac9d5a682d17" providerId="ADAL" clId="{2642ECB3-920D-FB48-9DE8-F3DD4CA0621F}" dt="2023-11-11T16:18:07.731" v="197" actId="20577"/>
        <pc:sldMkLst>
          <pc:docMk/>
          <pc:sldMk cId="2376254093" sldId="264"/>
        </pc:sldMkLst>
        <pc:spChg chg="mod">
          <ac:chgData name="Sami Durrani" userId="45205e84-0712-4dc9-bb96-ac9d5a682d17" providerId="ADAL" clId="{2642ECB3-920D-FB48-9DE8-F3DD4CA0621F}" dt="2023-11-11T16:18:07.731" v="197" actId="20577"/>
          <ac:spMkLst>
            <pc:docMk/>
            <pc:sldMk cId="2376254093" sldId="264"/>
            <ac:spMk id="4" creationId="{843E39FE-E3FE-F6B9-A030-A46F465D63BA}"/>
          </ac:spMkLst>
        </pc:spChg>
      </pc:sldChg>
      <pc:sldChg chg="modSp">
        <pc:chgData name="Sami Durrani" userId="45205e84-0712-4dc9-bb96-ac9d5a682d17" providerId="ADAL" clId="{2642ECB3-920D-FB48-9DE8-F3DD4CA0621F}" dt="2023-11-11T16:35:05.596" v="263" actId="20577"/>
        <pc:sldMkLst>
          <pc:docMk/>
          <pc:sldMk cId="2537715643" sldId="265"/>
        </pc:sldMkLst>
        <pc:spChg chg="mod">
          <ac:chgData name="Sami Durrani" userId="45205e84-0712-4dc9-bb96-ac9d5a682d17" providerId="ADAL" clId="{2642ECB3-920D-FB48-9DE8-F3DD4CA0621F}" dt="2023-11-11T16:35:05.596" v="263" actId="20577"/>
          <ac:spMkLst>
            <pc:docMk/>
            <pc:sldMk cId="2537715643" sldId="265"/>
            <ac:spMk id="6" creationId="{0312929B-F018-D85B-F3FE-8DF2F92A7454}"/>
          </ac:spMkLst>
        </pc:spChg>
      </pc:sldChg>
      <pc:sldChg chg="delCm">
        <pc:chgData name="Sami Durrani" userId="45205e84-0712-4dc9-bb96-ac9d5a682d17" providerId="ADAL" clId="{2642ECB3-920D-FB48-9DE8-F3DD4CA0621F}" dt="2023-11-09T01:36:56.510" v="23"/>
        <pc:sldMkLst>
          <pc:docMk/>
          <pc:sldMk cId="2346043432" sldId="26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ami Durrani" userId="45205e84-0712-4dc9-bb96-ac9d5a682d17" providerId="ADAL" clId="{2642ECB3-920D-FB48-9DE8-F3DD4CA0621F}" dt="2023-11-09T01:36:56.510" v="23"/>
              <pc2:cmMkLst xmlns:pc2="http://schemas.microsoft.com/office/powerpoint/2019/9/main/command">
                <pc:docMk/>
                <pc:sldMk cId="2346043432" sldId="266"/>
                <pc2:cmMk id="{1E97F905-BE21-4A86-B89C-598DAEACD77C}"/>
              </pc2:cmMkLst>
            </pc226:cmChg>
          </p:ext>
        </pc:extLst>
      </pc:sldChg>
    </pc:docChg>
  </pc:docChgLst>
  <pc:docChgLst>
    <pc:chgData name="Justin Lauzon" clId="Web-{99C03B9C-6388-4B16-AFB0-D2B98276515A}"/>
    <pc:docChg chg="modSld">
      <pc:chgData name="Justin Lauzon" userId="" providerId="" clId="Web-{99C03B9C-6388-4B16-AFB0-D2B98276515A}" dt="2023-11-07T22:40:49.325" v="3"/>
      <pc:docMkLst>
        <pc:docMk/>
      </pc:docMkLst>
      <pc:sldChg chg="addCm">
        <pc:chgData name="Justin Lauzon" userId="" providerId="" clId="Web-{99C03B9C-6388-4B16-AFB0-D2B98276515A}" dt="2023-11-07T22:36:43.568" v="0"/>
        <pc:sldMkLst>
          <pc:docMk/>
          <pc:sldMk cId="2156004701" sldId="26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Justin Lauzon" userId="" providerId="" clId="Web-{99C03B9C-6388-4B16-AFB0-D2B98276515A}" dt="2023-11-07T22:36:43.568" v="0"/>
              <pc2:cmMkLst xmlns:pc2="http://schemas.microsoft.com/office/powerpoint/2019/9/main/command">
                <pc:docMk/>
                <pc:sldMk cId="2156004701" sldId="262"/>
                <pc2:cmMk id="{4DAE35C8-12DF-4897-86F0-B5FE5970A763}"/>
              </pc2:cmMkLst>
            </pc226:cmChg>
          </p:ext>
        </pc:extLst>
      </pc:sldChg>
      <pc:sldChg chg="modSp addCm">
        <pc:chgData name="Justin Lauzon" userId="" providerId="" clId="Web-{99C03B9C-6388-4B16-AFB0-D2B98276515A}" dt="2023-11-07T22:39:10.603" v="2"/>
        <pc:sldMkLst>
          <pc:docMk/>
          <pc:sldMk cId="1644754073" sldId="263"/>
        </pc:sldMkLst>
        <pc:spChg chg="ord">
          <ac:chgData name="Justin Lauzon" userId="" providerId="" clId="Web-{99C03B9C-6388-4B16-AFB0-D2B98276515A}" dt="2023-11-07T22:38:38.196" v="1"/>
          <ac:spMkLst>
            <pc:docMk/>
            <pc:sldMk cId="1644754073" sldId="263"/>
            <ac:spMk id="4" creationId="{2C3147F4-0072-CBE7-C7B7-87553543596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Justin Lauzon" userId="" providerId="" clId="Web-{99C03B9C-6388-4B16-AFB0-D2B98276515A}" dt="2023-11-07T22:39:10.603" v="2"/>
              <pc2:cmMkLst xmlns:pc2="http://schemas.microsoft.com/office/powerpoint/2019/9/main/command">
                <pc:docMk/>
                <pc:sldMk cId="1644754073" sldId="263"/>
                <pc2:cmMk id="{AA709E24-E7EA-403C-8712-6970E4340C81}"/>
              </pc2:cmMkLst>
            </pc226:cmChg>
          </p:ext>
        </pc:extLst>
      </pc:sldChg>
      <pc:sldChg chg="addCm">
        <pc:chgData name="Justin Lauzon" userId="" providerId="" clId="Web-{99C03B9C-6388-4B16-AFB0-D2B98276515A}" dt="2023-11-07T22:40:49.325" v="3"/>
        <pc:sldMkLst>
          <pc:docMk/>
          <pc:sldMk cId="2346043432" sldId="26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Justin Lauzon" userId="" providerId="" clId="Web-{99C03B9C-6388-4B16-AFB0-D2B98276515A}" dt="2023-11-07T22:40:49.325" v="3"/>
              <pc2:cmMkLst xmlns:pc2="http://schemas.microsoft.com/office/powerpoint/2019/9/main/command">
                <pc:docMk/>
                <pc:sldMk cId="2346043432" sldId="266"/>
                <pc2:cmMk id="{1E97F905-BE21-4A86-B89C-598DAEACD77C}"/>
              </pc2:cmMkLst>
            </pc226:cmChg>
          </p:ext>
        </pc:extLst>
      </pc:sldChg>
    </pc:docChg>
  </pc:docChgLst>
  <pc:docChgLst>
    <pc:chgData name="Sami Durrani" userId="45205e84-0712-4dc9-bb96-ac9d5a682d17" providerId="ADAL" clId="{E2B4C097-37E0-FD40-8A61-7A8B28765A8F}"/>
    <pc:docChg chg="undo custSel modSld">
      <pc:chgData name="Sami Durrani" userId="45205e84-0712-4dc9-bb96-ac9d5a682d17" providerId="ADAL" clId="{E2B4C097-37E0-FD40-8A61-7A8B28765A8F}" dt="2023-11-06T02:10:15.550" v="239" actId="6549"/>
      <pc:docMkLst>
        <pc:docMk/>
      </pc:docMkLst>
      <pc:sldChg chg="modSp mod delCm">
        <pc:chgData name="Sami Durrani" userId="45205e84-0712-4dc9-bb96-ac9d5a682d17" providerId="ADAL" clId="{E2B4C097-37E0-FD40-8A61-7A8B28765A8F}" dt="2023-11-06T01:58:24.016" v="48" actId="1592"/>
        <pc:sldMkLst>
          <pc:docMk/>
          <pc:sldMk cId="334780961" sldId="259"/>
        </pc:sldMkLst>
        <pc:spChg chg="mod">
          <ac:chgData name="Sami Durrani" userId="45205e84-0712-4dc9-bb96-ac9d5a682d17" providerId="ADAL" clId="{E2B4C097-37E0-FD40-8A61-7A8B28765A8F}" dt="2023-11-06T01:58:09.467" v="46" actId="20577"/>
          <ac:spMkLst>
            <pc:docMk/>
            <pc:sldMk cId="334780961" sldId="259"/>
            <ac:spMk id="4" creationId="{CE07D342-FEC5-D179-357A-EF6F7491EFC4}"/>
          </ac:spMkLst>
        </pc:spChg>
      </pc:sldChg>
      <pc:sldChg chg="modSp mod">
        <pc:chgData name="Sami Durrani" userId="45205e84-0712-4dc9-bb96-ac9d5a682d17" providerId="ADAL" clId="{E2B4C097-37E0-FD40-8A61-7A8B28765A8F}" dt="2023-11-06T02:05:47.687" v="149" actId="108"/>
        <pc:sldMkLst>
          <pc:docMk/>
          <pc:sldMk cId="852365354" sldId="261"/>
        </pc:sldMkLst>
        <pc:spChg chg="mod">
          <ac:chgData name="Sami Durrani" userId="45205e84-0712-4dc9-bb96-ac9d5a682d17" providerId="ADAL" clId="{E2B4C097-37E0-FD40-8A61-7A8B28765A8F}" dt="2023-11-06T02:05:47.687" v="149" actId="108"/>
          <ac:spMkLst>
            <pc:docMk/>
            <pc:sldMk cId="852365354" sldId="261"/>
            <ac:spMk id="3" creationId="{CA161D37-5A41-24D4-2042-548348FEC4AB}"/>
          </ac:spMkLst>
        </pc:spChg>
      </pc:sldChg>
      <pc:sldChg chg="addSp modSp mod modAnim">
        <pc:chgData name="Sami Durrani" userId="45205e84-0712-4dc9-bb96-ac9d5a682d17" providerId="ADAL" clId="{E2B4C097-37E0-FD40-8A61-7A8B28765A8F}" dt="2023-11-06T02:10:15.550" v="239" actId="6549"/>
        <pc:sldMkLst>
          <pc:docMk/>
          <pc:sldMk cId="2537715643" sldId="265"/>
        </pc:sldMkLst>
        <pc:spChg chg="mod">
          <ac:chgData name="Sami Durrani" userId="45205e84-0712-4dc9-bb96-ac9d5a682d17" providerId="ADAL" clId="{E2B4C097-37E0-FD40-8A61-7A8B28765A8F}" dt="2023-11-06T02:07:56.812" v="188" actId="5793"/>
          <ac:spMkLst>
            <pc:docMk/>
            <pc:sldMk cId="2537715643" sldId="265"/>
            <ac:spMk id="3" creationId="{A7001F50-3052-6818-C486-E18CA977C661}"/>
          </ac:spMkLst>
        </pc:spChg>
        <pc:spChg chg="add mod">
          <ac:chgData name="Sami Durrani" userId="45205e84-0712-4dc9-bb96-ac9d5a682d17" providerId="ADAL" clId="{E2B4C097-37E0-FD40-8A61-7A8B28765A8F}" dt="2023-11-06T02:10:15.550" v="239" actId="6549"/>
          <ac:spMkLst>
            <pc:docMk/>
            <pc:sldMk cId="2537715643" sldId="265"/>
            <ac:spMk id="6" creationId="{0312929B-F018-D85B-F3FE-8DF2F92A7454}"/>
          </ac:spMkLst>
        </pc:spChg>
      </pc:sldChg>
    </pc:docChg>
  </pc:docChgLst>
  <pc:docChgLst>
    <pc:chgData name="Justin Lauzon" clId="Web-{4503E5BA-3103-4474-AD3E-D490925416CC}"/>
    <pc:docChg chg="mod">
      <pc:chgData name="Justin Lauzon" userId="" providerId="" clId="Web-{4503E5BA-3103-4474-AD3E-D490925416CC}" dt="2023-11-07T22:29:57.446" v="4"/>
      <pc:docMkLst>
        <pc:docMk/>
      </pc:docMkLst>
      <pc:sldChg chg="addCm modCm">
        <pc:chgData name="Justin Lauzon" userId="" providerId="" clId="Web-{4503E5BA-3103-4474-AD3E-D490925416CC}" dt="2023-11-07T22:25:00.032" v="2"/>
        <pc:sldMkLst>
          <pc:docMk/>
          <pc:sldMk cId="103423601" sldId="25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stin Lauzon" userId="" providerId="" clId="Web-{4503E5BA-3103-4474-AD3E-D490925416CC}" dt="2023-11-07T22:25:00.032" v="2"/>
              <pc2:cmMkLst xmlns:pc2="http://schemas.microsoft.com/office/powerpoint/2019/9/main/command">
                <pc:docMk/>
                <pc:sldMk cId="103423601" sldId="257"/>
                <pc2:cmMk id="{A615B5B2-6629-4EED-9697-4E91446B2B81}"/>
              </pc2:cmMkLst>
            </pc226:cmChg>
          </p:ext>
        </pc:extLst>
      </pc:sldChg>
      <pc:sldChg chg="addCm">
        <pc:chgData name="Justin Lauzon" userId="" providerId="" clId="Web-{4503E5BA-3103-4474-AD3E-D490925416CC}" dt="2023-11-07T22:26:20.144" v="3"/>
        <pc:sldMkLst>
          <pc:docMk/>
          <pc:sldMk cId="1156087295" sldId="25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Justin Lauzon" userId="" providerId="" clId="Web-{4503E5BA-3103-4474-AD3E-D490925416CC}" dt="2023-11-07T22:26:20.144" v="3"/>
              <pc2:cmMkLst xmlns:pc2="http://schemas.microsoft.com/office/powerpoint/2019/9/main/command">
                <pc:docMk/>
                <pc:sldMk cId="1156087295" sldId="258"/>
                <pc2:cmMk id="{B579C73D-9818-4A5A-AFC1-AD17C6D15DCB}"/>
              </pc2:cmMkLst>
            </pc226:cmChg>
          </p:ext>
        </pc:extLst>
      </pc:sldChg>
      <pc:sldChg chg="addCm">
        <pc:chgData name="Justin Lauzon" userId="" providerId="" clId="Web-{4503E5BA-3103-4474-AD3E-D490925416CC}" dt="2023-11-07T22:29:57.446" v="4"/>
        <pc:sldMkLst>
          <pc:docMk/>
          <pc:sldMk cId="832080840" sldId="26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Justin Lauzon" userId="" providerId="" clId="Web-{4503E5BA-3103-4474-AD3E-D490925416CC}" dt="2023-11-07T22:29:57.446" v="4"/>
              <pc2:cmMkLst xmlns:pc2="http://schemas.microsoft.com/office/powerpoint/2019/9/main/command">
                <pc:docMk/>
                <pc:sldMk cId="832080840" sldId="260"/>
                <pc2:cmMk id="{CCC79D40-DE52-4164-8C78-AC694280E833}"/>
              </pc2:cmMkLst>
            </pc226:cmChg>
          </p:ext>
        </pc:ext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59" name="Shape 5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17958600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1pPr>
    <a:lvl2pPr indent="2286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2pPr>
    <a:lvl3pPr indent="4572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3pPr>
    <a:lvl4pPr indent="6858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4pPr>
    <a:lvl5pPr indent="9144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5pPr>
    <a:lvl6pPr indent="11430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6pPr>
    <a:lvl7pPr indent="13716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7pPr>
    <a:lvl8pPr indent="16002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8pPr>
    <a:lvl9pPr indent="18288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introductions </a:t>
            </a:r>
          </a:p>
        </p:txBody>
      </p:sp>
    </p:spTree>
    <p:extLst>
      <p:ext uri="{BB962C8B-B14F-4D97-AF65-F5344CB8AC3E}">
        <p14:creationId xmlns:p14="http://schemas.microsoft.com/office/powerpoint/2010/main" val="1435907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b="1" i="0" dirty="0">
                <a:solidFill>
                  <a:srgbClr val="D1D5DB"/>
                </a:solidFill>
                <a:effectLst/>
                <a:latin typeface="Söhne"/>
              </a:rPr>
              <a:t>Hierarchical Task Analysis (HTA):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HTA is one of the most widely used methods. It breaks down complex tasks into a hierarchical structure, showing the relationships between higher-level goals and lower-level sub-tasks. HTA is often used to design and evaluate user interfaces and to identify potential usability issues.</a:t>
            </a:r>
            <a:r>
              <a:rPr lang="en-US" b="1" i="0" dirty="0">
                <a:solidFill>
                  <a:srgbClr val="D1D5DB"/>
                </a:solidFill>
                <a:effectLst/>
                <a:latin typeface="Söhne"/>
              </a:rPr>
              <a:t> </a:t>
            </a:r>
          </a:p>
          <a:p>
            <a:pPr marL="0" marR="0" lvl="0" indent="0" algn="l" defTabSz="4572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b="1" i="0" dirty="0">
                <a:solidFill>
                  <a:srgbClr val="D1D5DB"/>
                </a:solidFill>
                <a:effectLst/>
                <a:latin typeface="Söhne"/>
              </a:rPr>
              <a:t>Cognitive Task Analysis (CTA):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CTA focuses on understanding the cognitive processes, strategies, and decision-making involved in completing a task. It is particularly useful in complex domains such as aviation, healthcare, and military operations. Techniques like think-aloud protocols, cognitive interviews, and knowledge elicitation are employed in CTA.</a:t>
            </a:r>
          </a:p>
          <a:p>
            <a:pPr marL="0" marR="0" lvl="0" indent="0" algn="l" defTabSz="4572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b="1" i="0" dirty="0">
                <a:effectLst/>
                <a:latin typeface="Söhne"/>
              </a:rPr>
              <a:t>Event-Based Task Analysis: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Event-based analysis focuses on specific events or incidents within a task. It is useful for understanding how users respond to unexpected situations and how system design can support effective responses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563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note, task analysis are hard, time consuming and require many iterations. </a:t>
            </a:r>
          </a:p>
          <a:p>
            <a:endParaRPr lang="en-US" dirty="0"/>
          </a:p>
          <a:p>
            <a:r>
              <a:rPr lang="en-US" dirty="0"/>
              <a:t>OK, let’s assume that we went back and did the correction. Added in those key steps. Let’s keep on going.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553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Oh man, I’m not even hungry even more. This simple example is isn’t as simple as I thought. To move us along, I am going to skip writing the use steps and talk about them. </a:t>
            </a:r>
          </a:p>
          <a:p>
            <a:pPr algn="l"/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</a:rPr>
              <a:t>Two knives to avoid “contaminating” jar?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731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8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Task analysis can be done even before a concrete design is available. At early stages, it's based on the intended use and functionality of the device or system rather than its specific design features.</a:t>
            </a:r>
          </a:p>
          <a:p>
            <a:endParaRPr lang="en-US" b="0" i="0" dirty="0">
              <a:solidFill>
                <a:srgbClr val="D1D5DB"/>
              </a:solidFill>
              <a:effectLst/>
              <a:latin typeface="Söhne"/>
            </a:endParaRPr>
          </a:p>
          <a:p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There’s several ways you can approach doing an early stage task analysis. And its important to know that the task analysis will grow as the team designs and develops the design.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679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>
            <a:spLocks noGrp="1"/>
          </p:cNvSpPr>
          <p:nvPr>
            <p:ph type="sldNum" sz="quarter" idx="2"/>
          </p:nvPr>
        </p:nvSpPr>
        <p:spPr>
          <a:xfrm>
            <a:off x="8153400" y="6632675"/>
            <a:ext cx="762000" cy="153888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a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153400" y="6629400"/>
            <a:ext cx="762000" cy="184666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453080" y="1143000"/>
            <a:ext cx="7886700" cy="5486400"/>
          </a:xfrm>
        </p:spPr>
        <p:txBody>
          <a:bodyPr/>
          <a:lstStyle>
            <a:lvl1pPr marL="344488" indent="-227013">
              <a:buFont typeface="Wingdings" charset="2"/>
              <a:buChar char="§"/>
              <a:tabLst/>
              <a:defRPr sz="2800">
                <a:latin typeface="+mn-ea"/>
                <a:ea typeface="+mn-ea"/>
              </a:defRPr>
            </a:lvl1pPr>
            <a:lvl2pPr marL="688975" indent="-239713">
              <a:buFont typeface="Wingdings" charset="2"/>
              <a:buChar char="§"/>
              <a:tabLst/>
              <a:defRPr sz="2400">
                <a:latin typeface="+mn-ea"/>
                <a:ea typeface="+mn-ea"/>
              </a:defRPr>
            </a:lvl2pPr>
            <a:lvl3pPr marL="979488" indent="-230188">
              <a:buFont typeface="Wingdings" charset="2"/>
              <a:buChar char="§"/>
              <a:tabLst/>
              <a:defRPr sz="2400">
                <a:latin typeface="+mn-ea"/>
                <a:ea typeface="+mn-ea"/>
              </a:defRPr>
            </a:lvl3pPr>
            <a:lvl4pPr marL="1397793" indent="-354806">
              <a:buFont typeface="Wingdings" charset="2"/>
              <a:buChar char="§"/>
              <a:defRPr sz="2800">
                <a:latin typeface="+mn-ea"/>
                <a:ea typeface="+mn-ea"/>
              </a:defRPr>
            </a:lvl4pPr>
            <a:lvl5pPr marL="1610783" indent="-304270">
              <a:buFont typeface="Wingdings" charset="2"/>
              <a:buChar char="§"/>
              <a:defRPr sz="2800">
                <a:latin typeface="+mn-ea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453080" y="381000"/>
            <a:ext cx="7886700" cy="533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84056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www.id-book.com</a:t>
            </a:r>
          </a:p>
        </p:txBody>
      </p:sp>
    </p:spTree>
    <p:extLst>
      <p:ext uri="{BB962C8B-B14F-4D97-AF65-F5344CB8AC3E}">
        <p14:creationId xmlns:p14="http://schemas.microsoft.com/office/powerpoint/2010/main" val="83653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hape 22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Shape 23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Shape 24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2400250" y="1683455"/>
            <a:ext cx="6321600" cy="4003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spcAft>
                <a:spcPts val="1200"/>
              </a:spcAft>
              <a:buChar char="●"/>
              <a:defRPr/>
            </a:lvl1pPr>
            <a:lvl2pPr lvl="1">
              <a:spcBef>
                <a:spcPts val="0"/>
              </a:spcBef>
              <a:buChar char="○"/>
              <a:defRPr/>
            </a:lvl2pPr>
            <a:lvl3pPr lvl="2">
              <a:spcBef>
                <a:spcPts val="0"/>
              </a:spcBef>
              <a:spcAft>
                <a:spcPts val="1200"/>
              </a:spcAft>
              <a:buChar char="■"/>
              <a:defRPr/>
            </a:lvl3pPr>
            <a:lvl4pPr lvl="3">
              <a:spcBef>
                <a:spcPts val="0"/>
              </a:spcBef>
              <a:spcAft>
                <a:spcPts val="1200"/>
              </a:spcAft>
              <a:buChar char="●"/>
              <a:defRPr/>
            </a:lvl4pPr>
            <a:lvl5pPr lvl="4">
              <a:spcBef>
                <a:spcPts val="0"/>
              </a:spcBef>
              <a:spcAft>
                <a:spcPts val="1200"/>
              </a:spcAft>
              <a:buChar char="○"/>
              <a:defRPr/>
            </a:lvl5pPr>
            <a:lvl6pPr lvl="5">
              <a:spcBef>
                <a:spcPts val="0"/>
              </a:spcBef>
              <a:spcAft>
                <a:spcPts val="1200"/>
              </a:spcAft>
              <a:buChar char="■"/>
              <a:defRPr/>
            </a:lvl6pPr>
            <a:lvl7pPr lvl="6">
              <a:spcBef>
                <a:spcPts val="0"/>
              </a:spcBef>
              <a:spcAft>
                <a:spcPts val="1200"/>
              </a:spcAft>
              <a:buChar char="●"/>
              <a:defRPr/>
            </a:lvl7pPr>
            <a:lvl8pPr lvl="7">
              <a:spcBef>
                <a:spcPts val="0"/>
              </a:spcBef>
              <a:spcAft>
                <a:spcPts val="1200"/>
              </a:spcAft>
              <a:buChar char="○"/>
              <a:defRPr/>
            </a:lvl8pPr>
            <a:lvl9pPr lvl="8">
              <a:spcBef>
                <a:spcPts val="0"/>
              </a:spcBef>
              <a:buChar char="■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97999" y="6251678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0131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hape 29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Shape 30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Shape 31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2386533" y="1683455"/>
            <a:ext cx="3071400" cy="4003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spcAft>
                <a:spcPts val="1200"/>
              </a:spcAft>
              <a:buSzPct val="100000"/>
              <a:defRPr sz="1400"/>
            </a:lvl1pPr>
            <a:lvl2pPr lvl="1">
              <a:spcBef>
                <a:spcPts val="0"/>
              </a:spcBef>
              <a:spcAft>
                <a:spcPts val="1200"/>
              </a:spcAft>
              <a:buSzPct val="100000"/>
              <a:defRPr sz="1200"/>
            </a:lvl2pPr>
            <a:lvl3pPr lvl="2">
              <a:spcBef>
                <a:spcPts val="0"/>
              </a:spcBef>
              <a:spcAft>
                <a:spcPts val="1200"/>
              </a:spcAft>
              <a:buSzPct val="100000"/>
              <a:defRPr sz="1200"/>
            </a:lvl3pPr>
            <a:lvl4pPr lvl="3">
              <a:spcBef>
                <a:spcPts val="0"/>
              </a:spcBef>
              <a:spcAft>
                <a:spcPts val="1200"/>
              </a:spcAft>
              <a:buSzPct val="100000"/>
              <a:defRPr sz="1200"/>
            </a:lvl4pPr>
            <a:lvl5pPr lvl="4">
              <a:spcBef>
                <a:spcPts val="0"/>
              </a:spcBef>
              <a:spcAft>
                <a:spcPts val="1200"/>
              </a:spcAft>
              <a:buSzPct val="100000"/>
              <a:defRPr sz="1200"/>
            </a:lvl5pPr>
            <a:lvl6pPr lvl="5">
              <a:spcBef>
                <a:spcPts val="0"/>
              </a:spcBef>
              <a:spcAft>
                <a:spcPts val="1200"/>
              </a:spcAft>
              <a:buSzPct val="100000"/>
              <a:defRPr sz="1200"/>
            </a:lvl6pPr>
            <a:lvl7pPr lvl="6">
              <a:spcBef>
                <a:spcPts val="0"/>
              </a:spcBef>
              <a:spcAft>
                <a:spcPts val="1200"/>
              </a:spcAft>
              <a:buSzPct val="100000"/>
              <a:defRPr sz="1200"/>
            </a:lvl7pPr>
            <a:lvl8pPr lvl="7">
              <a:spcBef>
                <a:spcPts val="0"/>
              </a:spcBef>
              <a:spcAft>
                <a:spcPts val="1200"/>
              </a:spcAft>
              <a:buSzPct val="100000"/>
              <a:defRPr sz="1200"/>
            </a:lvl8pPr>
            <a:lvl9pPr lvl="8">
              <a:spcBef>
                <a:spcPts val="0"/>
              </a:spcBef>
              <a:spcAft>
                <a:spcPts val="1200"/>
              </a:spcAft>
              <a:buSzPct val="100000"/>
              <a:defRPr sz="12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2"/>
          </p:nvPr>
        </p:nvSpPr>
        <p:spPr>
          <a:xfrm>
            <a:off x="5636802" y="1683455"/>
            <a:ext cx="3071400" cy="4003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spcAft>
                <a:spcPts val="1200"/>
              </a:spcAft>
              <a:buSzPct val="100000"/>
              <a:defRPr sz="1400"/>
            </a:lvl1pPr>
            <a:lvl2pPr lvl="1">
              <a:spcBef>
                <a:spcPts val="0"/>
              </a:spcBef>
              <a:spcAft>
                <a:spcPts val="1200"/>
              </a:spcAft>
              <a:buSzPct val="100000"/>
              <a:defRPr sz="1200"/>
            </a:lvl2pPr>
            <a:lvl3pPr lvl="2">
              <a:spcBef>
                <a:spcPts val="0"/>
              </a:spcBef>
              <a:spcAft>
                <a:spcPts val="1200"/>
              </a:spcAft>
              <a:buSzPct val="100000"/>
              <a:defRPr sz="1200"/>
            </a:lvl3pPr>
            <a:lvl4pPr lvl="3">
              <a:spcBef>
                <a:spcPts val="0"/>
              </a:spcBef>
              <a:spcAft>
                <a:spcPts val="1200"/>
              </a:spcAft>
              <a:buSzPct val="100000"/>
              <a:defRPr sz="1200"/>
            </a:lvl4pPr>
            <a:lvl5pPr lvl="4">
              <a:spcBef>
                <a:spcPts val="0"/>
              </a:spcBef>
              <a:spcAft>
                <a:spcPts val="1200"/>
              </a:spcAft>
              <a:buSzPct val="100000"/>
              <a:defRPr sz="1200"/>
            </a:lvl5pPr>
            <a:lvl6pPr lvl="5">
              <a:spcBef>
                <a:spcPts val="0"/>
              </a:spcBef>
              <a:spcAft>
                <a:spcPts val="1200"/>
              </a:spcAft>
              <a:buSzPct val="100000"/>
              <a:defRPr sz="1200"/>
            </a:lvl6pPr>
            <a:lvl7pPr lvl="6">
              <a:spcBef>
                <a:spcPts val="0"/>
              </a:spcBef>
              <a:spcAft>
                <a:spcPts val="1200"/>
              </a:spcAft>
              <a:buSzPct val="100000"/>
              <a:defRPr sz="1200"/>
            </a:lvl7pPr>
            <a:lvl8pPr lvl="7">
              <a:spcBef>
                <a:spcPts val="0"/>
              </a:spcBef>
              <a:spcAft>
                <a:spcPts val="1200"/>
              </a:spcAft>
              <a:buSzPct val="100000"/>
              <a:defRPr sz="1200"/>
            </a:lvl8pPr>
            <a:lvl9pPr lvl="8">
              <a:spcBef>
                <a:spcPts val="0"/>
              </a:spcBef>
              <a:spcAft>
                <a:spcPts val="1200"/>
              </a:spcAft>
              <a:buSzPct val="100000"/>
              <a:defRPr sz="1200"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sldNum" idx="12"/>
          </p:nvPr>
        </p:nvSpPr>
        <p:spPr>
          <a:xfrm>
            <a:off x="8497999" y="6251678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20080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457199" y="989014"/>
            <a:ext cx="7882581" cy="1586"/>
          </a:xfrm>
          <a:prstGeom prst="line">
            <a:avLst/>
          </a:prstGeom>
          <a:ln>
            <a:solidFill>
              <a:srgbClr val="6A9DAE"/>
            </a:solidFill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457200" y="1246703"/>
            <a:ext cx="7882580" cy="5611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/>
          <a:lstStyle/>
          <a:p>
            <a:pPr marL="419100" lvl="0" indent="-382587">
              <a:spcBef>
                <a:spcPts val="700"/>
              </a:spcBef>
              <a:buClr>
                <a:srgbClr val="6EA0B0"/>
              </a:buClr>
              <a:buSzPct val="80000"/>
              <a:buFont typeface="Wingdings" panose="05000000000000000000" pitchFamily="2" charset="2"/>
              <a:buChar char="§"/>
              <a:defRPr sz="1800"/>
            </a:pPr>
            <a:r>
              <a:rPr sz="3000" dirty="0"/>
              <a:t>Body Level One</a:t>
            </a:r>
          </a:p>
          <a:p>
            <a:pPr lvl="1">
              <a:defRPr sz="1800"/>
            </a:pPr>
            <a:r>
              <a:rPr sz="3000" dirty="0"/>
              <a:t>Body Level Two</a:t>
            </a:r>
          </a:p>
          <a:p>
            <a:pPr lvl="2">
              <a:defRPr sz="1800"/>
            </a:pPr>
            <a:r>
              <a:rPr sz="3000" dirty="0"/>
              <a:t>Body Level Three</a:t>
            </a:r>
          </a:p>
          <a:p>
            <a:pPr lvl="3">
              <a:defRPr sz="1800"/>
            </a:pPr>
            <a:r>
              <a:rPr sz="3000" dirty="0"/>
              <a:t>Body Level Four</a:t>
            </a:r>
          </a:p>
          <a:p>
            <a:pPr lvl="4">
              <a:defRPr sz="1800"/>
            </a:pPr>
            <a:r>
              <a:rPr sz="3000" dirty="0"/>
              <a:t>Body Level Five</a:t>
            </a:r>
          </a:p>
        </p:txBody>
      </p:sp>
      <p:sp>
        <p:nvSpPr>
          <p:cNvPr id="7" name="Shape 7"/>
          <p:cNvSpPr>
            <a:spLocks noGrp="1"/>
          </p:cNvSpPr>
          <p:nvPr>
            <p:ph type="sldNum" sz="quarter" idx="2"/>
          </p:nvPr>
        </p:nvSpPr>
        <p:spPr>
          <a:xfrm>
            <a:off x="8153400" y="6601897"/>
            <a:ext cx="762000" cy="1846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453080" y="152400"/>
            <a:ext cx="7886700" cy="56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7" r:id="rId4"/>
    <p:sldLayoutId id="2147483658" r:id="rId5"/>
    <p:sldLayoutId id="2147483659" r:id="rId6"/>
  </p:sldLayoutIdLst>
  <p:transition spd="med"/>
  <p:hf hdr="0" ftr="0" dt="0"/>
  <p:txStyles>
    <p:titleStyle>
      <a:lvl1pPr>
        <a:defRPr sz="3200">
          <a:latin typeface="+mn-lt"/>
          <a:ea typeface="Franklin Gothic Book"/>
          <a:cs typeface="Franklin Gothic Book"/>
          <a:sym typeface="Franklin Gothic Book"/>
        </a:defRPr>
      </a:lvl1pPr>
      <a:lvl2pPr>
        <a:defRPr sz="4600">
          <a:latin typeface="Franklin Gothic Book"/>
          <a:ea typeface="Franklin Gothic Book"/>
          <a:cs typeface="Franklin Gothic Book"/>
          <a:sym typeface="Franklin Gothic Book"/>
        </a:defRPr>
      </a:lvl2pPr>
      <a:lvl3pPr>
        <a:defRPr sz="4600">
          <a:latin typeface="Franklin Gothic Book"/>
          <a:ea typeface="Franklin Gothic Book"/>
          <a:cs typeface="Franklin Gothic Book"/>
          <a:sym typeface="Franklin Gothic Book"/>
        </a:defRPr>
      </a:lvl3pPr>
      <a:lvl4pPr>
        <a:defRPr sz="4600">
          <a:latin typeface="Franklin Gothic Book"/>
          <a:ea typeface="Franklin Gothic Book"/>
          <a:cs typeface="Franklin Gothic Book"/>
          <a:sym typeface="Franklin Gothic Book"/>
        </a:defRPr>
      </a:lvl4pPr>
      <a:lvl5pPr>
        <a:defRPr sz="4600">
          <a:latin typeface="Franklin Gothic Book"/>
          <a:ea typeface="Franklin Gothic Book"/>
          <a:cs typeface="Franklin Gothic Book"/>
          <a:sym typeface="Franklin Gothic Book"/>
        </a:defRPr>
      </a:lvl5pPr>
      <a:lvl6pPr indent="457200">
        <a:defRPr sz="4600">
          <a:latin typeface="Franklin Gothic Book"/>
          <a:ea typeface="Franklin Gothic Book"/>
          <a:cs typeface="Franklin Gothic Book"/>
          <a:sym typeface="Franklin Gothic Book"/>
        </a:defRPr>
      </a:lvl6pPr>
      <a:lvl7pPr indent="914400">
        <a:defRPr sz="4600">
          <a:latin typeface="Franklin Gothic Book"/>
          <a:ea typeface="Franklin Gothic Book"/>
          <a:cs typeface="Franklin Gothic Book"/>
          <a:sym typeface="Franklin Gothic Book"/>
        </a:defRPr>
      </a:lvl7pPr>
      <a:lvl8pPr indent="1371600">
        <a:defRPr sz="4600">
          <a:latin typeface="Franklin Gothic Book"/>
          <a:ea typeface="Franklin Gothic Book"/>
          <a:cs typeface="Franklin Gothic Book"/>
          <a:sym typeface="Franklin Gothic Book"/>
        </a:defRPr>
      </a:lvl8pPr>
      <a:lvl9pPr indent="1828800">
        <a:defRPr sz="4600">
          <a:latin typeface="Franklin Gothic Book"/>
          <a:ea typeface="Franklin Gothic Book"/>
          <a:cs typeface="Franklin Gothic Book"/>
          <a:sym typeface="Franklin Gothic Book"/>
        </a:defRPr>
      </a:lvl9pPr>
    </p:titleStyle>
    <p:bodyStyle>
      <a:lvl1pPr marL="550863" indent="-514350">
        <a:spcBef>
          <a:spcPts val="700"/>
        </a:spcBef>
        <a:buClr>
          <a:srgbClr val="6EA0B0"/>
        </a:buClr>
        <a:buSzPct val="80000"/>
        <a:buFont typeface="Arial" panose="020B0604020202020204" pitchFamily="34" charset="0"/>
        <a:buChar char="•"/>
        <a:defRPr sz="3000" dirty="0">
          <a:latin typeface="+mn-lt"/>
          <a:ea typeface="Arial"/>
          <a:cs typeface="Arial"/>
          <a:sym typeface="Arial"/>
        </a:defRPr>
      </a:lvl1pPr>
      <a:lvl2pPr marL="764320" indent="-315057">
        <a:spcBef>
          <a:spcPts val="700"/>
        </a:spcBef>
        <a:buClr>
          <a:srgbClr val="6EA0B0"/>
        </a:buClr>
        <a:buSzPct val="90000"/>
        <a:buFont typeface="Arial" panose="020B0604020202020204" pitchFamily="34" charset="0"/>
        <a:buChar char="•"/>
        <a:defRPr sz="3000">
          <a:latin typeface="+mn-lt"/>
          <a:ea typeface="Arial"/>
          <a:cs typeface="Arial"/>
          <a:sym typeface="Arial"/>
        </a:defRPr>
      </a:lvl2pPr>
      <a:lvl3pPr marL="1068784" indent="-319484">
        <a:spcBef>
          <a:spcPts val="700"/>
        </a:spcBef>
        <a:buClr>
          <a:srgbClr val="6EA0B0"/>
        </a:buClr>
        <a:buSzPct val="85000"/>
        <a:buFont typeface="Arial" panose="020B0604020202020204" pitchFamily="34" charset="0"/>
        <a:buChar char="•"/>
        <a:defRPr sz="3000">
          <a:latin typeface="+mn-lt"/>
          <a:ea typeface="Arial"/>
          <a:cs typeface="Arial"/>
          <a:sym typeface="Arial"/>
        </a:defRPr>
      </a:lvl3pPr>
      <a:lvl4pPr marL="1397793" indent="-354806">
        <a:spcBef>
          <a:spcPts val="700"/>
        </a:spcBef>
        <a:buClr>
          <a:srgbClr val="6EA0B0"/>
        </a:buClr>
        <a:buSzPct val="90000"/>
        <a:buFont typeface="Arial" panose="020B0604020202020204" pitchFamily="34" charset="0"/>
        <a:buChar char="•"/>
        <a:defRPr sz="3000">
          <a:latin typeface="+mn-lt"/>
          <a:ea typeface="Arial"/>
          <a:cs typeface="Arial"/>
          <a:sym typeface="Arial"/>
        </a:defRPr>
      </a:lvl4pPr>
      <a:lvl5pPr marL="1610783" indent="-304270">
        <a:spcBef>
          <a:spcPts val="700"/>
        </a:spcBef>
        <a:buClr>
          <a:srgbClr val="6EA0B0"/>
        </a:buClr>
        <a:buSzPct val="100000"/>
        <a:buFont typeface="Arial" panose="020B0604020202020204" pitchFamily="34" charset="0"/>
        <a:buChar char="•"/>
        <a:defRPr sz="3000">
          <a:latin typeface="+mn-lt"/>
          <a:ea typeface="Arial"/>
          <a:cs typeface="Arial"/>
          <a:sym typeface="Arial"/>
        </a:defRPr>
      </a:lvl5pPr>
      <a:lvl6pPr marL="2067983" indent="-304270">
        <a:spcBef>
          <a:spcPts val="700"/>
        </a:spcBef>
        <a:buClr>
          <a:srgbClr val="6EA0B0"/>
        </a:buClr>
        <a:buSzPct val="100000"/>
        <a:buFont typeface="Wingdings 2"/>
        <a:buChar char="•"/>
        <a:defRPr sz="3000">
          <a:latin typeface="Arial"/>
          <a:ea typeface="Arial"/>
          <a:cs typeface="Arial"/>
          <a:sym typeface="Arial"/>
        </a:defRPr>
      </a:lvl6pPr>
      <a:lvl7pPr marL="2525183" indent="-304270">
        <a:spcBef>
          <a:spcPts val="700"/>
        </a:spcBef>
        <a:buClr>
          <a:srgbClr val="6EA0B0"/>
        </a:buClr>
        <a:buSzPct val="100000"/>
        <a:buFont typeface="Wingdings 2"/>
        <a:buChar char="•"/>
        <a:defRPr sz="3000">
          <a:latin typeface="Arial"/>
          <a:ea typeface="Arial"/>
          <a:cs typeface="Arial"/>
          <a:sym typeface="Arial"/>
        </a:defRPr>
      </a:lvl7pPr>
      <a:lvl8pPr marL="2982383" indent="-304270">
        <a:spcBef>
          <a:spcPts val="700"/>
        </a:spcBef>
        <a:buClr>
          <a:srgbClr val="6EA0B0"/>
        </a:buClr>
        <a:buSzPct val="100000"/>
        <a:buFont typeface="Wingdings 2"/>
        <a:buChar char="•"/>
        <a:defRPr sz="3000">
          <a:latin typeface="Arial"/>
          <a:ea typeface="Arial"/>
          <a:cs typeface="Arial"/>
          <a:sym typeface="Arial"/>
        </a:defRPr>
      </a:lvl8pPr>
      <a:lvl9pPr marL="3439583" indent="-304270">
        <a:spcBef>
          <a:spcPts val="700"/>
        </a:spcBef>
        <a:buClr>
          <a:srgbClr val="6EA0B0"/>
        </a:buClr>
        <a:buSzPct val="100000"/>
        <a:buFont typeface="Wingdings 2"/>
        <a:buChar char="•"/>
        <a:defRPr sz="3000">
          <a:latin typeface="Arial"/>
          <a:ea typeface="Arial"/>
          <a:cs typeface="Arial"/>
          <a:sym typeface="Arial"/>
        </a:defRPr>
      </a:lvl9pPr>
    </p:bodyStyle>
    <p:otherStyle>
      <a:lvl1pPr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1pPr>
      <a:lvl2pPr indent="457200"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2pPr>
      <a:lvl3pPr indent="914400"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3pPr>
      <a:lvl4pPr indent="1371600"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4pPr>
      <a:lvl5pPr indent="1828800"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5pPr>
      <a:lvl6pPr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6pPr>
      <a:lvl7pPr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7pPr>
      <a:lvl8pPr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8pPr>
      <a:lvl9pPr>
        <a:defRPr>
          <a:solidFill>
            <a:schemeClr val="tx1"/>
          </a:solidFill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/>
        </p:nvSpPr>
        <p:spPr>
          <a:xfrm>
            <a:off x="556910" y="3352800"/>
            <a:ext cx="7520290" cy="0"/>
          </a:xfrm>
          <a:prstGeom prst="line">
            <a:avLst/>
          </a:prstGeom>
          <a:ln>
            <a:solidFill>
              <a:srgbClr val="6A9DAE"/>
            </a:solidFill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64" name="Shape 64"/>
          <p:cNvSpPr/>
          <p:nvPr/>
        </p:nvSpPr>
        <p:spPr>
          <a:xfrm>
            <a:off x="1597023" y="6266021"/>
            <a:ext cx="6480177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r">
              <a:spcBef>
                <a:spcPts val="200"/>
              </a:spcBef>
              <a:defRPr sz="1200"/>
            </a:lvl1pPr>
          </a:lstStyle>
          <a:p>
            <a:pPr lvl="0">
              <a:defRPr sz="1800"/>
            </a:pPr>
            <a:r>
              <a:rPr lang="en-US" sz="1400" dirty="0">
                <a:latin typeface="+mj-lt"/>
              </a:rPr>
              <a:t>Sami Durrani PhD and Eric Bergman PhD</a:t>
            </a:r>
            <a:endParaRPr sz="14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5F1C20-1729-502B-6468-FFD00C5A83A8}"/>
              </a:ext>
            </a:extLst>
          </p:cNvPr>
          <p:cNvSpPr txBox="1"/>
          <p:nvPr/>
        </p:nvSpPr>
        <p:spPr>
          <a:xfrm>
            <a:off x="532256" y="3407628"/>
            <a:ext cx="7621143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/>
            <a:r>
              <a:rPr lang="en-US" sz="2400" dirty="0"/>
              <a:t>Task Analysis</a:t>
            </a:r>
            <a:endParaRPr lang="en-US" sz="2400" i="1" dirty="0"/>
          </a:p>
        </p:txBody>
      </p:sp>
      <p:pic>
        <p:nvPicPr>
          <p:cNvPr id="2" name="Tufts_univ_seal_blue.jpg">
            <a:extLst>
              <a:ext uri="{FF2B5EF4-FFF2-40B4-BE49-F238E27FC236}">
                <a16:creationId xmlns:a16="http://schemas.microsoft.com/office/drawing/2014/main" id="{DABEDA5A-07EB-7A11-C40E-7FF6709D728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936" y="2133600"/>
            <a:ext cx="2774496" cy="16355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8F17CB-B805-C797-8845-BD21DF5815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3E134-DACF-C491-E7FD-EBF2F9CA400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There are many different forms of task analysis</a:t>
            </a:r>
          </a:p>
          <a:p>
            <a:pPr lvl="1"/>
            <a:r>
              <a:rPr lang="en-US" dirty="0"/>
              <a:t>Hierarchical Task Analysis (HTA)</a:t>
            </a:r>
          </a:p>
          <a:p>
            <a:pPr lvl="1"/>
            <a:r>
              <a:rPr lang="en-US" dirty="0"/>
              <a:t>Cognitive Task Analysis (CTA)</a:t>
            </a:r>
          </a:p>
          <a:p>
            <a:pPr lvl="1"/>
            <a:r>
              <a:rPr lang="en-US" dirty="0"/>
              <a:t>And many more variations and modifications</a:t>
            </a:r>
          </a:p>
          <a:p>
            <a:pPr marL="449262" lvl="1" indent="0">
              <a:buNone/>
            </a:pPr>
            <a:endParaRPr lang="en-US" dirty="0"/>
          </a:p>
          <a:p>
            <a:pPr marL="449262" lvl="1" indent="0">
              <a:buNone/>
            </a:pPr>
            <a:r>
              <a:rPr lang="en-US" dirty="0"/>
              <a:t>In medical device human factors, a “task analysis” is typically a modified </a:t>
            </a:r>
            <a:r>
              <a:rPr lang="en-US" i="0" dirty="0">
                <a:effectLst/>
                <a:latin typeface="Söhne"/>
              </a:rPr>
              <a:t>HTA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498FAE-71D9-D19D-D24E-EF0B287C0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Types of task analysis</a:t>
            </a:r>
          </a:p>
        </p:txBody>
      </p:sp>
    </p:spTree>
    <p:extLst>
      <p:ext uri="{BB962C8B-B14F-4D97-AF65-F5344CB8AC3E}">
        <p14:creationId xmlns:p14="http://schemas.microsoft.com/office/powerpoint/2010/main" val="10342360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53C906-8847-AB8C-9267-43040E242B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026DA-7FA6-40A8-A9EB-044134CBF59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algn="l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 Identify task </a:t>
            </a:r>
          </a:p>
          <a:p>
            <a:pPr algn="l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 Decompose task into sub-tasks (if needed) </a:t>
            </a:r>
          </a:p>
          <a:p>
            <a:pPr algn="l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 List use-steps (if known and if needed)</a:t>
            </a:r>
          </a:p>
          <a:p>
            <a:pPr algn="l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 Identify potential use-errors </a:t>
            </a:r>
          </a:p>
          <a:p>
            <a:pPr algn="l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 Use PCA to help identify potential causes and potential use errors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4B1846-7F44-D849-2627-ED0AA76FD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steps in conducting a task analysis</a:t>
            </a:r>
          </a:p>
        </p:txBody>
      </p:sp>
    </p:spTree>
    <p:extLst>
      <p:ext uri="{BB962C8B-B14F-4D97-AF65-F5344CB8AC3E}">
        <p14:creationId xmlns:p14="http://schemas.microsoft.com/office/powerpoint/2010/main" val="115608729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EC6E44-B2F2-B7AF-DDAA-F5A7C5DF61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07D342-FEC5-D179-357A-EF6F7491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Simple Example: Peanut Butter &amp; Jelly</a:t>
            </a:r>
          </a:p>
        </p:txBody>
      </p:sp>
      <p:pic>
        <p:nvPicPr>
          <p:cNvPr id="1026" name="Picture 2" descr="Peanut butter and jelly sandwich - Wikipedia">
            <a:extLst>
              <a:ext uri="{FF2B5EF4-FFF2-40B4-BE49-F238E27FC236}">
                <a16:creationId xmlns:a16="http://schemas.microsoft.com/office/drawing/2014/main" id="{2F89D022-EB2B-F4D9-4C10-1A889F928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907" y="2057400"/>
            <a:ext cx="5516186" cy="311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8096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128735-000F-EAC5-165F-21A867E16C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0E44D-527C-5DCE-2413-FBF38452B8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7024" y="1143000"/>
            <a:ext cx="7886700" cy="2372313"/>
          </a:xfrm>
        </p:spPr>
        <p:txBody>
          <a:bodyPr/>
          <a:lstStyle/>
          <a:p>
            <a:pPr marL="117475" indent="0">
              <a:buNone/>
            </a:pPr>
            <a:r>
              <a:rPr lang="en-US" dirty="0"/>
              <a:t>Task 1: Gather supplies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A0B6B0-AEB1-17D8-0F21-B2372CE4E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PB&amp;J</a:t>
            </a:r>
          </a:p>
        </p:txBody>
      </p:sp>
      <p:pic>
        <p:nvPicPr>
          <p:cNvPr id="2054" name="Picture 6" descr="Skippy® Creamy Peanut Butter Spread, 16.3 oz - Ralphs">
            <a:extLst>
              <a:ext uri="{FF2B5EF4-FFF2-40B4-BE49-F238E27FC236}">
                <a16:creationId xmlns:a16="http://schemas.microsoft.com/office/drawing/2014/main" id="{4623EF92-7677-784B-9AD1-73AAF4E7C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18" y="1889712"/>
            <a:ext cx="1589181" cy="1589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mucker&amp;#39;s Strawberry Sugar Free Preserves - 12.75oz, 1 of 6">
            <a:extLst>
              <a:ext uri="{FF2B5EF4-FFF2-40B4-BE49-F238E27FC236}">
                <a16:creationId xmlns:a16="http://schemas.microsoft.com/office/drawing/2014/main" id="{33D30802-5B0A-FF82-5298-FFD9C743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002" y="1889712"/>
            <a:ext cx="1539287" cy="1539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Dave&amp;#39;s Killer Bread Organic 21 Whole Grains and Seed Bread - 27oz, 1 of 8">
            <a:extLst>
              <a:ext uri="{FF2B5EF4-FFF2-40B4-BE49-F238E27FC236}">
                <a16:creationId xmlns:a16="http://schemas.microsoft.com/office/drawing/2014/main" id="{D8ABB6CE-C528-278F-10ED-1B7E1598BD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4" r="26316"/>
          <a:stretch/>
        </p:blipFill>
        <p:spPr bwMode="auto">
          <a:xfrm>
            <a:off x="3809159" y="1762713"/>
            <a:ext cx="8763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424-VBA064 6 1/2&quot; Round Zion Plate - Porcelain, Black">
            <a:extLst>
              <a:ext uri="{FF2B5EF4-FFF2-40B4-BE49-F238E27FC236}">
                <a16:creationId xmlns:a16="http://schemas.microsoft.com/office/drawing/2014/main" id="{CD836A5D-89D2-FA26-2F83-12333D301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329" y="1845263"/>
            <a:ext cx="1587500" cy="158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192-511554 7 1/8&quot; Butter Knife with 18/0 Stainless Grade, High Society Pattern">
            <a:extLst>
              <a:ext uri="{FF2B5EF4-FFF2-40B4-BE49-F238E27FC236}">
                <a16:creationId xmlns:a16="http://schemas.microsoft.com/office/drawing/2014/main" id="{89734929-60A6-D8C3-0E18-18EC0B0CF1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0" t="-17" r="37943" b="17"/>
          <a:stretch/>
        </p:blipFill>
        <p:spPr bwMode="auto">
          <a:xfrm>
            <a:off x="6616700" y="1991145"/>
            <a:ext cx="299017" cy="1295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D0CC2C8-CD01-1B5C-190F-9628D12F9633}"/>
              </a:ext>
            </a:extLst>
          </p:cNvPr>
          <p:cNvSpPr txBox="1">
            <a:spLocks/>
          </p:cNvSpPr>
          <p:nvPr/>
        </p:nvSpPr>
        <p:spPr>
          <a:xfrm>
            <a:off x="453080" y="4028487"/>
            <a:ext cx="7886700" cy="46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numCol="2"/>
          <a:lstStyle>
            <a:lvl1pPr marL="344488" indent="-227013">
              <a:spcBef>
                <a:spcPts val="700"/>
              </a:spcBef>
              <a:buClr>
                <a:srgbClr val="6EA0B0"/>
              </a:buClr>
              <a:buSzPct val="80000"/>
              <a:buFont typeface="Wingdings" charset="2"/>
              <a:buChar char="§"/>
              <a:tabLst/>
              <a:defRPr sz="2800">
                <a:latin typeface="+mn-ea"/>
                <a:ea typeface="+mn-ea"/>
                <a:cs typeface="Arial"/>
                <a:sym typeface="Arial"/>
              </a:defRPr>
            </a:lvl1pPr>
            <a:lvl2pPr marL="688975" indent="-239713">
              <a:spcBef>
                <a:spcPts val="700"/>
              </a:spcBef>
              <a:buClr>
                <a:srgbClr val="6EA0B0"/>
              </a:buClr>
              <a:buSzPct val="90000"/>
              <a:buFont typeface="Wingdings" charset="2"/>
              <a:buChar char="§"/>
              <a:tabLst/>
              <a:defRPr sz="2400">
                <a:latin typeface="+mn-ea"/>
                <a:ea typeface="+mn-ea"/>
                <a:cs typeface="Arial"/>
                <a:sym typeface="Arial"/>
              </a:defRPr>
            </a:lvl2pPr>
            <a:lvl3pPr marL="979488" indent="-230188">
              <a:spcBef>
                <a:spcPts val="700"/>
              </a:spcBef>
              <a:buClr>
                <a:srgbClr val="6EA0B0"/>
              </a:buClr>
              <a:buSzPct val="85000"/>
              <a:buFont typeface="Wingdings" charset="2"/>
              <a:buChar char="§"/>
              <a:tabLst/>
              <a:defRPr sz="2400">
                <a:latin typeface="+mn-ea"/>
                <a:ea typeface="+mn-ea"/>
                <a:cs typeface="Arial"/>
                <a:sym typeface="Arial"/>
              </a:defRPr>
            </a:lvl3pPr>
            <a:lvl4pPr marL="1397793" indent="-354806">
              <a:spcBef>
                <a:spcPts val="700"/>
              </a:spcBef>
              <a:buClr>
                <a:srgbClr val="6EA0B0"/>
              </a:buClr>
              <a:buSzPct val="90000"/>
              <a:buFont typeface="Wingdings" charset="2"/>
              <a:buChar char="§"/>
              <a:defRPr sz="2800">
                <a:latin typeface="+mn-ea"/>
                <a:ea typeface="+mn-ea"/>
                <a:cs typeface="Arial"/>
                <a:sym typeface="Arial"/>
              </a:defRPr>
            </a:lvl4pPr>
            <a:lvl5pPr marL="1610783" indent="-304270">
              <a:spcBef>
                <a:spcPts val="700"/>
              </a:spcBef>
              <a:buClr>
                <a:srgbClr val="6EA0B0"/>
              </a:buClr>
              <a:buSzPct val="100000"/>
              <a:buFont typeface="Wingdings" charset="2"/>
              <a:buChar char="§"/>
              <a:defRPr sz="2800">
                <a:latin typeface="+mn-ea"/>
                <a:ea typeface="+mn-ea"/>
                <a:cs typeface="Arial"/>
                <a:sym typeface="Arial"/>
              </a:defRPr>
            </a:lvl5pPr>
            <a:lvl6pPr marL="2067983" indent="-304270">
              <a:spcBef>
                <a:spcPts val="700"/>
              </a:spcBef>
              <a:buClr>
                <a:srgbClr val="6EA0B0"/>
              </a:buClr>
              <a:buSzPct val="100000"/>
              <a:buFont typeface="Wingdings 2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6pPr>
            <a:lvl7pPr marL="2525183" indent="-304270">
              <a:spcBef>
                <a:spcPts val="700"/>
              </a:spcBef>
              <a:buClr>
                <a:srgbClr val="6EA0B0"/>
              </a:buClr>
              <a:buSzPct val="100000"/>
              <a:buFont typeface="Wingdings 2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7pPr>
            <a:lvl8pPr marL="2982383" indent="-304270">
              <a:spcBef>
                <a:spcPts val="700"/>
              </a:spcBef>
              <a:buClr>
                <a:srgbClr val="6EA0B0"/>
              </a:buClr>
              <a:buSzPct val="100000"/>
              <a:buFont typeface="Wingdings 2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8pPr>
            <a:lvl9pPr marL="3439583" indent="-304270">
              <a:spcBef>
                <a:spcPts val="700"/>
              </a:spcBef>
              <a:buClr>
                <a:srgbClr val="6EA0B0"/>
              </a:buClr>
              <a:buSzPct val="100000"/>
              <a:buFont typeface="Wingdings 2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7475" indent="0">
              <a:buNone/>
            </a:pPr>
            <a:r>
              <a:rPr lang="en-US" dirty="0"/>
              <a:t>Task 2: Prepare bread</a:t>
            </a:r>
          </a:p>
          <a:p>
            <a:pPr marL="117475" indent="0"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45F2CF-F374-BE5E-F92A-EB23E9FEA423}"/>
              </a:ext>
            </a:extLst>
          </p:cNvPr>
          <p:cNvSpPr txBox="1">
            <a:spLocks/>
          </p:cNvSpPr>
          <p:nvPr/>
        </p:nvSpPr>
        <p:spPr>
          <a:xfrm>
            <a:off x="533400" y="4476624"/>
            <a:ext cx="7886700" cy="2372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numCol="3"/>
          <a:lstStyle>
            <a:lvl1pPr marL="344488" indent="-227013">
              <a:spcBef>
                <a:spcPts val="700"/>
              </a:spcBef>
              <a:buClr>
                <a:srgbClr val="6EA0B0"/>
              </a:buClr>
              <a:buSzPct val="80000"/>
              <a:buFont typeface="Wingdings" charset="2"/>
              <a:buChar char="§"/>
              <a:tabLst/>
              <a:defRPr sz="2800">
                <a:latin typeface="+mn-ea"/>
                <a:ea typeface="+mn-ea"/>
                <a:cs typeface="Arial"/>
                <a:sym typeface="Arial"/>
              </a:defRPr>
            </a:lvl1pPr>
            <a:lvl2pPr marL="688975" indent="-239713">
              <a:spcBef>
                <a:spcPts val="700"/>
              </a:spcBef>
              <a:buClr>
                <a:srgbClr val="6EA0B0"/>
              </a:buClr>
              <a:buSzPct val="90000"/>
              <a:buFont typeface="Wingdings" charset="2"/>
              <a:buChar char="§"/>
              <a:tabLst/>
              <a:defRPr sz="2400">
                <a:latin typeface="+mn-ea"/>
                <a:ea typeface="+mn-ea"/>
                <a:cs typeface="Arial"/>
                <a:sym typeface="Arial"/>
              </a:defRPr>
            </a:lvl2pPr>
            <a:lvl3pPr marL="979488" indent="-230188">
              <a:spcBef>
                <a:spcPts val="700"/>
              </a:spcBef>
              <a:buClr>
                <a:srgbClr val="6EA0B0"/>
              </a:buClr>
              <a:buSzPct val="85000"/>
              <a:buFont typeface="Wingdings" charset="2"/>
              <a:buChar char="§"/>
              <a:tabLst/>
              <a:defRPr sz="2400">
                <a:latin typeface="+mn-ea"/>
                <a:ea typeface="+mn-ea"/>
                <a:cs typeface="Arial"/>
                <a:sym typeface="Arial"/>
              </a:defRPr>
            </a:lvl3pPr>
            <a:lvl4pPr marL="1397793" indent="-354806">
              <a:spcBef>
                <a:spcPts val="700"/>
              </a:spcBef>
              <a:buClr>
                <a:srgbClr val="6EA0B0"/>
              </a:buClr>
              <a:buSzPct val="90000"/>
              <a:buFont typeface="Wingdings" charset="2"/>
              <a:buChar char="§"/>
              <a:defRPr sz="2800">
                <a:latin typeface="+mn-ea"/>
                <a:ea typeface="+mn-ea"/>
                <a:cs typeface="Arial"/>
                <a:sym typeface="Arial"/>
              </a:defRPr>
            </a:lvl4pPr>
            <a:lvl5pPr marL="1610783" indent="-304270">
              <a:spcBef>
                <a:spcPts val="700"/>
              </a:spcBef>
              <a:buClr>
                <a:srgbClr val="6EA0B0"/>
              </a:buClr>
              <a:buSzPct val="100000"/>
              <a:buFont typeface="Wingdings" charset="2"/>
              <a:buChar char="§"/>
              <a:defRPr sz="2800">
                <a:latin typeface="+mn-ea"/>
                <a:ea typeface="+mn-ea"/>
                <a:cs typeface="Arial"/>
                <a:sym typeface="Arial"/>
              </a:defRPr>
            </a:lvl5pPr>
            <a:lvl6pPr marL="2067983" indent="-304270">
              <a:spcBef>
                <a:spcPts val="700"/>
              </a:spcBef>
              <a:buClr>
                <a:srgbClr val="6EA0B0"/>
              </a:buClr>
              <a:buSzPct val="100000"/>
              <a:buFont typeface="Wingdings 2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6pPr>
            <a:lvl7pPr marL="2525183" indent="-304270">
              <a:spcBef>
                <a:spcPts val="700"/>
              </a:spcBef>
              <a:buClr>
                <a:srgbClr val="6EA0B0"/>
              </a:buClr>
              <a:buSzPct val="100000"/>
              <a:buFont typeface="Wingdings 2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7pPr>
            <a:lvl8pPr marL="2982383" indent="-304270">
              <a:spcBef>
                <a:spcPts val="700"/>
              </a:spcBef>
              <a:buClr>
                <a:srgbClr val="6EA0B0"/>
              </a:buClr>
              <a:buSzPct val="100000"/>
              <a:buFont typeface="Wingdings 2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8pPr>
            <a:lvl9pPr marL="3439583" indent="-304270">
              <a:spcBef>
                <a:spcPts val="700"/>
              </a:spcBef>
              <a:buClr>
                <a:srgbClr val="6EA0B0"/>
              </a:buClr>
              <a:buSzPct val="100000"/>
              <a:buFont typeface="Wingdings 2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7475" indent="0">
              <a:buNone/>
            </a:pPr>
            <a:r>
              <a:rPr lang="en-US" sz="1800" dirty="0"/>
              <a:t>Use steps:</a:t>
            </a:r>
          </a:p>
          <a:p>
            <a:r>
              <a:rPr lang="en-US" sz="1800" dirty="0"/>
              <a:t>Remove bag slip</a:t>
            </a:r>
          </a:p>
          <a:p>
            <a:r>
              <a:rPr lang="en-US" sz="1800" dirty="0"/>
              <a:t>Open bag</a:t>
            </a:r>
          </a:p>
          <a:p>
            <a:r>
              <a:rPr lang="en-US" sz="1800" dirty="0"/>
              <a:t>Grasp end piece </a:t>
            </a:r>
          </a:p>
          <a:p>
            <a:r>
              <a:rPr lang="en-US" sz="1800" dirty="0"/>
              <a:t>Move it out of the way</a:t>
            </a:r>
          </a:p>
          <a:p>
            <a:endParaRPr lang="en-US" sz="1800" dirty="0"/>
          </a:p>
          <a:p>
            <a:r>
              <a:rPr lang="en-US" sz="1800" dirty="0"/>
              <a:t>Grasp next two pieces</a:t>
            </a:r>
          </a:p>
          <a:p>
            <a:r>
              <a:rPr lang="en-US" sz="1800" dirty="0"/>
              <a:t>Take them out of bag</a:t>
            </a:r>
          </a:p>
          <a:p>
            <a:r>
              <a:rPr lang="en-US" sz="1800" dirty="0"/>
              <a:t>Place bread slices on plate, side-by-side</a:t>
            </a:r>
          </a:p>
          <a:p>
            <a:endParaRPr lang="en-US" sz="1800" dirty="0"/>
          </a:p>
          <a:p>
            <a:pPr marL="117475" indent="0">
              <a:buNone/>
            </a:pPr>
            <a:r>
              <a:rPr lang="en-US" sz="1800" dirty="0"/>
              <a:t>		</a:t>
            </a:r>
          </a:p>
          <a:p>
            <a:pPr marL="117475" indent="0">
              <a:buNone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686A98-160D-9714-0A40-FCF8D7539B31}"/>
              </a:ext>
            </a:extLst>
          </p:cNvPr>
          <p:cNvSpPr/>
          <p:nvPr/>
        </p:nvSpPr>
        <p:spPr>
          <a:xfrm rot="21437148">
            <a:off x="-114300" y="3171737"/>
            <a:ext cx="9372600" cy="1200327"/>
          </a:xfrm>
          <a:custGeom>
            <a:avLst/>
            <a:gdLst>
              <a:gd name="connsiteX0" fmla="*/ 0 w 9372600"/>
              <a:gd name="connsiteY0" fmla="*/ 0 h 1200327"/>
              <a:gd name="connsiteX1" fmla="*/ 763197 w 9372600"/>
              <a:gd name="connsiteY1" fmla="*/ 0 h 1200327"/>
              <a:gd name="connsiteX2" fmla="*/ 1620121 w 9372600"/>
              <a:gd name="connsiteY2" fmla="*/ 0 h 1200327"/>
              <a:gd name="connsiteX3" fmla="*/ 2102140 w 9372600"/>
              <a:gd name="connsiteY3" fmla="*/ 0 h 1200327"/>
              <a:gd name="connsiteX4" fmla="*/ 2865338 w 9372600"/>
              <a:gd name="connsiteY4" fmla="*/ 0 h 1200327"/>
              <a:gd name="connsiteX5" fmla="*/ 3347357 w 9372600"/>
              <a:gd name="connsiteY5" fmla="*/ 0 h 1200327"/>
              <a:gd name="connsiteX6" fmla="*/ 4016829 w 9372600"/>
              <a:gd name="connsiteY6" fmla="*/ 0 h 1200327"/>
              <a:gd name="connsiteX7" fmla="*/ 4780026 w 9372600"/>
              <a:gd name="connsiteY7" fmla="*/ 0 h 1200327"/>
              <a:gd name="connsiteX8" fmla="*/ 5168319 w 9372600"/>
              <a:gd name="connsiteY8" fmla="*/ 0 h 1200327"/>
              <a:gd name="connsiteX9" fmla="*/ 5556613 w 9372600"/>
              <a:gd name="connsiteY9" fmla="*/ 0 h 1200327"/>
              <a:gd name="connsiteX10" fmla="*/ 6413536 w 9372600"/>
              <a:gd name="connsiteY10" fmla="*/ 0 h 1200327"/>
              <a:gd name="connsiteX11" fmla="*/ 7083008 w 9372600"/>
              <a:gd name="connsiteY11" fmla="*/ 0 h 1200327"/>
              <a:gd name="connsiteX12" fmla="*/ 7471301 w 9372600"/>
              <a:gd name="connsiteY12" fmla="*/ 0 h 1200327"/>
              <a:gd name="connsiteX13" fmla="*/ 8140773 w 9372600"/>
              <a:gd name="connsiteY13" fmla="*/ 0 h 1200327"/>
              <a:gd name="connsiteX14" fmla="*/ 9372600 w 9372600"/>
              <a:gd name="connsiteY14" fmla="*/ 0 h 1200327"/>
              <a:gd name="connsiteX15" fmla="*/ 9372600 w 9372600"/>
              <a:gd name="connsiteY15" fmla="*/ 588160 h 1200327"/>
              <a:gd name="connsiteX16" fmla="*/ 9372600 w 9372600"/>
              <a:gd name="connsiteY16" fmla="*/ 1200327 h 1200327"/>
              <a:gd name="connsiteX17" fmla="*/ 8984307 w 9372600"/>
              <a:gd name="connsiteY17" fmla="*/ 1200327 h 1200327"/>
              <a:gd name="connsiteX18" fmla="*/ 8127383 w 9372600"/>
              <a:gd name="connsiteY18" fmla="*/ 1200327 h 1200327"/>
              <a:gd name="connsiteX19" fmla="*/ 7364186 w 9372600"/>
              <a:gd name="connsiteY19" fmla="*/ 1200327 h 1200327"/>
              <a:gd name="connsiteX20" fmla="*/ 6600988 w 9372600"/>
              <a:gd name="connsiteY20" fmla="*/ 1200327 h 1200327"/>
              <a:gd name="connsiteX21" fmla="*/ 5837791 w 9372600"/>
              <a:gd name="connsiteY21" fmla="*/ 1200327 h 1200327"/>
              <a:gd name="connsiteX22" fmla="*/ 5355771 w 9372600"/>
              <a:gd name="connsiteY22" fmla="*/ 1200327 h 1200327"/>
              <a:gd name="connsiteX23" fmla="*/ 4498848 w 9372600"/>
              <a:gd name="connsiteY23" fmla="*/ 1200327 h 1200327"/>
              <a:gd name="connsiteX24" fmla="*/ 3829377 w 9372600"/>
              <a:gd name="connsiteY24" fmla="*/ 1200327 h 1200327"/>
              <a:gd name="connsiteX25" fmla="*/ 3441083 w 9372600"/>
              <a:gd name="connsiteY25" fmla="*/ 1200327 h 1200327"/>
              <a:gd name="connsiteX26" fmla="*/ 2771612 w 9372600"/>
              <a:gd name="connsiteY26" fmla="*/ 1200327 h 1200327"/>
              <a:gd name="connsiteX27" fmla="*/ 2195866 w 9372600"/>
              <a:gd name="connsiteY27" fmla="*/ 1200327 h 1200327"/>
              <a:gd name="connsiteX28" fmla="*/ 1620121 w 9372600"/>
              <a:gd name="connsiteY28" fmla="*/ 1200327 h 1200327"/>
              <a:gd name="connsiteX29" fmla="*/ 1044375 w 9372600"/>
              <a:gd name="connsiteY29" fmla="*/ 1200327 h 1200327"/>
              <a:gd name="connsiteX30" fmla="*/ 0 w 9372600"/>
              <a:gd name="connsiteY30" fmla="*/ 1200327 h 1200327"/>
              <a:gd name="connsiteX31" fmla="*/ 0 w 9372600"/>
              <a:gd name="connsiteY31" fmla="*/ 588160 h 1200327"/>
              <a:gd name="connsiteX32" fmla="*/ 0 w 9372600"/>
              <a:gd name="connsiteY32" fmla="*/ 0 h 1200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9372600" h="1200327" fill="none" extrusionOk="0">
                <a:moveTo>
                  <a:pt x="0" y="0"/>
                </a:moveTo>
                <a:cubicBezTo>
                  <a:pt x="380961" y="12793"/>
                  <a:pt x="551902" y="21098"/>
                  <a:pt x="763197" y="0"/>
                </a:cubicBezTo>
                <a:cubicBezTo>
                  <a:pt x="974492" y="-21098"/>
                  <a:pt x="1353936" y="-38662"/>
                  <a:pt x="1620121" y="0"/>
                </a:cubicBezTo>
                <a:cubicBezTo>
                  <a:pt x="1886306" y="38662"/>
                  <a:pt x="2001089" y="3394"/>
                  <a:pt x="2102140" y="0"/>
                </a:cubicBezTo>
                <a:cubicBezTo>
                  <a:pt x="2203191" y="-3394"/>
                  <a:pt x="2536096" y="1719"/>
                  <a:pt x="2865338" y="0"/>
                </a:cubicBezTo>
                <a:cubicBezTo>
                  <a:pt x="3194580" y="-1719"/>
                  <a:pt x="3130844" y="-20408"/>
                  <a:pt x="3347357" y="0"/>
                </a:cubicBezTo>
                <a:cubicBezTo>
                  <a:pt x="3563870" y="20408"/>
                  <a:pt x="3757363" y="-3672"/>
                  <a:pt x="4016829" y="0"/>
                </a:cubicBezTo>
                <a:cubicBezTo>
                  <a:pt x="4276295" y="3672"/>
                  <a:pt x="4602363" y="-7440"/>
                  <a:pt x="4780026" y="0"/>
                </a:cubicBezTo>
                <a:cubicBezTo>
                  <a:pt x="4957689" y="7440"/>
                  <a:pt x="5047792" y="-1843"/>
                  <a:pt x="5168319" y="0"/>
                </a:cubicBezTo>
                <a:cubicBezTo>
                  <a:pt x="5288846" y="1843"/>
                  <a:pt x="5426691" y="-2460"/>
                  <a:pt x="5556613" y="0"/>
                </a:cubicBezTo>
                <a:cubicBezTo>
                  <a:pt x="5686535" y="2460"/>
                  <a:pt x="6131028" y="-16997"/>
                  <a:pt x="6413536" y="0"/>
                </a:cubicBezTo>
                <a:cubicBezTo>
                  <a:pt x="6696044" y="16997"/>
                  <a:pt x="6794519" y="-25341"/>
                  <a:pt x="7083008" y="0"/>
                </a:cubicBezTo>
                <a:cubicBezTo>
                  <a:pt x="7371497" y="25341"/>
                  <a:pt x="7334798" y="-11792"/>
                  <a:pt x="7471301" y="0"/>
                </a:cubicBezTo>
                <a:cubicBezTo>
                  <a:pt x="7607804" y="11792"/>
                  <a:pt x="7866757" y="26514"/>
                  <a:pt x="8140773" y="0"/>
                </a:cubicBezTo>
                <a:cubicBezTo>
                  <a:pt x="8414789" y="-26514"/>
                  <a:pt x="8904706" y="13155"/>
                  <a:pt x="9372600" y="0"/>
                </a:cubicBezTo>
                <a:cubicBezTo>
                  <a:pt x="9398047" y="233833"/>
                  <a:pt x="9400628" y="444946"/>
                  <a:pt x="9372600" y="588160"/>
                </a:cubicBezTo>
                <a:cubicBezTo>
                  <a:pt x="9344572" y="731374"/>
                  <a:pt x="9395488" y="1077365"/>
                  <a:pt x="9372600" y="1200327"/>
                </a:cubicBezTo>
                <a:cubicBezTo>
                  <a:pt x="9293601" y="1204132"/>
                  <a:pt x="9154222" y="1191497"/>
                  <a:pt x="8984307" y="1200327"/>
                </a:cubicBezTo>
                <a:cubicBezTo>
                  <a:pt x="8814392" y="1209157"/>
                  <a:pt x="8534819" y="1197020"/>
                  <a:pt x="8127383" y="1200327"/>
                </a:cubicBezTo>
                <a:cubicBezTo>
                  <a:pt x="7719947" y="1203634"/>
                  <a:pt x="7563771" y="1216140"/>
                  <a:pt x="7364186" y="1200327"/>
                </a:cubicBezTo>
                <a:cubicBezTo>
                  <a:pt x="7164601" y="1184514"/>
                  <a:pt x="6857673" y="1184100"/>
                  <a:pt x="6600988" y="1200327"/>
                </a:cubicBezTo>
                <a:cubicBezTo>
                  <a:pt x="6344303" y="1216554"/>
                  <a:pt x="6109916" y="1194038"/>
                  <a:pt x="5837791" y="1200327"/>
                </a:cubicBezTo>
                <a:cubicBezTo>
                  <a:pt x="5565666" y="1206616"/>
                  <a:pt x="5556882" y="1215721"/>
                  <a:pt x="5355771" y="1200327"/>
                </a:cubicBezTo>
                <a:cubicBezTo>
                  <a:pt x="5154660" y="1184933"/>
                  <a:pt x="4728956" y="1171153"/>
                  <a:pt x="4498848" y="1200327"/>
                </a:cubicBezTo>
                <a:cubicBezTo>
                  <a:pt x="4268740" y="1229501"/>
                  <a:pt x="4050925" y="1232905"/>
                  <a:pt x="3829377" y="1200327"/>
                </a:cubicBezTo>
                <a:cubicBezTo>
                  <a:pt x="3607829" y="1167749"/>
                  <a:pt x="3619286" y="1219034"/>
                  <a:pt x="3441083" y="1200327"/>
                </a:cubicBezTo>
                <a:cubicBezTo>
                  <a:pt x="3262880" y="1181620"/>
                  <a:pt x="2929763" y="1173184"/>
                  <a:pt x="2771612" y="1200327"/>
                </a:cubicBezTo>
                <a:cubicBezTo>
                  <a:pt x="2613461" y="1227470"/>
                  <a:pt x="2342411" y="1173972"/>
                  <a:pt x="2195866" y="1200327"/>
                </a:cubicBezTo>
                <a:cubicBezTo>
                  <a:pt x="2049321" y="1226682"/>
                  <a:pt x="1841892" y="1192894"/>
                  <a:pt x="1620121" y="1200327"/>
                </a:cubicBezTo>
                <a:cubicBezTo>
                  <a:pt x="1398350" y="1207760"/>
                  <a:pt x="1289422" y="1206981"/>
                  <a:pt x="1044375" y="1200327"/>
                </a:cubicBezTo>
                <a:cubicBezTo>
                  <a:pt x="799328" y="1193673"/>
                  <a:pt x="332214" y="1235453"/>
                  <a:pt x="0" y="1200327"/>
                </a:cubicBezTo>
                <a:cubicBezTo>
                  <a:pt x="-8970" y="900228"/>
                  <a:pt x="-17558" y="772167"/>
                  <a:pt x="0" y="588160"/>
                </a:cubicBezTo>
                <a:cubicBezTo>
                  <a:pt x="17558" y="404153"/>
                  <a:pt x="-9345" y="131229"/>
                  <a:pt x="0" y="0"/>
                </a:cubicBezTo>
                <a:close/>
              </a:path>
              <a:path w="9372600" h="1200327" stroke="0" extrusionOk="0">
                <a:moveTo>
                  <a:pt x="0" y="0"/>
                </a:moveTo>
                <a:cubicBezTo>
                  <a:pt x="274731" y="-18207"/>
                  <a:pt x="378044" y="-6120"/>
                  <a:pt x="575745" y="0"/>
                </a:cubicBezTo>
                <a:cubicBezTo>
                  <a:pt x="773446" y="6120"/>
                  <a:pt x="859687" y="14509"/>
                  <a:pt x="964039" y="0"/>
                </a:cubicBezTo>
                <a:cubicBezTo>
                  <a:pt x="1068391" y="-14509"/>
                  <a:pt x="1466084" y="-39967"/>
                  <a:pt x="1820962" y="0"/>
                </a:cubicBezTo>
                <a:cubicBezTo>
                  <a:pt x="2175840" y="39967"/>
                  <a:pt x="2276023" y="9725"/>
                  <a:pt x="2396708" y="0"/>
                </a:cubicBezTo>
                <a:cubicBezTo>
                  <a:pt x="2517393" y="-9725"/>
                  <a:pt x="2742132" y="-23604"/>
                  <a:pt x="2972453" y="0"/>
                </a:cubicBezTo>
                <a:cubicBezTo>
                  <a:pt x="3202774" y="23604"/>
                  <a:pt x="3587943" y="2884"/>
                  <a:pt x="3829377" y="0"/>
                </a:cubicBezTo>
                <a:cubicBezTo>
                  <a:pt x="4070811" y="-2884"/>
                  <a:pt x="4085114" y="20440"/>
                  <a:pt x="4311396" y="0"/>
                </a:cubicBezTo>
                <a:cubicBezTo>
                  <a:pt x="4537678" y="-20440"/>
                  <a:pt x="4831579" y="-40766"/>
                  <a:pt x="5168319" y="0"/>
                </a:cubicBezTo>
                <a:cubicBezTo>
                  <a:pt x="5505059" y="40766"/>
                  <a:pt x="5673177" y="28480"/>
                  <a:pt x="6025243" y="0"/>
                </a:cubicBezTo>
                <a:cubicBezTo>
                  <a:pt x="6377309" y="-28480"/>
                  <a:pt x="6516375" y="22114"/>
                  <a:pt x="6694714" y="0"/>
                </a:cubicBezTo>
                <a:cubicBezTo>
                  <a:pt x="6873053" y="-22114"/>
                  <a:pt x="7279761" y="6974"/>
                  <a:pt x="7551638" y="0"/>
                </a:cubicBezTo>
                <a:cubicBezTo>
                  <a:pt x="7823515" y="-6974"/>
                  <a:pt x="7943934" y="-2188"/>
                  <a:pt x="8127383" y="0"/>
                </a:cubicBezTo>
                <a:cubicBezTo>
                  <a:pt x="8310832" y="2188"/>
                  <a:pt x="8580302" y="19455"/>
                  <a:pt x="8703129" y="0"/>
                </a:cubicBezTo>
                <a:cubicBezTo>
                  <a:pt x="8825956" y="-19455"/>
                  <a:pt x="9155254" y="-16352"/>
                  <a:pt x="9372600" y="0"/>
                </a:cubicBezTo>
                <a:cubicBezTo>
                  <a:pt x="9371085" y="140641"/>
                  <a:pt x="9400557" y="443236"/>
                  <a:pt x="9372600" y="588160"/>
                </a:cubicBezTo>
                <a:cubicBezTo>
                  <a:pt x="9344643" y="733084"/>
                  <a:pt x="9363656" y="909370"/>
                  <a:pt x="9372600" y="1200327"/>
                </a:cubicBezTo>
                <a:cubicBezTo>
                  <a:pt x="9005419" y="1174646"/>
                  <a:pt x="8765816" y="1183606"/>
                  <a:pt x="8609403" y="1200327"/>
                </a:cubicBezTo>
                <a:cubicBezTo>
                  <a:pt x="8452990" y="1217048"/>
                  <a:pt x="8140393" y="1226221"/>
                  <a:pt x="7939931" y="1200327"/>
                </a:cubicBezTo>
                <a:cubicBezTo>
                  <a:pt x="7739469" y="1174433"/>
                  <a:pt x="7643726" y="1183647"/>
                  <a:pt x="7551638" y="1200327"/>
                </a:cubicBezTo>
                <a:cubicBezTo>
                  <a:pt x="7459550" y="1217007"/>
                  <a:pt x="7203418" y="1206141"/>
                  <a:pt x="7069618" y="1200327"/>
                </a:cubicBezTo>
                <a:cubicBezTo>
                  <a:pt x="6935818" y="1194513"/>
                  <a:pt x="6464998" y="1162193"/>
                  <a:pt x="6212695" y="1200327"/>
                </a:cubicBezTo>
                <a:cubicBezTo>
                  <a:pt x="5960392" y="1238461"/>
                  <a:pt x="5686614" y="1192596"/>
                  <a:pt x="5543223" y="1200327"/>
                </a:cubicBezTo>
                <a:cubicBezTo>
                  <a:pt x="5399832" y="1208058"/>
                  <a:pt x="5163349" y="1198895"/>
                  <a:pt x="5061204" y="1200327"/>
                </a:cubicBezTo>
                <a:cubicBezTo>
                  <a:pt x="4959059" y="1201759"/>
                  <a:pt x="4712343" y="1206854"/>
                  <a:pt x="4391733" y="1200327"/>
                </a:cubicBezTo>
                <a:cubicBezTo>
                  <a:pt x="4071123" y="1193800"/>
                  <a:pt x="4099250" y="1186195"/>
                  <a:pt x="4003439" y="1200327"/>
                </a:cubicBezTo>
                <a:cubicBezTo>
                  <a:pt x="3907628" y="1214459"/>
                  <a:pt x="3788172" y="1219157"/>
                  <a:pt x="3615146" y="1200327"/>
                </a:cubicBezTo>
                <a:cubicBezTo>
                  <a:pt x="3442120" y="1181497"/>
                  <a:pt x="3175052" y="1173724"/>
                  <a:pt x="2945674" y="1200327"/>
                </a:cubicBezTo>
                <a:cubicBezTo>
                  <a:pt x="2716296" y="1226930"/>
                  <a:pt x="2612190" y="1201960"/>
                  <a:pt x="2463655" y="1200327"/>
                </a:cubicBezTo>
                <a:cubicBezTo>
                  <a:pt x="2315120" y="1198694"/>
                  <a:pt x="1909432" y="1168095"/>
                  <a:pt x="1700457" y="1200327"/>
                </a:cubicBezTo>
                <a:cubicBezTo>
                  <a:pt x="1491482" y="1232559"/>
                  <a:pt x="1329502" y="1202486"/>
                  <a:pt x="1218438" y="1200327"/>
                </a:cubicBezTo>
                <a:cubicBezTo>
                  <a:pt x="1107374" y="1198168"/>
                  <a:pt x="469317" y="1204155"/>
                  <a:pt x="0" y="1200327"/>
                </a:cubicBezTo>
                <a:cubicBezTo>
                  <a:pt x="10701" y="1034891"/>
                  <a:pt x="23738" y="806800"/>
                  <a:pt x="0" y="636173"/>
                </a:cubicBezTo>
                <a:cubicBezTo>
                  <a:pt x="-23738" y="465546"/>
                  <a:pt x="-2789" y="164829"/>
                  <a:pt x="0" y="0"/>
                </a:cubicBezTo>
                <a:close/>
              </a:path>
            </a:pathLst>
          </a:custGeom>
          <a:solidFill>
            <a:schemeClr val="tx1"/>
          </a:solidFill>
          <a:ln w="25400" cap="flat">
            <a:solidFill>
              <a:srgbClr val="6EA0B0"/>
            </a:solidFill>
            <a:prstDash val="solid"/>
            <a:beve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BUT WAIT!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</a:rPr>
              <a:t>We forgot to wash our hands!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</a:rPr>
              <a:t>We also forgot to make sure the ingredients aren’t expired!</a:t>
            </a:r>
          </a:p>
        </p:txBody>
      </p:sp>
    </p:spTree>
    <p:extLst>
      <p:ext uri="{BB962C8B-B14F-4D97-AF65-F5344CB8AC3E}">
        <p14:creationId xmlns:p14="http://schemas.microsoft.com/office/powerpoint/2010/main" val="8320808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6E85C6-2C09-61DF-25FC-3ADD325125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61D37-5A41-24D4-2042-548348FEC4A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Task 3: Spread peanut butter on slice 1</a:t>
            </a:r>
          </a:p>
          <a:p>
            <a:r>
              <a:rPr lang="en-US" dirty="0"/>
              <a:t>Task 4: Spread jam on slice 2</a:t>
            </a:r>
          </a:p>
          <a:p>
            <a:r>
              <a:rPr lang="en-US" dirty="0"/>
              <a:t>Task 5: Combine slices together </a:t>
            </a:r>
          </a:p>
          <a:p>
            <a:r>
              <a:rPr lang="en-US" dirty="0"/>
              <a:t>Task 6: Cut sandwich diagonally (optional)</a:t>
            </a:r>
          </a:p>
          <a:p>
            <a:r>
              <a:rPr lang="en-US" dirty="0"/>
              <a:t>Task 7: Eat</a:t>
            </a:r>
          </a:p>
          <a:p>
            <a:r>
              <a:rPr lang="en-US" dirty="0"/>
              <a:t>Task 8: Clean up and store supplies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B25FF4-316F-CBFD-2C18-CDBE3DA9D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PBJ</a:t>
            </a:r>
          </a:p>
        </p:txBody>
      </p:sp>
    </p:spTree>
    <p:extLst>
      <p:ext uri="{BB962C8B-B14F-4D97-AF65-F5344CB8AC3E}">
        <p14:creationId xmlns:p14="http://schemas.microsoft.com/office/powerpoint/2010/main" val="85236535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BD5F42-6920-1C9F-EEBA-6C01DA925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3E39FE-E3FE-F6B9-A030-A46F465D6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074" y="3352800"/>
            <a:ext cx="8336526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Let’s do a quick task analysis: Autoinjector</a:t>
            </a:r>
          </a:p>
        </p:txBody>
      </p:sp>
    </p:spTree>
    <p:extLst>
      <p:ext uri="{BB962C8B-B14F-4D97-AF65-F5344CB8AC3E}">
        <p14:creationId xmlns:p14="http://schemas.microsoft.com/office/powerpoint/2010/main" val="237625409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3147F4-0072-CBE7-C7B7-87553543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Autoinjector analysis continued…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D0FA0C-F2E9-A44E-4759-05DF226614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2" name="Content Placeholder 11" descr="A close-up of a manual&#10;&#10;Description automatically generated">
            <a:extLst>
              <a:ext uri="{FF2B5EF4-FFF2-40B4-BE49-F238E27FC236}">
                <a16:creationId xmlns:a16="http://schemas.microsoft.com/office/drawing/2014/main" id="{C2CBEFA2-8045-27B2-1464-6CB2D196B67F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8409"/>
            <a:ext cx="8153400" cy="6856571"/>
          </a:xfrm>
        </p:spPr>
      </p:pic>
    </p:spTree>
    <p:extLst>
      <p:ext uri="{BB962C8B-B14F-4D97-AF65-F5344CB8AC3E}">
        <p14:creationId xmlns:p14="http://schemas.microsoft.com/office/powerpoint/2010/main" val="164475407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3AB42A-CECA-7A40-54FA-AE724EDF12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01F50-3052-6818-C486-E18CA977C66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Define preliminary tasks and use steps</a:t>
            </a:r>
          </a:p>
          <a:p>
            <a:pPr lvl="1"/>
            <a:r>
              <a:rPr lang="en-US" dirty="0"/>
              <a:t>OK to make assumptions early on</a:t>
            </a:r>
          </a:p>
          <a:p>
            <a:pPr lvl="1"/>
            <a:endParaRPr lang="en-US" dirty="0"/>
          </a:p>
          <a:p>
            <a:r>
              <a:rPr lang="en-US" dirty="0"/>
              <a:t>Develop cognitive walkthrough and design sketches/mock-ups</a:t>
            </a:r>
          </a:p>
          <a:p>
            <a:endParaRPr lang="en-US" dirty="0"/>
          </a:p>
          <a:p>
            <a:r>
              <a:rPr lang="en-US" dirty="0"/>
              <a:t>Do a preliminary hazard analysis (PHA)</a:t>
            </a:r>
          </a:p>
          <a:p>
            <a:endParaRPr lang="en-US" dirty="0"/>
          </a:p>
          <a:p>
            <a:pPr marL="117475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387336-951F-2A61-D662-E4F4A9100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But what if you don’t have a design yet?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12929B-F018-D85B-F3FE-8DF2F92A7454}"/>
              </a:ext>
            </a:extLst>
          </p:cNvPr>
          <p:cNvSpPr txBox="1"/>
          <p:nvPr/>
        </p:nvSpPr>
        <p:spPr>
          <a:xfrm>
            <a:off x="647700" y="5391834"/>
            <a:ext cx="7848600" cy="646331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i="1" dirty="0"/>
              <a:t>Key concept: </a:t>
            </a:r>
          </a:p>
          <a:p>
            <a:pPr algn="ctr"/>
            <a:r>
              <a:rPr lang="en-US" i="1" dirty="0"/>
              <a:t>Don’t need a device design to start identifying potential </a:t>
            </a:r>
            <a:r>
              <a:rPr lang="en-US" i="1"/>
              <a:t>use errors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377156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EC2921-3A8D-D26E-8126-BEFCFA3647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591E72-CFA9-A4D4-1230-A8A486F19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PHA Example:  Infusion Pump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EB1AD0-1ADC-B8A1-EA3C-0D437485C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856757"/>
              </p:ext>
            </p:extLst>
          </p:nvPr>
        </p:nvGraphicFramePr>
        <p:xfrm>
          <a:off x="685800" y="1409700"/>
          <a:ext cx="7924800" cy="4038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1437895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3072767938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6169647"/>
                    </a:ext>
                  </a:extLst>
                </a:gridCol>
              </a:tblGrid>
              <a:tr h="661495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Hazard</a:t>
                      </a:r>
                    </a:p>
                  </a:txBody>
                  <a:tcPr>
                    <a:solidFill>
                      <a:srgbClr val="008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Potential Causes* </a:t>
                      </a:r>
                    </a:p>
                    <a:p>
                      <a:r>
                        <a:rPr lang="en-US" sz="1600" b="1" i="1" dirty="0">
                          <a:solidFill>
                            <a:schemeClr val="bg1"/>
                          </a:solidFill>
                        </a:rPr>
                        <a:t>*note: not UEs yet</a:t>
                      </a:r>
                    </a:p>
                  </a:txBody>
                  <a:tcPr>
                    <a:solidFill>
                      <a:srgbClr val="008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Potential Consequences</a:t>
                      </a:r>
                    </a:p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8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746789"/>
                  </a:ext>
                </a:extLst>
              </a:tr>
              <a:tr h="1497067">
                <a:tc>
                  <a:txBody>
                    <a:bodyPr/>
                    <a:lstStyle/>
                    <a:p>
                      <a:r>
                        <a:rPr lang="en-US" sz="1600" dirty="0"/>
                        <a:t>Drug over-infusion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User data entry error</a:t>
                      </a:r>
                    </a:p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User does not understand amount programmed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Overdose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862143"/>
                  </a:ext>
                </a:extLst>
              </a:tr>
              <a:tr h="1218543">
                <a:tc>
                  <a:txBody>
                    <a:bodyPr/>
                    <a:lstStyle/>
                    <a:p>
                      <a:r>
                        <a:rPr lang="en-US" sz="1600" dirty="0"/>
                        <a:t>Battery dies mid-treatment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User does not recharge battery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User does not know battery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Underdose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610069"/>
                  </a:ext>
                </a:extLst>
              </a:tr>
              <a:tr h="661495">
                <a:tc>
                  <a:txBody>
                    <a:bodyPr/>
                    <a:lstStyle/>
                    <a:p>
                      <a:r>
                        <a:rPr lang="en-US" sz="1600" dirty="0"/>
                        <a:t>Contamination at infusion 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User does not use sterile components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Infection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741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04343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EA0B0"/>
      </a:accent1>
      <a:accent2>
        <a:srgbClr val="CCAF0A"/>
      </a:accent2>
      <a:accent3>
        <a:srgbClr val="8F8F8F"/>
      </a:accent3>
      <a:accent4>
        <a:srgbClr val="707070"/>
      </a:accent4>
      <a:accent5>
        <a:srgbClr val="BACBD2"/>
      </a:accent5>
      <a:accent6>
        <a:srgbClr val="B99F09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6EA0B0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6EA0B0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EA0B0"/>
      </a:accent1>
      <a:accent2>
        <a:srgbClr val="CCAF0A"/>
      </a:accent2>
      <a:accent3>
        <a:srgbClr val="8F8F8F"/>
      </a:accent3>
      <a:accent4>
        <a:srgbClr val="707070"/>
      </a:accent4>
      <a:accent5>
        <a:srgbClr val="BACBD2"/>
      </a:accent5>
      <a:accent6>
        <a:srgbClr val="B99F09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6EA0B0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6EA0B0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11608</TotalTime>
  <Words>656</Words>
  <Application>Microsoft Macintosh PowerPoint</Application>
  <PresentationFormat>On-screen Show (4:3)</PresentationFormat>
  <Paragraphs>89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Avenir Roman</vt:lpstr>
      <vt:lpstr>Franklin Gothic Book</vt:lpstr>
      <vt:lpstr>Helvetica</vt:lpstr>
      <vt:lpstr>Söhne</vt:lpstr>
      <vt:lpstr>Wingdings</vt:lpstr>
      <vt:lpstr>Wingdings 2</vt:lpstr>
      <vt:lpstr>Default</vt:lpstr>
      <vt:lpstr>PowerPoint Presentation</vt:lpstr>
      <vt:lpstr>Types of task analysis</vt:lpstr>
      <vt:lpstr>Key steps in conducting a task analysis</vt:lpstr>
      <vt:lpstr>Simple Example: Peanut Butter &amp; Jelly</vt:lpstr>
      <vt:lpstr>PB&amp;J</vt:lpstr>
      <vt:lpstr>PBJ</vt:lpstr>
      <vt:lpstr>Let’s do a quick task analysis: Autoinjector</vt:lpstr>
      <vt:lpstr>Autoinjector analysis continued…</vt:lpstr>
      <vt:lpstr>But what if you don’t have a design yet?</vt:lpstr>
      <vt:lpstr>PHA Example:  Infusion Pump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Durrani, Sami</dc:creator>
  <cp:lastModifiedBy>Sami Durrani</cp:lastModifiedBy>
  <cp:revision>85</cp:revision>
  <cp:lastPrinted>2016-09-11T23:21:58Z</cp:lastPrinted>
  <dcterms:modified xsi:type="dcterms:W3CDTF">2023-11-11T16:35:06Z</dcterms:modified>
</cp:coreProperties>
</file>