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1080" r:id="rId3"/>
    <p:sldId id="1081" r:id="rId4"/>
    <p:sldId id="1082" r:id="rId5"/>
    <p:sldId id="1083" r:id="rId6"/>
    <p:sldId id="1084" r:id="rId7"/>
    <p:sldId id="1085" r:id="rId8"/>
    <p:sldId id="1086" r:id="rId9"/>
    <p:sldId id="1089" r:id="rId10"/>
    <p:sldId id="1090" r:id="rId11"/>
    <p:sldId id="1091" r:id="rId12"/>
    <p:sldId id="1092" r:id="rId13"/>
    <p:sldId id="1079" r:id="rId14"/>
    <p:sldId id="1094" r:id="rId15"/>
    <p:sldId id="1095" r:id="rId16"/>
    <p:sldId id="1097" r:id="rId17"/>
    <p:sldId id="1078" r:id="rId18"/>
    <p:sldId id="1096" r:id="rId19"/>
    <p:sldId id="1099" r:id="rId20"/>
    <p:sldId id="1098" r:id="rId21"/>
    <p:sldId id="1100" r:id="rId22"/>
    <p:sldId id="1102" r:id="rId23"/>
  </p:sldIdLst>
  <p:sldSz cx="9144000" cy="6858000" type="screen4x3"/>
  <p:notesSz cx="6858000" cy="9144000"/>
  <p:defaultTextStyle>
    <a:lvl1pPr>
      <a:defRPr>
        <a:latin typeface="Arial"/>
        <a:ea typeface="Arial"/>
        <a:cs typeface="Arial"/>
        <a:sym typeface="Arial"/>
      </a:defRPr>
    </a:lvl1pPr>
    <a:lvl2pPr indent="457200">
      <a:defRPr>
        <a:latin typeface="Arial"/>
        <a:ea typeface="Arial"/>
        <a:cs typeface="Arial"/>
        <a:sym typeface="Arial"/>
      </a:defRPr>
    </a:lvl2pPr>
    <a:lvl3pPr indent="914400">
      <a:defRPr>
        <a:latin typeface="Arial"/>
        <a:ea typeface="Arial"/>
        <a:cs typeface="Arial"/>
        <a:sym typeface="Arial"/>
      </a:defRPr>
    </a:lvl3pPr>
    <a:lvl4pPr indent="1371600">
      <a:defRPr>
        <a:latin typeface="Arial"/>
        <a:ea typeface="Arial"/>
        <a:cs typeface="Arial"/>
        <a:sym typeface="Arial"/>
      </a:defRPr>
    </a:lvl4pPr>
    <a:lvl5pPr indent="1828800">
      <a:defRPr>
        <a:latin typeface="Arial"/>
        <a:ea typeface="Arial"/>
        <a:cs typeface="Arial"/>
        <a:sym typeface="Arial"/>
      </a:defRPr>
    </a:lvl5pPr>
    <a:lvl6pPr>
      <a:defRPr>
        <a:latin typeface="Arial"/>
        <a:ea typeface="Arial"/>
        <a:cs typeface="Arial"/>
        <a:sym typeface="Arial"/>
      </a:defRPr>
    </a:lvl6pPr>
    <a:lvl7pPr>
      <a:defRPr>
        <a:latin typeface="Arial"/>
        <a:ea typeface="Arial"/>
        <a:cs typeface="Arial"/>
        <a:sym typeface="Arial"/>
      </a:defRPr>
    </a:lvl7pPr>
    <a:lvl8pPr>
      <a:defRPr>
        <a:latin typeface="Arial"/>
        <a:ea typeface="Arial"/>
        <a:cs typeface="Arial"/>
        <a:sym typeface="Arial"/>
      </a:defRPr>
    </a:lvl8pPr>
    <a:lvl9pPr>
      <a:defRPr>
        <a:latin typeface="Arial"/>
        <a:ea typeface="Arial"/>
        <a:cs typeface="Arial"/>
        <a:sym typeface="Arial"/>
      </a:defRPr>
    </a:lvl9pPr>
  </p:defaultTextStyle>
  <p:extLst>
    <p:ext uri="{521415D9-36F7-43E2-AB2F-B90AF26B5E84}">
      <p14:sectionLst xmlns:p14="http://schemas.microsoft.com/office/powerpoint/2010/main">
        <p14:section name="Default Section" id="{7303AD67-7F52-4D43-A45F-99F4A6AA0DA2}">
          <p14:sldIdLst>
            <p14:sldId id="256"/>
            <p14:sldId id="1080"/>
            <p14:sldId id="1081"/>
            <p14:sldId id="1082"/>
            <p14:sldId id="1083"/>
            <p14:sldId id="1084"/>
            <p14:sldId id="1085"/>
            <p14:sldId id="1086"/>
            <p14:sldId id="1089"/>
            <p14:sldId id="1090"/>
            <p14:sldId id="1091"/>
            <p14:sldId id="1092"/>
            <p14:sldId id="1079"/>
            <p14:sldId id="1094"/>
            <p14:sldId id="1095"/>
            <p14:sldId id="1097"/>
            <p14:sldId id="1078"/>
            <p14:sldId id="1096"/>
            <p14:sldId id="1099"/>
            <p14:sldId id="1098"/>
            <p14:sldId id="1100"/>
            <p14:sldId id="1102"/>
          </p14:sldIdLst>
        </p14:section>
        <p14:section name="Live class" id="{0CACD826-6B20-7C47-B42B-0DF2DFDDA1E0}">
          <p14:sldIdLst/>
        </p14:section>
      </p14:sectionLst>
    </p:ext>
    <p:ext uri="{EFAFB233-063F-42B5-8137-9DF3F51BA10A}">
      <p15:sldGuideLst xmlns:p15="http://schemas.microsoft.com/office/powerpoint/2012/main">
        <p15:guide id="1" orient="horz" pos="768" userDrawn="1">
          <p15:clr>
            <a:srgbClr val="A4A3A4"/>
          </p15:clr>
        </p15:guide>
        <p15:guide id="2" pos="336" userDrawn="1">
          <p15:clr>
            <a:srgbClr val="A4A3A4"/>
          </p15:clr>
        </p15:guide>
        <p15:guide id="3" orient="horz" pos="41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 Bergman" initials="EB" lastIdx="9" clrIdx="0">
    <p:extLst>
      <p:ext uri="{19B8F6BF-5375-455C-9EA6-DF929625EA0E}">
        <p15:presenceInfo xmlns:p15="http://schemas.microsoft.com/office/powerpoint/2012/main" userId="9ca5c043083c1f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AEF"/>
    <a:srgbClr val="0081D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19E629-6D1F-6A4E-804B-5AC516942EA8}" v="111" dt="2023-11-06T23:28:54.258"/>
  </p1510:revLst>
</p1510:revInfo>
</file>

<file path=ppt/tableStyles.xml><?xml version="1.0" encoding="utf-8"?>
<a:tblStyleLst xmlns:a="http://schemas.openxmlformats.org/drawingml/2006/main" def="{5940675A-B579-460E-94D1-54222C63F5DA}">
  <a:tblStyle styleId="{4C3C2611-4C71-4FC5-86AE-919BDF0F9419}"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4DFE3"/>
          </a:solidFill>
        </a:fill>
      </a:tcStyle>
    </a:wholeTbl>
    <a:band2H>
      <a:tcTxStyle/>
      <a:tcStyle>
        <a:tcBdr/>
        <a:fill>
          <a:solidFill>
            <a:srgbClr val="EAF0F2"/>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6EA0B0"/>
          </a:solidFill>
        </a:fill>
      </a:tcStyle>
    </a:firstRow>
  </a:tblStyle>
  <a:tblStyle styleId="{C7B018BB-80A7-4F77-B60F-C8B233D01FF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FFFFF"/>
          </a:solidFill>
        </a:fill>
      </a:tcStyle>
    </a:firstRow>
  </a:tblStyle>
  <a:tblStyle styleId="{EEE7283C-3CF3-47DC-8721-378D4A62B228}"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6DFCA"/>
          </a:solidFill>
        </a:fill>
      </a:tcStyle>
    </a:wholeTbl>
    <a:band2H>
      <a:tcTxStyle/>
      <a:tcStyle>
        <a:tcBdr/>
        <a:fill>
          <a:solidFill>
            <a:srgbClr val="F3EF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B99F09"/>
          </a:solidFill>
        </a:fill>
      </a:tcStyle>
    </a:firstRow>
  </a:tblStyle>
  <a:tblStyle styleId="{CF821DB8-F4EB-4A41-A1BA-3FCAFE7338EE}" styleName="">
    <a:tblBg/>
    <a:wholeTbl>
      <a:tcTxStyle b="on" i="on">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EA0B0"/>
          </a:solidFill>
        </a:fill>
      </a:tcStyle>
    </a:firstCol>
    <a:lastRow>
      <a:tcTxStyle b="on" i="on">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6EA0B0"/>
          </a:solidFill>
        </a:fill>
      </a:tcStyle>
    </a:firstRow>
  </a:tblStyle>
  <a:tblStyle styleId="{33BA23B1-9221-436E-865A-0063620EA4FD}" styleName="">
    <a:tblBg/>
    <a:wholeTbl>
      <a:tcTxStyle b="on" i="on">
        <a:font>
          <a:latin typeface="Arial"/>
          <a:ea typeface="Arial"/>
          <a:cs typeface="Arial"/>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rial"/>
          <a:ea typeface="Arial"/>
          <a:cs typeface="Arial"/>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rial"/>
          <a:ea typeface="Arial"/>
          <a:cs typeface="Arial"/>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3" autoAdjust="0"/>
    <p:restoredTop sz="80154" autoAdjust="0"/>
  </p:normalViewPr>
  <p:slideViewPr>
    <p:cSldViewPr showGuides="1">
      <p:cViewPr varScale="1">
        <p:scale>
          <a:sx n="200" d="100"/>
          <a:sy n="200" d="100"/>
        </p:scale>
        <p:origin x="2600" y="168"/>
      </p:cViewPr>
      <p:guideLst>
        <p:guide orient="horz" pos="768"/>
        <p:guide pos="336"/>
        <p:guide orient="horz" pos="4176"/>
      </p:guideLst>
    </p:cSldViewPr>
  </p:slideViewPr>
  <p:outlineViewPr>
    <p:cViewPr>
      <p:scale>
        <a:sx n="33" d="100"/>
        <a:sy n="33" d="100"/>
      </p:scale>
      <p:origin x="0" y="-2368"/>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i Durrani" userId="45205e84-0712-4dc9-bb96-ac9d5a682d17" providerId="ADAL" clId="{F619E629-6D1F-6A4E-804B-5AC516942EA8}"/>
    <pc:docChg chg="undo custSel addSld delSld modSld modSection">
      <pc:chgData name="Sami Durrani" userId="45205e84-0712-4dc9-bb96-ac9d5a682d17" providerId="ADAL" clId="{F619E629-6D1F-6A4E-804B-5AC516942EA8}" dt="2023-11-07T01:51:41.829" v="1016" actId="2696"/>
      <pc:docMkLst>
        <pc:docMk/>
      </pc:docMkLst>
      <pc:sldChg chg="addSp delSp modSp mod">
        <pc:chgData name="Sami Durrani" userId="45205e84-0712-4dc9-bb96-ac9d5a682d17" providerId="ADAL" clId="{F619E629-6D1F-6A4E-804B-5AC516942EA8}" dt="2023-11-06T22:22:44.953" v="765" actId="20577"/>
        <pc:sldMkLst>
          <pc:docMk/>
          <pc:sldMk cId="0" sldId="256"/>
        </pc:sldMkLst>
        <pc:spChg chg="mod">
          <ac:chgData name="Sami Durrani" userId="45205e84-0712-4dc9-bb96-ac9d5a682d17" providerId="ADAL" clId="{F619E629-6D1F-6A4E-804B-5AC516942EA8}" dt="2023-11-06T22:22:44.953" v="765" actId="20577"/>
          <ac:spMkLst>
            <pc:docMk/>
            <pc:sldMk cId="0" sldId="256"/>
            <ac:spMk id="64" creationId="{00000000-0000-0000-0000-000000000000}"/>
          </ac:spMkLst>
        </pc:spChg>
        <pc:picChg chg="add mod">
          <ac:chgData name="Sami Durrani" userId="45205e84-0712-4dc9-bb96-ac9d5a682d17" providerId="ADAL" clId="{F619E629-6D1F-6A4E-804B-5AC516942EA8}" dt="2023-11-06T00:41:26.083" v="1"/>
          <ac:picMkLst>
            <pc:docMk/>
            <pc:sldMk cId="0" sldId="256"/>
            <ac:picMk id="2" creationId="{C013F735-3FCA-1210-BE7A-ECC80AB53D69}"/>
          </ac:picMkLst>
        </pc:picChg>
        <pc:picChg chg="del">
          <ac:chgData name="Sami Durrani" userId="45205e84-0712-4dc9-bb96-ac9d5a682d17" providerId="ADAL" clId="{F619E629-6D1F-6A4E-804B-5AC516942EA8}" dt="2023-11-06T00:41:21.161" v="0" actId="478"/>
          <ac:picMkLst>
            <pc:docMk/>
            <pc:sldMk cId="0" sldId="256"/>
            <ac:picMk id="65" creationId="{00000000-0000-0000-0000-000000000000}"/>
          </ac:picMkLst>
        </pc:picChg>
      </pc:sldChg>
      <pc:sldChg chg="modSp mod delCm">
        <pc:chgData name="Sami Durrani" userId="45205e84-0712-4dc9-bb96-ac9d5a682d17" providerId="ADAL" clId="{F619E629-6D1F-6A4E-804B-5AC516942EA8}" dt="2023-11-06T23:17:35.968" v="957" actId="20577"/>
        <pc:sldMkLst>
          <pc:docMk/>
          <pc:sldMk cId="4077123739" sldId="1078"/>
        </pc:sldMkLst>
        <pc:spChg chg="mod">
          <ac:chgData name="Sami Durrani" userId="45205e84-0712-4dc9-bb96-ac9d5a682d17" providerId="ADAL" clId="{F619E629-6D1F-6A4E-804B-5AC516942EA8}" dt="2023-11-06T23:17:35.968" v="957" actId="20577"/>
          <ac:spMkLst>
            <pc:docMk/>
            <pc:sldMk cId="4077123739" sldId="1078"/>
            <ac:spMk id="4" creationId="{079B8E92-0E07-BD36-526A-1111CC71FEAD}"/>
          </ac:spMkLst>
        </pc:spChg>
        <pc:spChg chg="mod">
          <ac:chgData name="Sami Durrani" userId="45205e84-0712-4dc9-bb96-ac9d5a682d17" providerId="ADAL" clId="{F619E629-6D1F-6A4E-804B-5AC516942EA8}" dt="2023-11-06T01:04:00.306" v="286" actId="313"/>
          <ac:spMkLst>
            <pc:docMk/>
            <pc:sldMk cId="4077123739" sldId="1078"/>
            <ac:spMk id="6" creationId="{48620ACC-241B-D3A5-AC0E-A6B879120CEE}"/>
          </ac:spMkLst>
        </pc:spChg>
      </pc:sldChg>
      <pc:sldChg chg="addSp delSp modSp mod delAnim modAnim">
        <pc:chgData name="Sami Durrani" userId="45205e84-0712-4dc9-bb96-ac9d5a682d17" providerId="ADAL" clId="{F619E629-6D1F-6A4E-804B-5AC516942EA8}" dt="2023-11-06T23:04:42.376" v="917"/>
        <pc:sldMkLst>
          <pc:docMk/>
          <pc:sldMk cId="2199228201" sldId="1079"/>
        </pc:sldMkLst>
        <pc:spChg chg="mod">
          <ac:chgData name="Sami Durrani" userId="45205e84-0712-4dc9-bb96-ac9d5a682d17" providerId="ADAL" clId="{F619E629-6D1F-6A4E-804B-5AC516942EA8}" dt="2023-11-06T23:04:33.910" v="916" actId="207"/>
          <ac:spMkLst>
            <pc:docMk/>
            <pc:sldMk cId="2199228201" sldId="1079"/>
            <ac:spMk id="3" creationId="{6F8377FF-204A-E812-EFEB-E3A6229A001E}"/>
          </ac:spMkLst>
        </pc:spChg>
        <pc:spChg chg="add del mod">
          <ac:chgData name="Sami Durrani" userId="45205e84-0712-4dc9-bb96-ac9d5a682d17" providerId="ADAL" clId="{F619E629-6D1F-6A4E-804B-5AC516942EA8}" dt="2023-11-06T23:04:22.984" v="911" actId="478"/>
          <ac:spMkLst>
            <pc:docMk/>
            <pc:sldMk cId="2199228201" sldId="1079"/>
            <ac:spMk id="5" creationId="{E2F0CC8F-3E85-EFD7-5CAB-50F028022560}"/>
          </ac:spMkLst>
        </pc:spChg>
      </pc:sldChg>
      <pc:sldChg chg="modSp mod">
        <pc:chgData name="Sami Durrani" userId="45205e84-0712-4dc9-bb96-ac9d5a682d17" providerId="ADAL" clId="{F619E629-6D1F-6A4E-804B-5AC516942EA8}" dt="2023-11-06T22:28:07.426" v="803" actId="20577"/>
        <pc:sldMkLst>
          <pc:docMk/>
          <pc:sldMk cId="1690022908" sldId="1080"/>
        </pc:sldMkLst>
        <pc:spChg chg="mod">
          <ac:chgData name="Sami Durrani" userId="45205e84-0712-4dc9-bb96-ac9d5a682d17" providerId="ADAL" clId="{F619E629-6D1F-6A4E-804B-5AC516942EA8}" dt="2023-11-06T22:27:59.229" v="782" actId="115"/>
          <ac:spMkLst>
            <pc:docMk/>
            <pc:sldMk cId="1690022908" sldId="1080"/>
            <ac:spMk id="3" creationId="{AA514C80-CC5B-3C6F-874E-7B93F9D97E0A}"/>
          </ac:spMkLst>
        </pc:spChg>
        <pc:spChg chg="mod">
          <ac:chgData name="Sami Durrani" userId="45205e84-0712-4dc9-bb96-ac9d5a682d17" providerId="ADAL" clId="{F619E629-6D1F-6A4E-804B-5AC516942EA8}" dt="2023-11-06T22:28:07.426" v="803" actId="20577"/>
          <ac:spMkLst>
            <pc:docMk/>
            <pc:sldMk cId="1690022908" sldId="1080"/>
            <ac:spMk id="4" creationId="{079B8E92-0E07-BD36-526A-1111CC71FEAD}"/>
          </ac:spMkLst>
        </pc:spChg>
      </pc:sldChg>
      <pc:sldChg chg="modSp">
        <pc:chgData name="Sami Durrani" userId="45205e84-0712-4dc9-bb96-ac9d5a682d17" providerId="ADAL" clId="{F619E629-6D1F-6A4E-804B-5AC516942EA8}" dt="2023-11-06T00:44:16.804" v="5" actId="6549"/>
        <pc:sldMkLst>
          <pc:docMk/>
          <pc:sldMk cId="442071949" sldId="1082"/>
        </pc:sldMkLst>
        <pc:spChg chg="mod">
          <ac:chgData name="Sami Durrani" userId="45205e84-0712-4dc9-bb96-ac9d5a682d17" providerId="ADAL" clId="{F619E629-6D1F-6A4E-804B-5AC516942EA8}" dt="2023-11-06T00:44:16.804" v="5" actId="6549"/>
          <ac:spMkLst>
            <pc:docMk/>
            <pc:sldMk cId="442071949" sldId="1082"/>
            <ac:spMk id="11" creationId="{9A0F5AF6-9894-33B7-E64C-DEE657A81A0B}"/>
          </ac:spMkLst>
        </pc:spChg>
      </pc:sldChg>
      <pc:sldChg chg="modSp mod">
        <pc:chgData name="Sami Durrani" userId="45205e84-0712-4dc9-bb96-ac9d5a682d17" providerId="ADAL" clId="{F619E629-6D1F-6A4E-804B-5AC516942EA8}" dt="2023-11-06T22:39:45.639" v="830" actId="20577"/>
        <pc:sldMkLst>
          <pc:docMk/>
          <pc:sldMk cId="2012546177" sldId="1083"/>
        </pc:sldMkLst>
        <pc:spChg chg="mod">
          <ac:chgData name="Sami Durrani" userId="45205e84-0712-4dc9-bb96-ac9d5a682d17" providerId="ADAL" clId="{F619E629-6D1F-6A4E-804B-5AC516942EA8}" dt="2023-11-06T22:39:45.639" v="830" actId="20577"/>
          <ac:spMkLst>
            <pc:docMk/>
            <pc:sldMk cId="2012546177" sldId="1083"/>
            <ac:spMk id="2055" creationId="{A873AA67-7849-9CA9-6B08-4C5D87A836F7}"/>
          </ac:spMkLst>
        </pc:spChg>
      </pc:sldChg>
      <pc:sldChg chg="modSp mod modShow">
        <pc:chgData name="Sami Durrani" userId="45205e84-0712-4dc9-bb96-ac9d5a682d17" providerId="ADAL" clId="{F619E629-6D1F-6A4E-804B-5AC516942EA8}" dt="2023-11-06T22:45:54.867" v="846" actId="20577"/>
        <pc:sldMkLst>
          <pc:docMk/>
          <pc:sldMk cId="3999227009" sldId="1085"/>
        </pc:sldMkLst>
        <pc:spChg chg="mod">
          <ac:chgData name="Sami Durrani" userId="45205e84-0712-4dc9-bb96-ac9d5a682d17" providerId="ADAL" clId="{F619E629-6D1F-6A4E-804B-5AC516942EA8}" dt="2023-11-06T22:45:54.867" v="846" actId="20577"/>
          <ac:spMkLst>
            <pc:docMk/>
            <pc:sldMk cId="3999227009" sldId="1085"/>
            <ac:spMk id="3" creationId="{4B7685AC-3376-2C09-B774-BA80FCF22266}"/>
          </ac:spMkLst>
        </pc:spChg>
      </pc:sldChg>
      <pc:sldChg chg="addSp delSp modSp del mod delAnim modAnim">
        <pc:chgData name="Sami Durrani" userId="45205e84-0712-4dc9-bb96-ac9d5a682d17" providerId="ADAL" clId="{F619E629-6D1F-6A4E-804B-5AC516942EA8}" dt="2023-11-06T23:05:04.836" v="918" actId="2696"/>
        <pc:sldMkLst>
          <pc:docMk/>
          <pc:sldMk cId="1804906714" sldId="1088"/>
        </pc:sldMkLst>
        <pc:spChg chg="mod">
          <ac:chgData name="Sami Durrani" userId="45205e84-0712-4dc9-bb96-ac9d5a682d17" providerId="ADAL" clId="{F619E629-6D1F-6A4E-804B-5AC516942EA8}" dt="2023-11-06T23:03:45.332" v="903" actId="115"/>
          <ac:spMkLst>
            <pc:docMk/>
            <pc:sldMk cId="1804906714" sldId="1088"/>
            <ac:spMk id="3" creationId="{AA514C80-CC5B-3C6F-874E-7B93F9D97E0A}"/>
          </ac:spMkLst>
        </pc:spChg>
        <pc:spChg chg="add del mod">
          <ac:chgData name="Sami Durrani" userId="45205e84-0712-4dc9-bb96-ac9d5a682d17" providerId="ADAL" clId="{F619E629-6D1F-6A4E-804B-5AC516942EA8}" dt="2023-11-06T23:03:04.781" v="900" actId="478"/>
          <ac:spMkLst>
            <pc:docMk/>
            <pc:sldMk cId="1804906714" sldId="1088"/>
            <ac:spMk id="6" creationId="{2CD8BDC2-274C-CD01-6155-F0B222858868}"/>
          </ac:spMkLst>
        </pc:spChg>
        <pc:spChg chg="del">
          <ac:chgData name="Sami Durrani" userId="45205e84-0712-4dc9-bb96-ac9d5a682d17" providerId="ADAL" clId="{F619E629-6D1F-6A4E-804B-5AC516942EA8}" dt="2023-11-06T23:04:04.331" v="904" actId="21"/>
          <ac:spMkLst>
            <pc:docMk/>
            <pc:sldMk cId="1804906714" sldId="1088"/>
            <ac:spMk id="12" creationId="{2C83A277-A0FE-8E59-D8B6-B46D13FD96CD}"/>
          </ac:spMkLst>
        </pc:spChg>
        <pc:picChg chg="add del mod">
          <ac:chgData name="Sami Durrani" userId="45205e84-0712-4dc9-bb96-ac9d5a682d17" providerId="ADAL" clId="{F619E629-6D1F-6A4E-804B-5AC516942EA8}" dt="2023-11-06T23:03:02.153" v="899" actId="478"/>
          <ac:picMkLst>
            <pc:docMk/>
            <pc:sldMk cId="1804906714" sldId="1088"/>
            <ac:picMk id="5" creationId="{AA1C573B-4396-9BA4-A76A-405BCFB8137D}"/>
          </ac:picMkLst>
        </pc:picChg>
        <pc:picChg chg="del">
          <ac:chgData name="Sami Durrani" userId="45205e84-0712-4dc9-bb96-ac9d5a682d17" providerId="ADAL" clId="{F619E629-6D1F-6A4E-804B-5AC516942EA8}" dt="2023-11-06T22:59:04.653" v="849" actId="478"/>
          <ac:picMkLst>
            <pc:docMk/>
            <pc:sldMk cId="1804906714" sldId="1088"/>
            <ac:picMk id="8" creationId="{A2039116-AD6A-4D2A-3898-FE193459F255}"/>
          </ac:picMkLst>
        </pc:picChg>
        <pc:picChg chg="del">
          <ac:chgData name="Sami Durrani" userId="45205e84-0712-4dc9-bb96-ac9d5a682d17" providerId="ADAL" clId="{F619E629-6D1F-6A4E-804B-5AC516942EA8}" dt="2023-11-06T23:03:08.494" v="901" actId="478"/>
          <ac:picMkLst>
            <pc:docMk/>
            <pc:sldMk cId="1804906714" sldId="1088"/>
            <ac:picMk id="9" creationId="{C5434956-A472-2C0B-3695-17692F36AE24}"/>
          </ac:picMkLst>
        </pc:picChg>
        <pc:picChg chg="del">
          <ac:chgData name="Sami Durrani" userId="45205e84-0712-4dc9-bb96-ac9d5a682d17" providerId="ADAL" clId="{F619E629-6D1F-6A4E-804B-5AC516942EA8}" dt="2023-11-06T23:03:11.836" v="902" actId="478"/>
          <ac:picMkLst>
            <pc:docMk/>
            <pc:sldMk cId="1804906714" sldId="1088"/>
            <ac:picMk id="10" creationId="{9E2AE8DE-4579-8577-AF2A-DBD7614FBF3E}"/>
          </ac:picMkLst>
        </pc:picChg>
      </pc:sldChg>
      <pc:sldChg chg="modSp mod">
        <pc:chgData name="Sami Durrani" userId="45205e84-0712-4dc9-bb96-ac9d5a682d17" providerId="ADAL" clId="{F619E629-6D1F-6A4E-804B-5AC516942EA8}" dt="2023-11-06T00:44:10.960" v="4" actId="6549"/>
        <pc:sldMkLst>
          <pc:docMk/>
          <pc:sldMk cId="458158069" sldId="1089"/>
        </pc:sldMkLst>
        <pc:spChg chg="mod">
          <ac:chgData name="Sami Durrani" userId="45205e84-0712-4dc9-bb96-ac9d5a682d17" providerId="ADAL" clId="{F619E629-6D1F-6A4E-804B-5AC516942EA8}" dt="2023-11-06T00:44:10.960" v="4" actId="6549"/>
          <ac:spMkLst>
            <pc:docMk/>
            <pc:sldMk cId="458158069" sldId="1089"/>
            <ac:spMk id="11" creationId="{9A0F5AF6-9894-33B7-E64C-DEE657A81A0B}"/>
          </ac:spMkLst>
        </pc:spChg>
      </pc:sldChg>
      <pc:sldChg chg="modSp mod delCm modNotesTx">
        <pc:chgData name="Sami Durrani" userId="45205e84-0712-4dc9-bb96-ac9d5a682d17" providerId="ADAL" clId="{F619E629-6D1F-6A4E-804B-5AC516942EA8}" dt="2023-11-06T00:54:57.330" v="236" actId="20577"/>
        <pc:sldMkLst>
          <pc:docMk/>
          <pc:sldMk cId="1616001508" sldId="1094"/>
        </pc:sldMkLst>
        <pc:spChg chg="mod">
          <ac:chgData name="Sami Durrani" userId="45205e84-0712-4dc9-bb96-ac9d5a682d17" providerId="ADAL" clId="{F619E629-6D1F-6A4E-804B-5AC516942EA8}" dt="2023-11-06T00:54:01.668" v="56" actId="6549"/>
          <ac:spMkLst>
            <pc:docMk/>
            <pc:sldMk cId="1616001508" sldId="1094"/>
            <ac:spMk id="2" creationId="{B981B519-E559-4947-B00D-7BF94388527A}"/>
          </ac:spMkLst>
        </pc:spChg>
      </pc:sldChg>
      <pc:sldChg chg="modSp modAnim delCm modNotesTx">
        <pc:chgData name="Sami Durrani" userId="45205e84-0712-4dc9-bb96-ac9d5a682d17" providerId="ADAL" clId="{F619E629-6D1F-6A4E-804B-5AC516942EA8}" dt="2023-11-06T23:28:54.258" v="1015" actId="20577"/>
        <pc:sldMkLst>
          <pc:docMk/>
          <pc:sldMk cId="879178602" sldId="1095"/>
        </pc:sldMkLst>
        <pc:spChg chg="mod">
          <ac:chgData name="Sami Durrani" userId="45205e84-0712-4dc9-bb96-ac9d5a682d17" providerId="ADAL" clId="{F619E629-6D1F-6A4E-804B-5AC516942EA8}" dt="2023-11-06T23:28:54.258" v="1015" actId="20577"/>
          <ac:spMkLst>
            <pc:docMk/>
            <pc:sldMk cId="879178602" sldId="1095"/>
            <ac:spMk id="3" creationId="{D4F236B6-951B-1F88-F9D5-26427C9A1080}"/>
          </ac:spMkLst>
        </pc:spChg>
      </pc:sldChg>
      <pc:sldChg chg="modSp mod modAnim delCm">
        <pc:chgData name="Sami Durrani" userId="45205e84-0712-4dc9-bb96-ac9d5a682d17" providerId="ADAL" clId="{F619E629-6D1F-6A4E-804B-5AC516942EA8}" dt="2023-11-06T01:10:41.508" v="320" actId="1076"/>
        <pc:sldMkLst>
          <pc:docMk/>
          <pc:sldMk cId="559663826" sldId="1096"/>
        </pc:sldMkLst>
        <pc:spChg chg="mod">
          <ac:chgData name="Sami Durrani" userId="45205e84-0712-4dc9-bb96-ac9d5a682d17" providerId="ADAL" clId="{F619E629-6D1F-6A4E-804B-5AC516942EA8}" dt="2023-11-06T01:07:00.026" v="304" actId="20577"/>
          <ac:spMkLst>
            <pc:docMk/>
            <pc:sldMk cId="559663826" sldId="1096"/>
            <ac:spMk id="3" creationId="{87D2BF2A-43FE-A8ED-B04C-5E09F666F3CD}"/>
          </ac:spMkLst>
        </pc:spChg>
        <pc:spChg chg="mod">
          <ac:chgData name="Sami Durrani" userId="45205e84-0712-4dc9-bb96-ac9d5a682d17" providerId="ADAL" clId="{F619E629-6D1F-6A4E-804B-5AC516942EA8}" dt="2023-11-06T01:10:41.508" v="320" actId="1076"/>
          <ac:spMkLst>
            <pc:docMk/>
            <pc:sldMk cId="559663826" sldId="1096"/>
            <ac:spMk id="6" creationId="{02BF5889-0FB2-B738-64F0-B47D66C262B2}"/>
          </ac:spMkLst>
        </pc:spChg>
      </pc:sldChg>
      <pc:sldChg chg="modSp mod delCm">
        <pc:chgData name="Sami Durrani" userId="45205e84-0712-4dc9-bb96-ac9d5a682d17" providerId="ADAL" clId="{F619E629-6D1F-6A4E-804B-5AC516942EA8}" dt="2023-11-06T23:17:07.716" v="931" actId="20577"/>
        <pc:sldMkLst>
          <pc:docMk/>
          <pc:sldMk cId="3617102284" sldId="1097"/>
        </pc:sldMkLst>
        <pc:spChg chg="mod">
          <ac:chgData name="Sami Durrani" userId="45205e84-0712-4dc9-bb96-ac9d5a682d17" providerId="ADAL" clId="{F619E629-6D1F-6A4E-804B-5AC516942EA8}" dt="2023-11-06T23:17:07.716" v="931" actId="20577"/>
          <ac:spMkLst>
            <pc:docMk/>
            <pc:sldMk cId="3617102284" sldId="1097"/>
            <ac:spMk id="4" creationId="{340CEFA3-75BC-BBC9-F2DB-2002BC4C1F1E}"/>
          </ac:spMkLst>
        </pc:spChg>
      </pc:sldChg>
      <pc:sldChg chg="modSp mod modAnim modNotesTx">
        <pc:chgData name="Sami Durrani" userId="45205e84-0712-4dc9-bb96-ac9d5a682d17" providerId="ADAL" clId="{F619E629-6D1F-6A4E-804B-5AC516942EA8}" dt="2023-11-06T23:27:02.416" v="1008" actId="6549"/>
        <pc:sldMkLst>
          <pc:docMk/>
          <pc:sldMk cId="669929657" sldId="1098"/>
        </pc:sldMkLst>
        <pc:spChg chg="mod">
          <ac:chgData name="Sami Durrani" userId="45205e84-0712-4dc9-bb96-ac9d5a682d17" providerId="ADAL" clId="{F619E629-6D1F-6A4E-804B-5AC516942EA8}" dt="2023-11-06T23:27:02.416" v="1008" actId="6549"/>
          <ac:spMkLst>
            <pc:docMk/>
            <pc:sldMk cId="669929657" sldId="1098"/>
            <ac:spMk id="3" creationId="{35A07530-EE15-793D-DF69-C6DB30EB15F2}"/>
          </ac:spMkLst>
        </pc:spChg>
      </pc:sldChg>
      <pc:sldChg chg="modSp mod modAnim delCm">
        <pc:chgData name="Sami Durrani" userId="45205e84-0712-4dc9-bb96-ac9d5a682d17" providerId="ADAL" clId="{F619E629-6D1F-6A4E-804B-5AC516942EA8}" dt="2023-11-06T23:26:28.150" v="1001"/>
        <pc:sldMkLst>
          <pc:docMk/>
          <pc:sldMk cId="1362600579" sldId="1099"/>
        </pc:sldMkLst>
        <pc:spChg chg="mod">
          <ac:chgData name="Sami Durrani" userId="45205e84-0712-4dc9-bb96-ac9d5a682d17" providerId="ADAL" clId="{F619E629-6D1F-6A4E-804B-5AC516942EA8}" dt="2023-11-06T23:21:03.130" v="987" actId="313"/>
          <ac:spMkLst>
            <pc:docMk/>
            <pc:sldMk cId="1362600579" sldId="1099"/>
            <ac:spMk id="3" creationId="{6B23F260-3606-2262-4A79-009E346AE337}"/>
          </ac:spMkLst>
        </pc:spChg>
        <pc:spChg chg="mod">
          <ac:chgData name="Sami Durrani" userId="45205e84-0712-4dc9-bb96-ac9d5a682d17" providerId="ADAL" clId="{F619E629-6D1F-6A4E-804B-5AC516942EA8}" dt="2023-11-06T01:11:37.613" v="321" actId="6549"/>
          <ac:spMkLst>
            <pc:docMk/>
            <pc:sldMk cId="1362600579" sldId="1099"/>
            <ac:spMk id="4" creationId="{3220A32B-DA1A-EAD4-78CA-07BA55869298}"/>
          </ac:spMkLst>
        </pc:spChg>
      </pc:sldChg>
      <pc:sldChg chg="modSp mod modAnim delCm">
        <pc:chgData name="Sami Durrani" userId="45205e84-0712-4dc9-bb96-ac9d5a682d17" providerId="ADAL" clId="{F619E629-6D1F-6A4E-804B-5AC516942EA8}" dt="2023-11-06T23:27:15.628" v="1010"/>
        <pc:sldMkLst>
          <pc:docMk/>
          <pc:sldMk cId="587082427" sldId="1100"/>
        </pc:sldMkLst>
        <pc:spChg chg="mod">
          <ac:chgData name="Sami Durrani" userId="45205e84-0712-4dc9-bb96-ac9d5a682d17" providerId="ADAL" clId="{F619E629-6D1F-6A4E-804B-5AC516942EA8}" dt="2023-11-06T01:32:03.724" v="417" actId="20577"/>
          <ac:spMkLst>
            <pc:docMk/>
            <pc:sldMk cId="587082427" sldId="1100"/>
            <ac:spMk id="3" creationId="{304B2AF6-755B-E255-160D-6741F065E5C3}"/>
          </ac:spMkLst>
        </pc:spChg>
      </pc:sldChg>
      <pc:sldChg chg="modSp">
        <pc:chgData name="Sami Durrani" userId="45205e84-0712-4dc9-bb96-ac9d5a682d17" providerId="ADAL" clId="{F619E629-6D1F-6A4E-804B-5AC516942EA8}" dt="2023-11-06T23:28:28.718" v="1011" actId="20577"/>
        <pc:sldMkLst>
          <pc:docMk/>
          <pc:sldMk cId="1079112554" sldId="1102"/>
        </pc:sldMkLst>
        <pc:spChg chg="mod">
          <ac:chgData name="Sami Durrani" userId="45205e84-0712-4dc9-bb96-ac9d5a682d17" providerId="ADAL" clId="{F619E629-6D1F-6A4E-804B-5AC516942EA8}" dt="2023-11-06T23:28:28.718" v="1011" actId="20577"/>
          <ac:spMkLst>
            <pc:docMk/>
            <pc:sldMk cId="1079112554" sldId="1102"/>
            <ac:spMk id="3" creationId="{5316F080-12A5-E523-741A-BA75E1552B39}"/>
          </ac:spMkLst>
        </pc:spChg>
      </pc:sldChg>
      <pc:sldChg chg="addSp delSp modSp new del mod chgLayout">
        <pc:chgData name="Sami Durrani" userId="45205e84-0712-4dc9-bb96-ac9d5a682d17" providerId="ADAL" clId="{F619E629-6D1F-6A4E-804B-5AC516942EA8}" dt="2023-11-07T01:51:41.829" v="1016" actId="2696"/>
        <pc:sldMkLst>
          <pc:docMk/>
          <pc:sldMk cId="1409119807" sldId="1103"/>
        </pc:sldMkLst>
        <pc:spChg chg="mod ord">
          <ac:chgData name="Sami Durrani" userId="45205e84-0712-4dc9-bb96-ac9d5a682d17" providerId="ADAL" clId="{F619E629-6D1F-6A4E-804B-5AC516942EA8}" dt="2023-11-06T01:33:59.957" v="429" actId="6264"/>
          <ac:spMkLst>
            <pc:docMk/>
            <pc:sldMk cId="1409119807" sldId="1103"/>
            <ac:spMk id="2" creationId="{9C287FD3-2C52-7FAA-9925-E9A4FD0A8714}"/>
          </ac:spMkLst>
        </pc:spChg>
        <pc:spChg chg="mod ord">
          <ac:chgData name="Sami Durrani" userId="45205e84-0712-4dc9-bb96-ac9d5a682d17" providerId="ADAL" clId="{F619E629-6D1F-6A4E-804B-5AC516942EA8}" dt="2023-11-06T01:52:36.918" v="724" actId="20577"/>
          <ac:spMkLst>
            <pc:docMk/>
            <pc:sldMk cId="1409119807" sldId="1103"/>
            <ac:spMk id="3" creationId="{85B90FA2-FD4B-3B64-679B-CD4FC3C70AF1}"/>
          </ac:spMkLst>
        </pc:spChg>
        <pc:spChg chg="del mod">
          <ac:chgData name="Sami Durrani" userId="45205e84-0712-4dc9-bb96-ac9d5a682d17" providerId="ADAL" clId="{F619E629-6D1F-6A4E-804B-5AC516942EA8}" dt="2023-11-06T01:33:33.251" v="422" actId="6264"/>
          <ac:spMkLst>
            <pc:docMk/>
            <pc:sldMk cId="1409119807" sldId="1103"/>
            <ac:spMk id="4" creationId="{AD59438F-5134-B348-C50C-06BFC7FF55D7}"/>
          </ac:spMkLst>
        </pc:spChg>
        <pc:spChg chg="add del mod">
          <ac:chgData name="Sami Durrani" userId="45205e84-0712-4dc9-bb96-ac9d5a682d17" providerId="ADAL" clId="{F619E629-6D1F-6A4E-804B-5AC516942EA8}" dt="2023-11-06T01:33:51.248" v="428" actId="478"/>
          <ac:spMkLst>
            <pc:docMk/>
            <pc:sldMk cId="1409119807" sldId="1103"/>
            <ac:spMk id="5" creationId="{CE981AA0-2DD6-0904-711C-7F283BBF6DF3}"/>
          </ac:spMkLst>
        </pc:spChg>
        <pc:spChg chg="add del mod">
          <ac:chgData name="Sami Durrani" userId="45205e84-0712-4dc9-bb96-ac9d5a682d17" providerId="ADAL" clId="{F619E629-6D1F-6A4E-804B-5AC516942EA8}" dt="2023-11-06T01:33:33.251" v="422" actId="6264"/>
          <ac:spMkLst>
            <pc:docMk/>
            <pc:sldMk cId="1409119807" sldId="1103"/>
            <ac:spMk id="6" creationId="{05CEF655-295B-1EC1-1F4B-2F22C8E687A0}"/>
          </ac:spMkLst>
        </pc:spChg>
        <pc:spChg chg="add del mod">
          <ac:chgData name="Sami Durrani" userId="45205e84-0712-4dc9-bb96-ac9d5a682d17" providerId="ADAL" clId="{F619E629-6D1F-6A4E-804B-5AC516942EA8}" dt="2023-11-06T01:33:33.251" v="422" actId="6264"/>
          <ac:spMkLst>
            <pc:docMk/>
            <pc:sldMk cId="1409119807" sldId="1103"/>
            <ac:spMk id="7" creationId="{4B1CBBC8-A040-6B2F-5452-D63C198CA3F8}"/>
          </ac:spMkLst>
        </pc:spChg>
        <pc:spChg chg="add del mod ord">
          <ac:chgData name="Sami Durrani" userId="45205e84-0712-4dc9-bb96-ac9d5a682d17" providerId="ADAL" clId="{F619E629-6D1F-6A4E-804B-5AC516942EA8}" dt="2023-11-06T01:33:34.519" v="424" actId="6264"/>
          <ac:spMkLst>
            <pc:docMk/>
            <pc:sldMk cId="1409119807" sldId="1103"/>
            <ac:spMk id="8" creationId="{E9952994-3F72-028C-D485-14C8D30828A2}"/>
          </ac:spMkLst>
        </pc:spChg>
        <pc:spChg chg="add del mod">
          <ac:chgData name="Sami Durrani" userId="45205e84-0712-4dc9-bb96-ac9d5a682d17" providerId="ADAL" clId="{F619E629-6D1F-6A4E-804B-5AC516942EA8}" dt="2023-11-06T01:33:34.519" v="424" actId="6264"/>
          <ac:spMkLst>
            <pc:docMk/>
            <pc:sldMk cId="1409119807" sldId="1103"/>
            <ac:spMk id="9" creationId="{7516F456-FB86-60AB-C6F6-097DB925B50E}"/>
          </ac:spMkLst>
        </pc:spChg>
        <pc:spChg chg="add del mod">
          <ac:chgData name="Sami Durrani" userId="45205e84-0712-4dc9-bb96-ac9d5a682d17" providerId="ADAL" clId="{F619E629-6D1F-6A4E-804B-5AC516942EA8}" dt="2023-11-06T01:33:34.519" v="424" actId="6264"/>
          <ac:spMkLst>
            <pc:docMk/>
            <pc:sldMk cId="1409119807" sldId="1103"/>
            <ac:spMk id="10" creationId="{99060044-3C4C-93D9-9C02-6440C681B684}"/>
          </ac:spMkLst>
        </pc:spChg>
        <pc:spChg chg="add del mod ord">
          <ac:chgData name="Sami Durrani" userId="45205e84-0712-4dc9-bb96-ac9d5a682d17" providerId="ADAL" clId="{F619E629-6D1F-6A4E-804B-5AC516942EA8}" dt="2023-11-06T01:33:37.993" v="426" actId="478"/>
          <ac:spMkLst>
            <pc:docMk/>
            <pc:sldMk cId="1409119807" sldId="1103"/>
            <ac:spMk id="11" creationId="{B5FC7564-95EA-CA4F-852B-F87077C89FDE}"/>
          </ac:spMkLst>
        </pc:spChg>
        <pc:spChg chg="add del mod">
          <ac:chgData name="Sami Durrani" userId="45205e84-0712-4dc9-bb96-ac9d5a682d17" providerId="ADAL" clId="{F619E629-6D1F-6A4E-804B-5AC516942EA8}" dt="2023-11-06T01:33:59.957" v="429" actId="6264"/>
          <ac:spMkLst>
            <pc:docMk/>
            <pc:sldMk cId="1409119807" sldId="1103"/>
            <ac:spMk id="12" creationId="{7DC6B562-A289-F606-2D24-198464AB9705}"/>
          </ac:spMkLst>
        </pc:spChg>
        <pc:spChg chg="add del mod">
          <ac:chgData name="Sami Durrani" userId="45205e84-0712-4dc9-bb96-ac9d5a682d17" providerId="ADAL" clId="{F619E629-6D1F-6A4E-804B-5AC516942EA8}" dt="2023-11-06T01:33:59.957" v="429" actId="6264"/>
          <ac:spMkLst>
            <pc:docMk/>
            <pc:sldMk cId="1409119807" sldId="1103"/>
            <ac:spMk id="13" creationId="{387B87FB-0B71-A1BB-4252-B1D53425BCFE}"/>
          </ac:spMkLst>
        </pc:spChg>
        <pc:spChg chg="add mod ord">
          <ac:chgData name="Sami Durrani" userId="45205e84-0712-4dc9-bb96-ac9d5a682d17" providerId="ADAL" clId="{F619E629-6D1F-6A4E-804B-5AC516942EA8}" dt="2023-11-06T01:34:52.332" v="502" actId="20577"/>
          <ac:spMkLst>
            <pc:docMk/>
            <pc:sldMk cId="1409119807" sldId="1103"/>
            <ac:spMk id="14" creationId="{BB7A41FB-15AF-34B2-0CE8-78CF9025B79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8" name="Shape 58"/>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9" name="Shape 59"/>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3179586001"/>
      </p:ext>
    </p:extLst>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introductions </a:t>
            </a:r>
          </a:p>
        </p:txBody>
      </p:sp>
    </p:spTree>
    <p:extLst>
      <p:ext uri="{BB962C8B-B14F-4D97-AF65-F5344CB8AC3E}">
        <p14:creationId xmlns:p14="http://schemas.microsoft.com/office/powerpoint/2010/main" val="1435907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9835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indent="0">
              <a:buNone/>
            </a:pPr>
            <a:endParaRPr lang="en-US" dirty="0"/>
          </a:p>
          <a:p>
            <a:pPr marL="117475" indent="0">
              <a:buNone/>
            </a:pPr>
            <a:endParaRPr lang="en-US" dirty="0"/>
          </a:p>
          <a:p>
            <a:endParaRPr lang="en-US" dirty="0"/>
          </a:p>
        </p:txBody>
      </p:sp>
    </p:spTree>
    <p:extLst>
      <p:ext uri="{BB962C8B-B14F-4D97-AF65-F5344CB8AC3E}">
        <p14:creationId xmlns:p14="http://schemas.microsoft.com/office/powerpoint/2010/main" val="3368625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indent="0">
              <a:buNone/>
            </a:pPr>
            <a:endParaRPr lang="en-US" dirty="0"/>
          </a:p>
          <a:p>
            <a:pPr marL="117475" indent="0">
              <a:buNone/>
            </a:pPr>
            <a:endParaRPr lang="en-US" dirty="0"/>
          </a:p>
          <a:p>
            <a:endParaRPr lang="en-US" dirty="0"/>
          </a:p>
        </p:txBody>
      </p:sp>
    </p:spTree>
    <p:extLst>
      <p:ext uri="{BB962C8B-B14F-4D97-AF65-F5344CB8AC3E}">
        <p14:creationId xmlns:p14="http://schemas.microsoft.com/office/powerpoint/2010/main" val="2015811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indent="0">
              <a:buNone/>
            </a:pPr>
            <a:endParaRPr lang="en-US" dirty="0"/>
          </a:p>
          <a:p>
            <a:pPr marL="117475" indent="0">
              <a:buNone/>
            </a:pPr>
            <a:endParaRPr lang="en-US" dirty="0"/>
          </a:p>
          <a:p>
            <a:endParaRPr lang="en-US" dirty="0"/>
          </a:p>
        </p:txBody>
      </p:sp>
    </p:spTree>
    <p:extLst>
      <p:ext uri="{BB962C8B-B14F-4D97-AF65-F5344CB8AC3E}">
        <p14:creationId xmlns:p14="http://schemas.microsoft.com/office/powerpoint/2010/main" val="1867922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75100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indent="0">
              <a:buNone/>
            </a:pPr>
            <a:endParaRPr lang="en-US" dirty="0"/>
          </a:p>
          <a:p>
            <a:pPr marL="117475" indent="0">
              <a:buNone/>
            </a:pPr>
            <a:endParaRPr lang="en-US" dirty="0"/>
          </a:p>
          <a:p>
            <a:endParaRPr lang="en-US" dirty="0"/>
          </a:p>
        </p:txBody>
      </p:sp>
    </p:spTree>
    <p:extLst>
      <p:ext uri="{BB962C8B-B14F-4D97-AF65-F5344CB8AC3E}">
        <p14:creationId xmlns:p14="http://schemas.microsoft.com/office/powerpoint/2010/main" val="1105820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indent="0">
              <a:buNone/>
            </a:pPr>
            <a:endParaRPr lang="en-US" dirty="0"/>
          </a:p>
          <a:p>
            <a:pPr marL="117475" indent="0">
              <a:buNone/>
            </a:pPr>
            <a:endParaRPr lang="en-US" dirty="0"/>
          </a:p>
          <a:p>
            <a:endParaRPr lang="en-US" dirty="0"/>
          </a:p>
        </p:txBody>
      </p:sp>
    </p:spTree>
    <p:extLst>
      <p:ext uri="{BB962C8B-B14F-4D97-AF65-F5344CB8AC3E}">
        <p14:creationId xmlns:p14="http://schemas.microsoft.com/office/powerpoint/2010/main" val="522860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17475" indent="0">
              <a:buNone/>
            </a:pPr>
            <a:endParaRPr lang="en-US" dirty="0"/>
          </a:p>
          <a:p>
            <a:pPr marL="117475" indent="0">
              <a:buNone/>
            </a:pPr>
            <a:endParaRPr lang="en-US" dirty="0"/>
          </a:p>
          <a:p>
            <a:endParaRPr lang="en-US" dirty="0"/>
          </a:p>
        </p:txBody>
      </p:sp>
    </p:spTree>
    <p:extLst>
      <p:ext uri="{BB962C8B-B14F-4D97-AF65-F5344CB8AC3E}">
        <p14:creationId xmlns:p14="http://schemas.microsoft.com/office/powerpoint/2010/main" val="4064366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noting that this entire topic is “fraught” and that there are some professionals out there who would say that some of these ARE use errors.</a:t>
            </a:r>
            <a:br>
              <a:rPr lang="en-US" dirty="0"/>
            </a:br>
            <a:r>
              <a:rPr lang="en-US" dirty="0"/>
              <a:t>We disagree, of course.</a:t>
            </a:r>
          </a:p>
        </p:txBody>
      </p:sp>
    </p:spTree>
    <p:extLst>
      <p:ext uri="{BB962C8B-B14F-4D97-AF65-F5344CB8AC3E}">
        <p14:creationId xmlns:p14="http://schemas.microsoft.com/office/powerpoint/2010/main" val="2472640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25000"/>
              </a:lnSpc>
              <a:spcBef>
                <a:spcPts val="0"/>
              </a:spcBef>
              <a:spcAft>
                <a:spcPts val="0"/>
              </a:spcAft>
              <a:buClrTx/>
              <a:buSzTx/>
              <a:buFontTx/>
              <a:buNone/>
              <a:tabLst/>
              <a:defRPr/>
            </a:pPr>
            <a:r>
              <a:rPr lang="en-US" sz="2400" dirty="0"/>
              <a:t>What is the use error?</a:t>
            </a:r>
          </a:p>
          <a:p>
            <a:endParaRPr lang="en-US" dirty="0"/>
          </a:p>
        </p:txBody>
      </p:sp>
    </p:spTree>
    <p:extLst>
      <p:ext uri="{BB962C8B-B14F-4D97-AF65-F5344CB8AC3E}">
        <p14:creationId xmlns:p14="http://schemas.microsoft.com/office/powerpoint/2010/main" val="1104861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to explain that here we provide tips to write use errors that are accurate and well described </a:t>
            </a:r>
          </a:p>
        </p:txBody>
      </p:sp>
    </p:spTree>
    <p:extLst>
      <p:ext uri="{BB962C8B-B14F-4D97-AF65-F5344CB8AC3E}">
        <p14:creationId xmlns:p14="http://schemas.microsoft.com/office/powerpoint/2010/main" val="2189831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consequences, and hence harms or the severity of the harms (if the harms are the same) could be quite different for these different specific scenarios. </a:t>
            </a:r>
          </a:p>
          <a:p>
            <a:endParaRPr lang="en-US" dirty="0"/>
          </a:p>
          <a:p>
            <a:r>
              <a:rPr lang="en-US" dirty="0"/>
              <a:t>Being specific also helps with designers and engineers develop proper mitigations. Its important to note that often use errors will form the basis of requirements and unclear use errors can lead to unclear requirements which can lead to mitigations that are not sufficiently effective.  </a:t>
            </a:r>
          </a:p>
          <a:p>
            <a:endParaRPr lang="en-US" dirty="0"/>
          </a:p>
          <a:p>
            <a:r>
              <a:rPr lang="en-US" dirty="0"/>
              <a:t>Also, being specific can help you when developing your validation test and setting your pass/fail criteria. </a:t>
            </a:r>
          </a:p>
          <a:p>
            <a:endParaRPr lang="en-US" dirty="0"/>
          </a:p>
          <a:p>
            <a:r>
              <a:rPr lang="en-US" dirty="0"/>
              <a:t>All this said, being too specific can also cause issues by leading to mitigations that don’t sufficiently generalize to a range of use scenarios.  For example, if you neglect to account for “user dials wrong dose amount” leading to </a:t>
            </a:r>
            <a:r>
              <a:rPr lang="en-US" dirty="0" err="1"/>
              <a:t>underdose</a:t>
            </a:r>
            <a:r>
              <a:rPr lang="en-US" dirty="0"/>
              <a:t>, then the analysis will be incomplete.</a:t>
            </a:r>
          </a:p>
          <a:p>
            <a:endParaRPr lang="en-US" dirty="0"/>
          </a:p>
          <a:p>
            <a:endParaRPr lang="en-US" dirty="0"/>
          </a:p>
        </p:txBody>
      </p:sp>
    </p:spTree>
    <p:extLst>
      <p:ext uri="{BB962C8B-B14F-4D97-AF65-F5344CB8AC3E}">
        <p14:creationId xmlns:p14="http://schemas.microsoft.com/office/powerpoint/2010/main" val="4201398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222222"/>
                </a:solidFill>
                <a:effectLst/>
                <a:latin typeface="Roboto" panose="02000000000000000000" pitchFamily="2" charset="0"/>
              </a:rPr>
              <a:t>The Perception, Cognition, and manual Action (PCA) model may be used to further break down user interactions into specific user actions related to perceptual inputs, cognitive processing, and physical actions involved in performing the related step. [3]. </a:t>
            </a:r>
          </a:p>
          <a:p>
            <a:pPr algn="l"/>
            <a:r>
              <a:rPr lang="en-US" b="0" i="0" dirty="0">
                <a:solidFill>
                  <a:srgbClr val="222222"/>
                </a:solidFill>
                <a:effectLst/>
                <a:latin typeface="Roboto" panose="02000000000000000000" pitchFamily="2" charset="0"/>
              </a:rPr>
              <a:t>Using the PCA model, tasks are decomposed down to the level of individual user interactions related to:</a:t>
            </a:r>
          </a:p>
          <a:p>
            <a:pPr algn="l"/>
            <a:r>
              <a:rPr lang="en-US" b="0" i="0" dirty="0">
                <a:solidFill>
                  <a:srgbClr val="222222"/>
                </a:solidFill>
                <a:effectLst/>
                <a:latin typeface="Roboto" panose="02000000000000000000" pitchFamily="2" charset="0"/>
              </a:rPr>
              <a:t>1) Perception – Perceptual information to be noticed or detected by the user.</a:t>
            </a:r>
          </a:p>
          <a:p>
            <a:pPr algn="l"/>
            <a:r>
              <a:rPr lang="en-US" b="0" i="0" dirty="0">
                <a:solidFill>
                  <a:srgbClr val="222222"/>
                </a:solidFill>
                <a:effectLst/>
                <a:latin typeface="Roboto" panose="02000000000000000000" pitchFamily="2" charset="0"/>
              </a:rPr>
              <a:t>2) Cognition – Cognitive components to be interpreted by the user.</a:t>
            </a:r>
          </a:p>
          <a:p>
            <a:pPr algn="l"/>
            <a:r>
              <a:rPr lang="en-US" b="0" i="0" dirty="0">
                <a:solidFill>
                  <a:srgbClr val="222222"/>
                </a:solidFill>
                <a:effectLst/>
                <a:latin typeface="Roboto" panose="02000000000000000000" pitchFamily="2" charset="0"/>
              </a:rPr>
              <a:t>3) Action – Physical actions taken by the user.</a:t>
            </a:r>
          </a:p>
          <a:p>
            <a:endParaRPr lang="en-US" dirty="0"/>
          </a:p>
          <a:p>
            <a:pPr algn="l"/>
            <a:r>
              <a:rPr lang="en-US" b="0" i="0" dirty="0">
                <a:solidFill>
                  <a:srgbClr val="222222"/>
                </a:solidFill>
                <a:effectLst/>
                <a:latin typeface="Roboto" panose="02000000000000000000" pitchFamily="2" charset="0"/>
              </a:rPr>
              <a:t>Using the PCA model assists manufacturers in understanding the different PCA elements required for each task and further delineate use errors that may occur if the user if unable to meet these requirements. Additional steps or tasks may be revealed or uncovered that manufacturers were previously unaware of or may have glanced over in the initial task list. </a:t>
            </a:r>
          </a:p>
          <a:p>
            <a:pPr algn="l"/>
            <a:r>
              <a:rPr lang="en-US" b="0" i="0" dirty="0">
                <a:solidFill>
                  <a:srgbClr val="222222"/>
                </a:solidFill>
                <a:effectLst/>
                <a:latin typeface="Roboto" panose="02000000000000000000" pitchFamily="2" charset="0"/>
              </a:rPr>
              <a:t>Potential use-related problems can be identified by asking the following questions [2]:</a:t>
            </a:r>
          </a:p>
          <a:p>
            <a:pPr algn="l"/>
            <a:r>
              <a:rPr lang="en-US" b="0" i="0" dirty="0">
                <a:solidFill>
                  <a:srgbClr val="222222"/>
                </a:solidFill>
                <a:effectLst/>
                <a:latin typeface="Roboto" panose="02000000000000000000" pitchFamily="2" charset="0"/>
              </a:rPr>
              <a:t>1) What if the user is unable to perceive </a:t>
            </a:r>
            <a:r>
              <a:rPr lang="en-US" b="0" i="1" dirty="0">
                <a:solidFill>
                  <a:srgbClr val="222222"/>
                </a:solidFill>
                <a:effectLst/>
                <a:latin typeface="Roboto" panose="02000000000000000000" pitchFamily="2" charset="0"/>
              </a:rPr>
              <a:t>x</a:t>
            </a:r>
            <a:r>
              <a:rPr lang="en-US" b="0" i="0" dirty="0">
                <a:solidFill>
                  <a:srgbClr val="222222"/>
                </a:solidFill>
                <a:effectLst/>
                <a:latin typeface="Roboto" panose="02000000000000000000" pitchFamily="2" charset="0"/>
              </a:rPr>
              <a:t>? </a:t>
            </a:r>
          </a:p>
          <a:p>
            <a:pPr algn="l"/>
            <a:r>
              <a:rPr lang="en-US" b="0" i="0" dirty="0">
                <a:solidFill>
                  <a:srgbClr val="222222"/>
                </a:solidFill>
                <a:effectLst/>
                <a:latin typeface="Roboto" panose="02000000000000000000" pitchFamily="2" charset="0"/>
              </a:rPr>
              <a:t>2) What if the user is unable to interpret/process </a:t>
            </a:r>
            <a:r>
              <a:rPr lang="en-US" b="0" i="1" dirty="0">
                <a:solidFill>
                  <a:srgbClr val="222222"/>
                </a:solidFill>
                <a:effectLst/>
                <a:latin typeface="Roboto" panose="02000000000000000000" pitchFamily="2" charset="0"/>
              </a:rPr>
              <a:t>y</a:t>
            </a:r>
            <a:r>
              <a:rPr lang="en-US" b="0" i="0" dirty="0">
                <a:solidFill>
                  <a:srgbClr val="222222"/>
                </a:solidFill>
                <a:effectLst/>
                <a:latin typeface="Roboto" panose="02000000000000000000" pitchFamily="2" charset="0"/>
              </a:rPr>
              <a:t>?</a:t>
            </a:r>
          </a:p>
          <a:p>
            <a:pPr algn="l"/>
            <a:r>
              <a:rPr lang="en-US" b="0" i="0" dirty="0">
                <a:solidFill>
                  <a:srgbClr val="222222"/>
                </a:solidFill>
                <a:effectLst/>
                <a:latin typeface="Roboto" panose="02000000000000000000" pitchFamily="2" charset="0"/>
              </a:rPr>
              <a:t>3) What if the user is unable to perform action </a:t>
            </a:r>
            <a:r>
              <a:rPr lang="en-US" b="0" i="1" dirty="0">
                <a:solidFill>
                  <a:srgbClr val="222222"/>
                </a:solidFill>
                <a:effectLst/>
                <a:latin typeface="Roboto" panose="02000000000000000000" pitchFamily="2" charset="0"/>
              </a:rPr>
              <a:t>z</a:t>
            </a:r>
            <a:r>
              <a:rPr lang="en-US" b="0" i="0" dirty="0">
                <a:solidFill>
                  <a:srgbClr val="222222"/>
                </a:solidFill>
                <a:effectLst/>
                <a:latin typeface="Roboto" panose="02000000000000000000" pitchFamily="2" charset="0"/>
              </a:rPr>
              <a:t>?</a:t>
            </a:r>
          </a:p>
          <a:p>
            <a:pPr algn="l"/>
            <a:endParaRPr lang="en-US" b="0" i="0" dirty="0">
              <a:solidFill>
                <a:srgbClr val="222222"/>
              </a:solidFill>
              <a:effectLst/>
              <a:latin typeface="Roboto" panose="02000000000000000000" pitchFamily="2" charset="0"/>
            </a:endParaRPr>
          </a:p>
          <a:p>
            <a:pPr algn="l"/>
            <a:r>
              <a:rPr lang="en-US" b="0" i="0" dirty="0">
                <a:solidFill>
                  <a:srgbClr val="222222"/>
                </a:solidFill>
                <a:effectLst/>
                <a:latin typeface="Roboto" panose="02000000000000000000" pitchFamily="2" charset="0"/>
              </a:rPr>
              <a:t>Although use errors are ultimately bound to an action (or inaction), analysis of perceptual information and cognitive elements may inform the cause of use errors that may occur. This breakdown of use errors then allow manufacturers to further inform their use-related risk analysis (URRA). </a:t>
            </a:r>
          </a:p>
          <a:p>
            <a:br>
              <a:rPr lang="en-US" dirty="0"/>
            </a:br>
            <a:endParaRPr lang="en-US" dirty="0"/>
          </a:p>
        </p:txBody>
      </p:sp>
    </p:spTree>
    <p:extLst>
      <p:ext uri="{BB962C8B-B14F-4D97-AF65-F5344CB8AC3E}">
        <p14:creationId xmlns:p14="http://schemas.microsoft.com/office/powerpoint/2010/main" val="2690752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817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05986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25000"/>
              </a:lnSpc>
              <a:spcBef>
                <a:spcPts val="0"/>
              </a:spcBef>
              <a:spcAft>
                <a:spcPts val="0"/>
              </a:spcAft>
              <a:buClrTx/>
              <a:buSzTx/>
              <a:buFontTx/>
              <a:buNone/>
              <a:tabLst/>
              <a:defRPr/>
            </a:pPr>
            <a:r>
              <a:rPr lang="en-US" dirty="0"/>
              <a:t>Another common error, often stemming from PCA analysis, observed issues in usability testing or field complaints. Do not confuse reasons for a use error for the use error itself.  This is a bit tricky, because the line isn’t always clear and here experience and judgement do come in. Sometimes its clear, sometimes its not. We’ll continue to tackle this via example throughout the semester. </a:t>
            </a:r>
          </a:p>
          <a:p>
            <a:pPr marL="0" marR="0" lvl="0" indent="0" defTabSz="457200" eaLnBrk="1" fontAlgn="auto" latinLnBrk="0" hangingPunct="1">
              <a:lnSpc>
                <a:spcPct val="125000"/>
              </a:lnSpc>
              <a:spcBef>
                <a:spcPts val="0"/>
              </a:spcBef>
              <a:spcAft>
                <a:spcPts val="0"/>
              </a:spcAft>
              <a:buClrTx/>
              <a:buSzTx/>
              <a:buFontTx/>
              <a:buNone/>
              <a:tabLst/>
              <a:defRPr/>
            </a:pPr>
            <a:endParaRPr lang="en-US" dirty="0"/>
          </a:p>
          <a:p>
            <a:pPr marL="0" marR="0" lvl="0" indent="0" defTabSz="457200" eaLnBrk="1" fontAlgn="auto" latinLnBrk="0" hangingPunct="1">
              <a:lnSpc>
                <a:spcPct val="125000"/>
              </a:lnSpc>
              <a:spcBef>
                <a:spcPts val="0"/>
              </a:spcBef>
              <a:spcAft>
                <a:spcPts val="0"/>
              </a:spcAft>
              <a:buClrTx/>
              <a:buSzTx/>
              <a:buFontTx/>
              <a:buNone/>
              <a:tabLst/>
              <a:defRPr/>
            </a:pPr>
            <a:r>
              <a:rPr lang="en-US" dirty="0"/>
              <a:t>For example, this first example. … I’ve seen 1000+ line items URRAs because they start listing every possible way something can get damaged. </a:t>
            </a:r>
          </a:p>
          <a:p>
            <a:pPr marL="0" marR="0" lvl="0" indent="0" defTabSz="457200" eaLnBrk="1" fontAlgn="auto" latinLnBrk="0" hangingPunct="1">
              <a:lnSpc>
                <a:spcPct val="125000"/>
              </a:lnSpc>
              <a:spcBef>
                <a:spcPts val="0"/>
              </a:spcBef>
              <a:spcAft>
                <a:spcPts val="0"/>
              </a:spcAft>
              <a:buClrTx/>
              <a:buSzTx/>
              <a:buFontTx/>
              <a:buNone/>
              <a:tabLst/>
              <a:defRPr/>
            </a:pPr>
            <a:endParaRPr lang="en-US" dirty="0"/>
          </a:p>
          <a:p>
            <a:pPr marL="0" marR="0" lvl="0" indent="0" defTabSz="457200" eaLnBrk="1" fontAlgn="auto" latinLnBrk="0" hangingPunct="1">
              <a:lnSpc>
                <a:spcPct val="125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807551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25000"/>
              </a:lnSpc>
              <a:spcBef>
                <a:spcPts val="0"/>
              </a:spcBef>
              <a:spcAft>
                <a:spcPts val="0"/>
              </a:spcAft>
              <a:buClrTx/>
              <a:buSzTx/>
              <a:buFontTx/>
              <a:buNone/>
              <a:tabLst/>
              <a:defRPr/>
            </a:pPr>
            <a:r>
              <a:rPr lang="en-US" dirty="0"/>
              <a:t>This one is a bit about strategy. As an HF engineer, you want to develop a good product that safe and effective, but you also don’t want write user errors that artificially end up causing you to fail your HF validation study. There is no point in developing a great product that you can’t get to market because you hampered yourself in conducting your HF study. </a:t>
            </a:r>
          </a:p>
          <a:p>
            <a:pPr marL="0" marR="0" lvl="0" indent="0" defTabSz="457200" eaLnBrk="1" fontAlgn="auto" latinLnBrk="0" hangingPunct="1">
              <a:lnSpc>
                <a:spcPct val="125000"/>
              </a:lnSpc>
              <a:spcBef>
                <a:spcPts val="0"/>
              </a:spcBef>
              <a:spcAft>
                <a:spcPts val="0"/>
              </a:spcAft>
              <a:buClrTx/>
              <a:buSzTx/>
              <a:buFontTx/>
              <a:buNone/>
              <a:tabLst/>
              <a:defRPr/>
            </a:pPr>
            <a:endParaRPr lang="en-US" dirty="0"/>
          </a:p>
          <a:p>
            <a:pPr marL="0" marR="0" lvl="0" indent="0" defTabSz="457200" eaLnBrk="1" fontAlgn="auto" latinLnBrk="0" hangingPunct="1">
              <a:lnSpc>
                <a:spcPct val="125000"/>
              </a:lnSpc>
              <a:spcBef>
                <a:spcPts val="0"/>
              </a:spcBef>
              <a:spcAft>
                <a:spcPts val="0"/>
              </a:spcAft>
              <a:buClrTx/>
              <a:buSzTx/>
              <a:buFontTx/>
              <a:buNone/>
              <a:tabLst/>
              <a:defRPr/>
            </a:pPr>
            <a:r>
              <a:rPr lang="en-US" dirty="0"/>
              <a:t>On User does not check device for damage, be careful on wording selection. If you said user selects instead of uses, you might have ended up with a use error even the user did not actually intend to ever use it. </a:t>
            </a:r>
          </a:p>
          <a:p>
            <a:pPr marL="0" marR="0" lvl="0" indent="0" defTabSz="457200" eaLnBrk="1" fontAlgn="auto" latinLnBrk="0" hangingPunct="1">
              <a:lnSpc>
                <a:spcPct val="125000"/>
              </a:lnSpc>
              <a:spcBef>
                <a:spcPts val="0"/>
              </a:spcBef>
              <a:spcAft>
                <a:spcPts val="0"/>
              </a:spcAft>
              <a:buClrTx/>
              <a:buSzTx/>
              <a:buFontTx/>
              <a:buNone/>
              <a:tabLst/>
              <a:defRPr/>
            </a:pPr>
            <a:endParaRPr lang="en-US" dirty="0"/>
          </a:p>
          <a:p>
            <a:endParaRPr lang="en-US" dirty="0"/>
          </a:p>
        </p:txBody>
      </p:sp>
    </p:spTree>
    <p:extLst>
      <p:ext uri="{BB962C8B-B14F-4D97-AF65-F5344CB8AC3E}">
        <p14:creationId xmlns:p14="http://schemas.microsoft.com/office/powerpoint/2010/main" val="1163734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Particularly common in software as medical devices because often the harm is indirect.</a:t>
            </a:r>
          </a:p>
          <a:p>
            <a:endParaRPr lang="en-US" dirty="0"/>
          </a:p>
          <a:p>
            <a:r>
              <a:rPr lang="en-US" dirty="0"/>
              <a:t>It is important to note that the sequence of events is important, and that this point should not confuse you into thinking that one more use errors cannot contribute to a subsequent use error. They can, but in the example above, incorrectly entering the value is not necessarily a use error.</a:t>
            </a:r>
          </a:p>
        </p:txBody>
      </p:sp>
    </p:spTree>
    <p:extLst>
      <p:ext uri="{BB962C8B-B14F-4D97-AF65-F5344CB8AC3E}">
        <p14:creationId xmlns:p14="http://schemas.microsoft.com/office/powerpoint/2010/main" val="23616104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use action leading to harm is complete!</a:t>
            </a:r>
          </a:p>
        </p:txBody>
      </p:sp>
    </p:spTree>
    <p:extLst>
      <p:ext uri="{BB962C8B-B14F-4D97-AF65-F5344CB8AC3E}">
        <p14:creationId xmlns:p14="http://schemas.microsoft.com/office/powerpoint/2010/main" val="2203511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5" name="Shape 15"/>
          <p:cNvSpPr>
            <a:spLocks noGrp="1"/>
          </p:cNvSpPr>
          <p:nvPr>
            <p:ph type="sldNum" sz="quarter" idx="2"/>
          </p:nvPr>
        </p:nvSpPr>
        <p:spPr>
          <a:xfrm>
            <a:off x="8153400" y="6632675"/>
            <a:ext cx="762000" cy="153888"/>
          </a:xfrm>
          <a:prstGeom prst="rect">
            <a:avLst/>
          </a:prstGeom>
        </p:spPr>
        <p:txBody>
          <a:bodyPr/>
          <a:lstStyle>
            <a:lvl1pPr>
              <a:defRPr sz="1000"/>
            </a:lvl1pPr>
          </a:lstStyle>
          <a:p>
            <a:fld id="{86CB4B4D-7CA3-9044-876B-883B54F8677D}" type="slidenum">
              <a:rPr lang="en-US" smtClean="0"/>
              <a:pPr/>
              <a:t>‹#›</a:t>
            </a:fld>
            <a:endParaRPr lang="en-US"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0">
    <p:spTree>
      <p:nvGrpSpPr>
        <p:cNvPr id="1" name=""/>
        <p:cNvGrpSpPr/>
        <p:nvPr/>
      </p:nvGrpSpPr>
      <p:grpSpPr>
        <a:xfrm>
          <a:off x="0" y="0"/>
          <a:ext cx="0" cy="0"/>
          <a:chOff x="0" y="0"/>
          <a:chExt cx="0" cy="0"/>
        </a:xfrm>
      </p:grpSpPr>
      <p:sp>
        <p:nvSpPr>
          <p:cNvPr id="19" name="Shape 19"/>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lass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153400" y="6629400"/>
            <a:ext cx="762000" cy="184666"/>
          </a:xfrm>
        </p:spPr>
        <p:txBody>
          <a:bodyPr/>
          <a:lstStyle/>
          <a:p>
            <a:fld id="{86CB4B4D-7CA3-9044-876B-883B54F8677D}" type="slidenum">
              <a:rPr lang="en-US" smtClean="0"/>
              <a:pPr/>
              <a:t>‹#›</a:t>
            </a:fld>
            <a:endParaRPr lang="en-US" dirty="0"/>
          </a:p>
        </p:txBody>
      </p:sp>
      <p:sp>
        <p:nvSpPr>
          <p:cNvPr id="7" name="Content Placeholder 6"/>
          <p:cNvSpPr>
            <a:spLocks noGrp="1"/>
          </p:cNvSpPr>
          <p:nvPr>
            <p:ph sz="quarter" idx="11"/>
          </p:nvPr>
        </p:nvSpPr>
        <p:spPr>
          <a:xfrm>
            <a:off x="453080" y="1143000"/>
            <a:ext cx="7886700" cy="5486400"/>
          </a:xfrm>
        </p:spPr>
        <p:txBody>
          <a:bodyPr/>
          <a:lstStyle>
            <a:lvl1pPr marL="344488" indent="-227013">
              <a:buFont typeface="Wingdings" charset="2"/>
              <a:buChar char="§"/>
              <a:tabLst/>
              <a:defRPr sz="2800">
                <a:latin typeface="+mn-ea"/>
                <a:ea typeface="+mn-ea"/>
              </a:defRPr>
            </a:lvl1pPr>
            <a:lvl2pPr marL="688975" indent="-239713">
              <a:buFont typeface="Wingdings" charset="2"/>
              <a:buChar char="§"/>
              <a:tabLst/>
              <a:defRPr sz="2400">
                <a:latin typeface="+mn-ea"/>
                <a:ea typeface="+mn-ea"/>
              </a:defRPr>
            </a:lvl2pPr>
            <a:lvl3pPr marL="979488" indent="-230188">
              <a:buFont typeface="Wingdings" charset="2"/>
              <a:buChar char="§"/>
              <a:tabLst/>
              <a:defRPr sz="2400">
                <a:latin typeface="+mn-ea"/>
                <a:ea typeface="+mn-ea"/>
              </a:defRPr>
            </a:lvl3pPr>
            <a:lvl4pPr marL="1397793" indent="-354806">
              <a:buFont typeface="Wingdings" charset="2"/>
              <a:buChar char="§"/>
              <a:defRPr sz="2800">
                <a:latin typeface="+mn-ea"/>
                <a:ea typeface="+mn-ea"/>
              </a:defRPr>
            </a:lvl4pPr>
            <a:lvl5pPr marL="1610783" indent="-304270">
              <a:buFont typeface="Wingdings" charset="2"/>
              <a:buChar char="§"/>
              <a:defRPr sz="2800">
                <a:latin typeface="+mn-ea"/>
                <a:ea typeface="+mn-ea"/>
              </a:defRPr>
            </a:lvl5pPr>
          </a:lstStyle>
          <a:p>
            <a:pPr lvl="0"/>
            <a:r>
              <a:rPr lang="en-US" dirty="0"/>
              <a:t>Click to edit Master text styles</a:t>
            </a:r>
          </a:p>
          <a:p>
            <a:pPr lvl="1"/>
            <a:r>
              <a:rPr lang="en-US" dirty="0"/>
              <a:t>Second level</a:t>
            </a:r>
          </a:p>
          <a:p>
            <a:pPr lvl="2"/>
            <a:r>
              <a:rPr lang="en-US" dirty="0"/>
              <a:t>Third level</a:t>
            </a:r>
          </a:p>
        </p:txBody>
      </p:sp>
      <p:sp>
        <p:nvSpPr>
          <p:cNvPr id="16" name="Title 15"/>
          <p:cNvSpPr>
            <a:spLocks noGrp="1"/>
          </p:cNvSpPr>
          <p:nvPr>
            <p:ph type="title"/>
          </p:nvPr>
        </p:nvSpPr>
        <p:spPr>
          <a:xfrm>
            <a:off x="453080" y="381000"/>
            <a:ext cx="7886700" cy="533400"/>
          </a:xfrm>
        </p:spPr>
        <p:txBody>
          <a:bodyPr/>
          <a:lstStyle/>
          <a:p>
            <a:r>
              <a:rPr lang="en-US" dirty="0"/>
              <a:t>Click to edit Master title style</a:t>
            </a:r>
          </a:p>
        </p:txBody>
      </p:sp>
    </p:spTree>
    <p:extLst>
      <p:ext uri="{BB962C8B-B14F-4D97-AF65-F5344CB8AC3E}">
        <p14:creationId xmlns:p14="http://schemas.microsoft.com/office/powerpoint/2010/main" val="1268405620"/>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FDC9D377-0048-9CCF-C165-B1E2C8E9B626}"/>
              </a:ext>
            </a:extLst>
          </p:cNvPr>
          <p:cNvSpPr>
            <a:spLocks noGrp="1"/>
          </p:cNvSpPr>
          <p:nvPr>
            <p:ph type="sldNum" sz="quarter" idx="12"/>
          </p:nvPr>
        </p:nvSpPr>
        <p:spPr/>
        <p:txBody>
          <a:body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771590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t>www.id-book.com</a:t>
            </a:r>
          </a:p>
        </p:txBody>
      </p:sp>
    </p:spTree>
    <p:extLst>
      <p:ext uri="{BB962C8B-B14F-4D97-AF65-F5344CB8AC3E}">
        <p14:creationId xmlns:p14="http://schemas.microsoft.com/office/powerpoint/2010/main" val="836535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1"/>
        <p:cNvGrpSpPr/>
        <p:nvPr/>
      </p:nvGrpSpPr>
      <p:grpSpPr>
        <a:xfrm>
          <a:off x="0" y="0"/>
          <a:ext cx="0" cy="0"/>
          <a:chOff x="0" y="0"/>
          <a:chExt cx="0" cy="0"/>
        </a:xfrm>
      </p:grpSpPr>
      <p:cxnSp>
        <p:nvCxnSpPr>
          <p:cNvPr id="22" name="Shape 22"/>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23" name="Shape 23"/>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24" name="Shape 24"/>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25" name="Shape 25"/>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2400250" y="1683455"/>
            <a:ext cx="6321600" cy="4003200"/>
          </a:xfrm>
          <a:prstGeom prst="rect">
            <a:avLst/>
          </a:prstGeom>
        </p:spPr>
        <p:txBody>
          <a:bodyPr lIns="91425" tIns="91425" rIns="91425" bIns="91425" anchor="t" anchorCtr="0"/>
          <a:lstStyle>
            <a:lvl1pPr lvl="0">
              <a:spcBef>
                <a:spcPts val="0"/>
              </a:spcBef>
              <a:spcAft>
                <a:spcPts val="1200"/>
              </a:spcAft>
              <a:buChar char="●"/>
              <a:defRPr/>
            </a:lvl1pPr>
            <a:lvl2pPr lvl="1">
              <a:spcBef>
                <a:spcPts val="0"/>
              </a:spcBef>
              <a:buChar char="○"/>
              <a:defRPr/>
            </a:lvl2pPr>
            <a:lvl3pPr lvl="2">
              <a:spcBef>
                <a:spcPts val="0"/>
              </a:spcBef>
              <a:spcAft>
                <a:spcPts val="1200"/>
              </a:spcAft>
              <a:buChar char="■"/>
              <a:defRPr/>
            </a:lvl3pPr>
            <a:lvl4pPr lvl="3">
              <a:spcBef>
                <a:spcPts val="0"/>
              </a:spcBef>
              <a:spcAft>
                <a:spcPts val="1200"/>
              </a:spcAft>
              <a:buChar char="●"/>
              <a:defRPr/>
            </a:lvl4pPr>
            <a:lvl5pPr lvl="4">
              <a:spcBef>
                <a:spcPts val="0"/>
              </a:spcBef>
              <a:spcAft>
                <a:spcPts val="1200"/>
              </a:spcAft>
              <a:buChar char="○"/>
              <a:defRPr/>
            </a:lvl5pPr>
            <a:lvl6pPr lvl="5">
              <a:spcBef>
                <a:spcPts val="0"/>
              </a:spcBef>
              <a:spcAft>
                <a:spcPts val="1200"/>
              </a:spcAft>
              <a:buChar char="■"/>
              <a:defRPr/>
            </a:lvl6pPr>
            <a:lvl7pPr lvl="6">
              <a:spcBef>
                <a:spcPts val="0"/>
              </a:spcBef>
              <a:spcAft>
                <a:spcPts val="1200"/>
              </a:spcAft>
              <a:buChar char="●"/>
              <a:defRPr/>
            </a:lvl7pPr>
            <a:lvl8pPr lvl="7">
              <a:spcBef>
                <a:spcPts val="0"/>
              </a:spcBef>
              <a:spcAft>
                <a:spcPts val="1200"/>
              </a:spcAft>
              <a:buChar char="○"/>
              <a:defRPr/>
            </a:lvl8pPr>
            <a:lvl9pPr lvl="8">
              <a:spcBef>
                <a:spcPts val="0"/>
              </a:spcBef>
              <a:buChar char="■"/>
              <a:defRPr/>
            </a:lvl9pPr>
          </a:lstStyle>
          <a:p>
            <a:endParaRPr/>
          </a:p>
        </p:txBody>
      </p:sp>
      <p:sp>
        <p:nvSpPr>
          <p:cNvPr id="27" name="Shape 27"/>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80131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8"/>
        <p:cNvGrpSpPr/>
        <p:nvPr/>
      </p:nvGrpSpPr>
      <p:grpSpPr>
        <a:xfrm>
          <a:off x="0" y="0"/>
          <a:ext cx="0" cy="0"/>
          <a:chOff x="0" y="0"/>
          <a:chExt cx="0" cy="0"/>
        </a:xfrm>
      </p:grpSpPr>
      <p:cxnSp>
        <p:nvCxnSpPr>
          <p:cNvPr id="29" name="Shape 29"/>
          <p:cNvCxnSpPr/>
          <p:nvPr/>
        </p:nvCxnSpPr>
        <p:spPr>
          <a:xfrm>
            <a:off x="2477724" y="554200"/>
            <a:ext cx="6244200" cy="0"/>
          </a:xfrm>
          <a:prstGeom prst="straightConnector1">
            <a:avLst/>
          </a:prstGeom>
          <a:noFill/>
          <a:ln w="38100" cap="flat" cmpd="sng">
            <a:solidFill>
              <a:schemeClr val="dk2"/>
            </a:solidFill>
            <a:prstDash val="solid"/>
            <a:round/>
            <a:headEnd type="none" w="med" len="med"/>
            <a:tailEnd type="none" w="med" len="med"/>
          </a:ln>
        </p:spPr>
      </p:cxnSp>
      <p:cxnSp>
        <p:nvCxnSpPr>
          <p:cNvPr id="30" name="Shape 30"/>
          <p:cNvCxnSpPr/>
          <p:nvPr/>
        </p:nvCxnSpPr>
        <p:spPr>
          <a:xfrm>
            <a:off x="2477724" y="6320000"/>
            <a:ext cx="6244200" cy="0"/>
          </a:xfrm>
          <a:prstGeom prst="straightConnector1">
            <a:avLst/>
          </a:prstGeom>
          <a:noFill/>
          <a:ln w="19050" cap="flat" cmpd="sng">
            <a:solidFill>
              <a:schemeClr val="dk2"/>
            </a:solidFill>
            <a:prstDash val="solid"/>
            <a:round/>
            <a:headEnd type="none" w="med" len="med"/>
            <a:tailEnd type="none" w="med" len="med"/>
          </a:ln>
        </p:spPr>
      </p:cxnSp>
      <p:cxnSp>
        <p:nvCxnSpPr>
          <p:cNvPr id="31" name="Shape 31"/>
          <p:cNvCxnSpPr/>
          <p:nvPr/>
        </p:nvCxnSpPr>
        <p:spPr>
          <a:xfrm>
            <a:off x="425198" y="554200"/>
            <a:ext cx="183300" cy="0"/>
          </a:xfrm>
          <a:prstGeom prst="straightConnector1">
            <a:avLst/>
          </a:prstGeom>
          <a:noFill/>
          <a:ln w="19050" cap="flat" cmpd="sng">
            <a:solidFill>
              <a:schemeClr val="dk2"/>
            </a:solidFill>
            <a:prstDash val="solid"/>
            <a:round/>
            <a:headEnd type="none" w="med" len="med"/>
            <a:tailEnd type="none" w="med" len="med"/>
          </a:ln>
        </p:spPr>
      </p:cxnSp>
      <p:sp>
        <p:nvSpPr>
          <p:cNvPr id="32" name="Shape 32"/>
          <p:cNvSpPr txBox="1">
            <a:spLocks noGrp="1"/>
          </p:cNvSpPr>
          <p:nvPr>
            <p:ph type="title"/>
          </p:nvPr>
        </p:nvSpPr>
        <p:spPr>
          <a:xfrm>
            <a:off x="2400250" y="767933"/>
            <a:ext cx="6321600" cy="847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33" name="Shape 33"/>
          <p:cNvSpPr txBox="1">
            <a:spLocks noGrp="1"/>
          </p:cNvSpPr>
          <p:nvPr>
            <p:ph type="body" idx="1"/>
          </p:nvPr>
        </p:nvSpPr>
        <p:spPr>
          <a:xfrm>
            <a:off x="2386533"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4" name="Shape 34"/>
          <p:cNvSpPr txBox="1">
            <a:spLocks noGrp="1"/>
          </p:cNvSpPr>
          <p:nvPr>
            <p:ph type="body" idx="2"/>
          </p:nvPr>
        </p:nvSpPr>
        <p:spPr>
          <a:xfrm>
            <a:off x="5636802" y="1683455"/>
            <a:ext cx="3071400" cy="4003200"/>
          </a:xfrm>
          <a:prstGeom prst="rect">
            <a:avLst/>
          </a:prstGeom>
        </p:spPr>
        <p:txBody>
          <a:bodyPr lIns="91425" tIns="91425" rIns="91425" bIns="91425" anchor="t" anchorCtr="0"/>
          <a:lstStyle>
            <a:lvl1pPr lvl="0">
              <a:spcBef>
                <a:spcPts val="0"/>
              </a:spcBef>
              <a:spcAft>
                <a:spcPts val="1200"/>
              </a:spcAft>
              <a:buSzPct val="100000"/>
              <a:defRPr sz="1400"/>
            </a:lvl1pPr>
            <a:lvl2pPr lvl="1">
              <a:spcBef>
                <a:spcPts val="0"/>
              </a:spcBef>
              <a:spcAft>
                <a:spcPts val="1200"/>
              </a:spcAft>
              <a:buSzPct val="100000"/>
              <a:defRPr sz="1200"/>
            </a:lvl2pPr>
            <a:lvl3pPr lvl="2">
              <a:spcBef>
                <a:spcPts val="0"/>
              </a:spcBef>
              <a:spcAft>
                <a:spcPts val="1200"/>
              </a:spcAft>
              <a:buSzPct val="100000"/>
              <a:defRPr sz="1200"/>
            </a:lvl3pPr>
            <a:lvl4pPr lvl="3">
              <a:spcBef>
                <a:spcPts val="0"/>
              </a:spcBef>
              <a:spcAft>
                <a:spcPts val="1200"/>
              </a:spcAft>
              <a:buSzPct val="100000"/>
              <a:defRPr sz="1200"/>
            </a:lvl4pPr>
            <a:lvl5pPr lvl="4">
              <a:spcBef>
                <a:spcPts val="0"/>
              </a:spcBef>
              <a:spcAft>
                <a:spcPts val="1200"/>
              </a:spcAft>
              <a:buSzPct val="100000"/>
              <a:defRPr sz="1200"/>
            </a:lvl5pPr>
            <a:lvl6pPr lvl="5">
              <a:spcBef>
                <a:spcPts val="0"/>
              </a:spcBef>
              <a:spcAft>
                <a:spcPts val="1200"/>
              </a:spcAft>
              <a:buSzPct val="100000"/>
              <a:defRPr sz="1200"/>
            </a:lvl6pPr>
            <a:lvl7pPr lvl="6">
              <a:spcBef>
                <a:spcPts val="0"/>
              </a:spcBef>
              <a:spcAft>
                <a:spcPts val="1200"/>
              </a:spcAft>
              <a:buSzPct val="100000"/>
              <a:defRPr sz="1200"/>
            </a:lvl7pPr>
            <a:lvl8pPr lvl="7">
              <a:spcBef>
                <a:spcPts val="0"/>
              </a:spcBef>
              <a:spcAft>
                <a:spcPts val="1200"/>
              </a:spcAft>
              <a:buSzPct val="100000"/>
              <a:defRPr sz="1200"/>
            </a:lvl8pPr>
            <a:lvl9pPr lvl="8">
              <a:spcBef>
                <a:spcPts val="0"/>
              </a:spcBef>
              <a:spcAft>
                <a:spcPts val="1200"/>
              </a:spcAft>
              <a:buSzPct val="100000"/>
              <a:defRPr sz="1200"/>
            </a:lvl9pPr>
          </a:lstStyle>
          <a:p>
            <a:endParaRPr/>
          </a:p>
        </p:txBody>
      </p:sp>
      <p:sp>
        <p:nvSpPr>
          <p:cNvPr id="35" name="Shape 35"/>
          <p:cNvSpPr txBox="1">
            <a:spLocks noGrp="1"/>
          </p:cNvSpPr>
          <p:nvPr>
            <p:ph type="sldNum" idx="12"/>
          </p:nvPr>
        </p:nvSpPr>
        <p:spPr>
          <a:xfrm>
            <a:off x="8497999" y="6251678"/>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n"/>
              <a:t>‹#›</a:t>
            </a:fld>
            <a:endParaRPr lang="en"/>
          </a:p>
        </p:txBody>
      </p:sp>
    </p:spTree>
    <p:extLst>
      <p:ext uri="{BB962C8B-B14F-4D97-AF65-F5344CB8AC3E}">
        <p14:creationId xmlns:p14="http://schemas.microsoft.com/office/powerpoint/2010/main" val="1920080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hape 4"/>
          <p:cNvSpPr/>
          <p:nvPr/>
        </p:nvSpPr>
        <p:spPr>
          <a:xfrm>
            <a:off x="457199" y="989014"/>
            <a:ext cx="7882581" cy="1586"/>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 name="Shape 6"/>
          <p:cNvSpPr>
            <a:spLocks noGrp="1"/>
          </p:cNvSpPr>
          <p:nvPr>
            <p:ph type="body" idx="1"/>
          </p:nvPr>
        </p:nvSpPr>
        <p:spPr>
          <a:xfrm>
            <a:off x="457200" y="1246703"/>
            <a:ext cx="7882580" cy="5611297"/>
          </a:xfrm>
          <a:prstGeom prst="rect">
            <a:avLst/>
          </a:prstGeom>
          <a:ln w="12700">
            <a:miter lim="400000"/>
          </a:ln>
          <a:extLst>
            <a:ext uri="{C572A759-6A51-4108-AA02-DFA0A04FC94B}">
              <ma14:wrappingTextBoxFlag xmlns:ma14="http://schemas.microsoft.com/office/mac/drawingml/2011/main" xmlns="" val="1"/>
            </a:ext>
          </a:extLst>
        </p:spPr>
        <p:txBody>
          <a:bodyPr lIns="45719" rIns="45719"/>
          <a:lstStyle/>
          <a:p>
            <a:pPr marL="419100" lvl="0" indent="-382587">
              <a:spcBef>
                <a:spcPts val="700"/>
              </a:spcBef>
              <a:buClr>
                <a:srgbClr val="6EA0B0"/>
              </a:buClr>
              <a:buSzPct val="80000"/>
              <a:buFont typeface="Wingdings" panose="05000000000000000000" pitchFamily="2" charset="2"/>
              <a:buChar char="§"/>
              <a:defRPr sz="1800"/>
            </a:pPr>
            <a:r>
              <a:rPr sz="3000" dirty="0"/>
              <a:t>Body Level One</a:t>
            </a:r>
          </a:p>
          <a:p>
            <a:pPr lvl="1">
              <a:defRPr sz="1800"/>
            </a:pPr>
            <a:r>
              <a:rPr sz="3000" dirty="0"/>
              <a:t>Body Level Two</a:t>
            </a:r>
          </a:p>
          <a:p>
            <a:pPr lvl="2">
              <a:defRPr sz="1800"/>
            </a:pPr>
            <a:r>
              <a:rPr sz="3000" dirty="0"/>
              <a:t>Body Level Three</a:t>
            </a:r>
          </a:p>
          <a:p>
            <a:pPr lvl="3">
              <a:defRPr sz="1800"/>
            </a:pPr>
            <a:r>
              <a:rPr sz="3000" dirty="0"/>
              <a:t>Body Level Four</a:t>
            </a:r>
          </a:p>
          <a:p>
            <a:pPr lvl="4">
              <a:defRPr sz="1800"/>
            </a:pPr>
            <a:r>
              <a:rPr sz="3000" dirty="0"/>
              <a:t>Body Level Five</a:t>
            </a:r>
          </a:p>
        </p:txBody>
      </p:sp>
      <p:sp>
        <p:nvSpPr>
          <p:cNvPr id="7" name="Shape 7"/>
          <p:cNvSpPr>
            <a:spLocks noGrp="1"/>
          </p:cNvSpPr>
          <p:nvPr>
            <p:ph type="sldNum" sz="quarter" idx="2"/>
          </p:nvPr>
        </p:nvSpPr>
        <p:spPr>
          <a:xfrm>
            <a:off x="8153400" y="6601897"/>
            <a:ext cx="762000" cy="184666"/>
          </a:xfrm>
          <a:prstGeom prst="rect">
            <a:avLst/>
          </a:prstGeom>
          <a:ln w="12700">
            <a:miter lim="400000"/>
          </a:ln>
        </p:spPr>
        <p:txBody>
          <a:bodyPr lIns="0" tIns="0" rIns="0" bIns="0" anchor="b">
            <a:spAutoFit/>
          </a:bodyPr>
          <a:lstStyle>
            <a:lvl1pPr algn="r">
              <a:defRPr sz="1200"/>
            </a:lvl1pPr>
          </a:lstStyle>
          <a:p>
            <a:fld id="{86CB4B4D-7CA3-9044-876B-883B54F8677D}" type="slidenum">
              <a:rPr lang="en-US" smtClean="0"/>
              <a:pPr/>
              <a:t>‹#›</a:t>
            </a:fld>
            <a:endParaRPr lang="en-US" dirty="0"/>
          </a:p>
        </p:txBody>
      </p:sp>
      <p:sp>
        <p:nvSpPr>
          <p:cNvPr id="10" name="Title Placeholder 9"/>
          <p:cNvSpPr>
            <a:spLocks noGrp="1"/>
          </p:cNvSpPr>
          <p:nvPr>
            <p:ph type="title"/>
          </p:nvPr>
        </p:nvSpPr>
        <p:spPr>
          <a:xfrm>
            <a:off x="453080" y="152400"/>
            <a:ext cx="7886700" cy="563563"/>
          </a:xfrm>
          <a:prstGeom prst="rect">
            <a:avLst/>
          </a:prstGeom>
        </p:spPr>
        <p:txBody>
          <a:bodyPr vert="horz" lIns="91440" tIns="45720" rIns="91440" bIns="45720" rtlCol="0" anchor="ctr">
            <a:normAutofit/>
          </a:bodyPr>
          <a:lstStyle/>
          <a:p>
            <a:r>
              <a:rPr lang="en-US" dirty="0"/>
              <a:t>Click to edit Master title style</a:t>
            </a: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5" r:id="rId4"/>
    <p:sldLayoutId id="2147483657" r:id="rId5"/>
    <p:sldLayoutId id="2147483658" r:id="rId6"/>
    <p:sldLayoutId id="2147483659" r:id="rId7"/>
  </p:sldLayoutIdLst>
  <p:transition spd="med"/>
  <p:hf hdr="0" ftr="0" dt="0"/>
  <p:txStyles>
    <p:titleStyle>
      <a:lvl1pPr>
        <a:defRPr sz="3200">
          <a:latin typeface="+mn-lt"/>
          <a:ea typeface="Franklin Gothic Book"/>
          <a:cs typeface="Franklin Gothic Book"/>
          <a:sym typeface="Franklin Gothic Book"/>
        </a:defRPr>
      </a:lvl1pPr>
      <a:lvl2pPr>
        <a:defRPr sz="4600">
          <a:latin typeface="Franklin Gothic Book"/>
          <a:ea typeface="Franklin Gothic Book"/>
          <a:cs typeface="Franklin Gothic Book"/>
          <a:sym typeface="Franklin Gothic Book"/>
        </a:defRPr>
      </a:lvl2pPr>
      <a:lvl3pPr>
        <a:defRPr sz="4600">
          <a:latin typeface="Franklin Gothic Book"/>
          <a:ea typeface="Franklin Gothic Book"/>
          <a:cs typeface="Franklin Gothic Book"/>
          <a:sym typeface="Franklin Gothic Book"/>
        </a:defRPr>
      </a:lvl3pPr>
      <a:lvl4pPr>
        <a:defRPr sz="4600">
          <a:latin typeface="Franklin Gothic Book"/>
          <a:ea typeface="Franklin Gothic Book"/>
          <a:cs typeface="Franklin Gothic Book"/>
          <a:sym typeface="Franklin Gothic Book"/>
        </a:defRPr>
      </a:lvl4pPr>
      <a:lvl5pPr>
        <a:defRPr sz="4600">
          <a:latin typeface="Franklin Gothic Book"/>
          <a:ea typeface="Franklin Gothic Book"/>
          <a:cs typeface="Franklin Gothic Book"/>
          <a:sym typeface="Franklin Gothic Book"/>
        </a:defRPr>
      </a:lvl5pPr>
      <a:lvl6pPr indent="457200">
        <a:defRPr sz="4600">
          <a:latin typeface="Franklin Gothic Book"/>
          <a:ea typeface="Franklin Gothic Book"/>
          <a:cs typeface="Franklin Gothic Book"/>
          <a:sym typeface="Franklin Gothic Book"/>
        </a:defRPr>
      </a:lvl6pPr>
      <a:lvl7pPr indent="914400">
        <a:defRPr sz="4600">
          <a:latin typeface="Franklin Gothic Book"/>
          <a:ea typeface="Franklin Gothic Book"/>
          <a:cs typeface="Franklin Gothic Book"/>
          <a:sym typeface="Franklin Gothic Book"/>
        </a:defRPr>
      </a:lvl7pPr>
      <a:lvl8pPr indent="1371600">
        <a:defRPr sz="4600">
          <a:latin typeface="Franklin Gothic Book"/>
          <a:ea typeface="Franklin Gothic Book"/>
          <a:cs typeface="Franklin Gothic Book"/>
          <a:sym typeface="Franklin Gothic Book"/>
        </a:defRPr>
      </a:lvl8pPr>
      <a:lvl9pPr indent="1828800">
        <a:defRPr sz="4600">
          <a:latin typeface="Franklin Gothic Book"/>
          <a:ea typeface="Franklin Gothic Book"/>
          <a:cs typeface="Franklin Gothic Book"/>
          <a:sym typeface="Franklin Gothic Book"/>
        </a:defRPr>
      </a:lvl9pPr>
    </p:titleStyle>
    <p:bodyStyle>
      <a:lvl1pPr marL="550863" indent="-514350">
        <a:spcBef>
          <a:spcPts val="700"/>
        </a:spcBef>
        <a:buClr>
          <a:srgbClr val="6EA0B0"/>
        </a:buClr>
        <a:buSzPct val="80000"/>
        <a:buFont typeface="Arial" panose="020B0604020202020204" pitchFamily="34" charset="0"/>
        <a:buChar char="•"/>
        <a:defRPr sz="3000" dirty="0">
          <a:latin typeface="+mn-lt"/>
          <a:ea typeface="Arial"/>
          <a:cs typeface="Arial"/>
          <a:sym typeface="Arial"/>
        </a:defRPr>
      </a:lvl1pPr>
      <a:lvl2pPr marL="764320" indent="-315057">
        <a:spcBef>
          <a:spcPts val="700"/>
        </a:spcBef>
        <a:buClr>
          <a:srgbClr val="6EA0B0"/>
        </a:buClr>
        <a:buSzPct val="90000"/>
        <a:buFont typeface="Arial" panose="020B0604020202020204" pitchFamily="34" charset="0"/>
        <a:buChar char="•"/>
        <a:defRPr sz="3000">
          <a:latin typeface="+mn-lt"/>
          <a:ea typeface="Arial"/>
          <a:cs typeface="Arial"/>
          <a:sym typeface="Arial"/>
        </a:defRPr>
      </a:lvl2pPr>
      <a:lvl3pPr marL="1068784" indent="-319484">
        <a:spcBef>
          <a:spcPts val="700"/>
        </a:spcBef>
        <a:buClr>
          <a:srgbClr val="6EA0B0"/>
        </a:buClr>
        <a:buSzPct val="85000"/>
        <a:buFont typeface="Arial" panose="020B0604020202020204" pitchFamily="34" charset="0"/>
        <a:buChar char="•"/>
        <a:defRPr sz="3000">
          <a:latin typeface="+mn-lt"/>
          <a:ea typeface="Arial"/>
          <a:cs typeface="Arial"/>
          <a:sym typeface="Arial"/>
        </a:defRPr>
      </a:lvl3pPr>
      <a:lvl4pPr marL="1397793" indent="-354806">
        <a:spcBef>
          <a:spcPts val="700"/>
        </a:spcBef>
        <a:buClr>
          <a:srgbClr val="6EA0B0"/>
        </a:buClr>
        <a:buSzPct val="90000"/>
        <a:buFont typeface="Arial" panose="020B0604020202020204" pitchFamily="34" charset="0"/>
        <a:buChar char="•"/>
        <a:defRPr sz="3000">
          <a:latin typeface="+mn-lt"/>
          <a:ea typeface="Arial"/>
          <a:cs typeface="Arial"/>
          <a:sym typeface="Arial"/>
        </a:defRPr>
      </a:lvl4pPr>
      <a:lvl5pPr marL="1610783" indent="-304270">
        <a:spcBef>
          <a:spcPts val="700"/>
        </a:spcBef>
        <a:buClr>
          <a:srgbClr val="6EA0B0"/>
        </a:buClr>
        <a:buSzPct val="100000"/>
        <a:buFont typeface="Arial" panose="020B0604020202020204" pitchFamily="34" charset="0"/>
        <a:buChar char="•"/>
        <a:defRPr sz="3000">
          <a:latin typeface="+mn-lt"/>
          <a:ea typeface="Arial"/>
          <a:cs typeface="Arial"/>
          <a:sym typeface="Arial"/>
        </a:defRPr>
      </a:lvl5pPr>
      <a:lvl6pPr marL="2067983" indent="-304270">
        <a:spcBef>
          <a:spcPts val="700"/>
        </a:spcBef>
        <a:buClr>
          <a:srgbClr val="6EA0B0"/>
        </a:buClr>
        <a:buSzPct val="100000"/>
        <a:buFont typeface="Wingdings 2"/>
        <a:buChar char="•"/>
        <a:defRPr sz="3000">
          <a:latin typeface="Arial"/>
          <a:ea typeface="Arial"/>
          <a:cs typeface="Arial"/>
          <a:sym typeface="Arial"/>
        </a:defRPr>
      </a:lvl6pPr>
      <a:lvl7pPr marL="2525183" indent="-304270">
        <a:spcBef>
          <a:spcPts val="700"/>
        </a:spcBef>
        <a:buClr>
          <a:srgbClr val="6EA0B0"/>
        </a:buClr>
        <a:buSzPct val="100000"/>
        <a:buFont typeface="Wingdings 2"/>
        <a:buChar char="•"/>
        <a:defRPr sz="3000">
          <a:latin typeface="Arial"/>
          <a:ea typeface="Arial"/>
          <a:cs typeface="Arial"/>
          <a:sym typeface="Arial"/>
        </a:defRPr>
      </a:lvl7pPr>
      <a:lvl8pPr marL="2982383" indent="-304270">
        <a:spcBef>
          <a:spcPts val="700"/>
        </a:spcBef>
        <a:buClr>
          <a:srgbClr val="6EA0B0"/>
        </a:buClr>
        <a:buSzPct val="100000"/>
        <a:buFont typeface="Wingdings 2"/>
        <a:buChar char="•"/>
        <a:defRPr sz="3000">
          <a:latin typeface="Arial"/>
          <a:ea typeface="Arial"/>
          <a:cs typeface="Arial"/>
          <a:sym typeface="Arial"/>
        </a:defRPr>
      </a:lvl8pPr>
      <a:lvl9pPr marL="3439583" indent="-304270">
        <a:spcBef>
          <a:spcPts val="700"/>
        </a:spcBef>
        <a:buClr>
          <a:srgbClr val="6EA0B0"/>
        </a:buClr>
        <a:buSzPct val="100000"/>
        <a:buFont typeface="Wingdings 2"/>
        <a:buChar char="•"/>
        <a:defRPr sz="3000">
          <a:latin typeface="Arial"/>
          <a:ea typeface="Arial"/>
          <a:cs typeface="Arial"/>
          <a:sym typeface="Arial"/>
        </a:defRPr>
      </a:lvl9pPr>
    </p:bodyStyle>
    <p:otherStyle>
      <a:lvl1pPr>
        <a:defRPr>
          <a:solidFill>
            <a:schemeClr val="tx1"/>
          </a:solidFill>
          <a:latin typeface="+mn-lt"/>
          <a:ea typeface="+mn-ea"/>
          <a:cs typeface="+mn-cs"/>
          <a:sym typeface="Arial"/>
        </a:defRPr>
      </a:lvl1pPr>
      <a:lvl2pPr indent="457200">
        <a:defRPr>
          <a:solidFill>
            <a:schemeClr val="tx1"/>
          </a:solidFill>
          <a:latin typeface="+mn-lt"/>
          <a:ea typeface="+mn-ea"/>
          <a:cs typeface="+mn-cs"/>
          <a:sym typeface="Arial"/>
        </a:defRPr>
      </a:lvl2pPr>
      <a:lvl3pPr indent="914400">
        <a:defRPr>
          <a:solidFill>
            <a:schemeClr val="tx1"/>
          </a:solidFill>
          <a:latin typeface="+mn-lt"/>
          <a:ea typeface="+mn-ea"/>
          <a:cs typeface="+mn-cs"/>
          <a:sym typeface="Arial"/>
        </a:defRPr>
      </a:lvl3pPr>
      <a:lvl4pPr indent="1371600">
        <a:defRPr>
          <a:solidFill>
            <a:schemeClr val="tx1"/>
          </a:solidFill>
          <a:latin typeface="+mn-lt"/>
          <a:ea typeface="+mn-ea"/>
          <a:cs typeface="+mn-cs"/>
          <a:sym typeface="Arial"/>
        </a:defRPr>
      </a:lvl4pPr>
      <a:lvl5pPr indent="1828800">
        <a:defRPr>
          <a:solidFill>
            <a:schemeClr val="tx1"/>
          </a:solidFill>
          <a:latin typeface="+mn-lt"/>
          <a:ea typeface="+mn-ea"/>
          <a:cs typeface="+mn-cs"/>
          <a:sym typeface="Arial"/>
        </a:defRPr>
      </a:lvl5pPr>
      <a:lvl6pPr>
        <a:defRPr>
          <a:solidFill>
            <a:schemeClr val="tx1"/>
          </a:solidFill>
          <a:latin typeface="+mn-lt"/>
          <a:ea typeface="+mn-ea"/>
          <a:cs typeface="+mn-cs"/>
          <a:sym typeface="Arial"/>
        </a:defRPr>
      </a:lvl6pPr>
      <a:lvl7pPr>
        <a:defRPr>
          <a:solidFill>
            <a:schemeClr val="tx1"/>
          </a:solidFill>
          <a:latin typeface="+mn-lt"/>
          <a:ea typeface="+mn-ea"/>
          <a:cs typeface="+mn-cs"/>
          <a:sym typeface="Arial"/>
        </a:defRPr>
      </a:lvl7pPr>
      <a:lvl8pPr>
        <a:defRPr>
          <a:solidFill>
            <a:schemeClr val="tx1"/>
          </a:solidFill>
          <a:latin typeface="+mn-lt"/>
          <a:ea typeface="+mn-ea"/>
          <a:cs typeface="+mn-cs"/>
          <a:sym typeface="Arial"/>
        </a:defRPr>
      </a:lvl8pPr>
      <a:lvl9pPr>
        <a:defRPr>
          <a:solidFill>
            <a:schemeClr val="tx1"/>
          </a:solidFill>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 name="Shape 62"/>
          <p:cNvSpPr/>
          <p:nvPr/>
        </p:nvSpPr>
        <p:spPr>
          <a:xfrm>
            <a:off x="556910" y="3352800"/>
            <a:ext cx="7520290" cy="0"/>
          </a:xfrm>
          <a:prstGeom prst="line">
            <a:avLst/>
          </a:prstGeom>
          <a:ln>
            <a:solidFill>
              <a:srgbClr val="6A9DAE"/>
            </a:solidFill>
            <a:round/>
          </a:ln>
        </p:spPr>
        <p:txBody>
          <a:bodyPr lIns="0" tIns="0" rIns="0" bIns="0"/>
          <a:lstStyle/>
          <a:p>
            <a:pPr lvl="0" defTabSz="457200">
              <a:defRPr sz="1200">
                <a:latin typeface="+mj-lt"/>
                <a:ea typeface="+mj-ea"/>
                <a:cs typeface="+mj-cs"/>
                <a:sym typeface="Helvetica"/>
              </a:defRPr>
            </a:pPr>
            <a:endParaRPr/>
          </a:p>
        </p:txBody>
      </p:sp>
      <p:sp>
        <p:nvSpPr>
          <p:cNvPr id="64" name="Shape 64"/>
          <p:cNvSpPr/>
          <p:nvPr/>
        </p:nvSpPr>
        <p:spPr>
          <a:xfrm>
            <a:off x="1597023" y="6024930"/>
            <a:ext cx="6480177" cy="456535"/>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b">
            <a:spAutoFit/>
          </a:bodyPr>
          <a:lstStyle>
            <a:lvl1pPr algn="r">
              <a:spcBef>
                <a:spcPts val="200"/>
              </a:spcBef>
              <a:defRPr sz="1200"/>
            </a:lvl1pPr>
          </a:lstStyle>
          <a:p>
            <a:pPr lvl="0">
              <a:defRPr sz="1800"/>
            </a:pPr>
            <a:r>
              <a:rPr lang="en-US" sz="1400" dirty="0">
                <a:latin typeface="+mj-lt"/>
              </a:rPr>
              <a:t>ENP  111 – Use Related Risk Analysis </a:t>
            </a:r>
          </a:p>
          <a:p>
            <a:pPr lvl="0">
              <a:defRPr sz="1800"/>
            </a:pPr>
            <a:r>
              <a:rPr lang="en-US" sz="1400" dirty="0">
                <a:latin typeface="+mj-lt"/>
              </a:rPr>
              <a:t>Sami Durrani PhD and Eric Bergman PhD</a:t>
            </a:r>
            <a:endParaRPr sz="1400" dirty="0">
              <a:latin typeface="+mj-lt"/>
            </a:endParaRPr>
          </a:p>
        </p:txBody>
      </p:sp>
      <p:sp>
        <p:nvSpPr>
          <p:cNvPr id="4" name="TextBox 3">
            <a:extLst>
              <a:ext uri="{FF2B5EF4-FFF2-40B4-BE49-F238E27FC236}">
                <a16:creationId xmlns:a16="http://schemas.microsoft.com/office/drawing/2014/main" id="{FD5F1C20-1729-502B-6468-FFD00C5A83A8}"/>
              </a:ext>
            </a:extLst>
          </p:cNvPr>
          <p:cNvSpPr txBox="1"/>
          <p:nvPr/>
        </p:nvSpPr>
        <p:spPr>
          <a:xfrm>
            <a:off x="532256" y="3407628"/>
            <a:ext cx="7621143"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r"/>
            <a:r>
              <a:rPr lang="en-US" sz="2400" dirty="0"/>
              <a:t>Use Errors</a:t>
            </a:r>
            <a:endParaRPr lang="en-US" sz="2400" i="1" dirty="0"/>
          </a:p>
        </p:txBody>
      </p:sp>
      <p:pic>
        <p:nvPicPr>
          <p:cNvPr id="2" name="Tufts_univ_seal_blue.jpg">
            <a:extLst>
              <a:ext uri="{FF2B5EF4-FFF2-40B4-BE49-F238E27FC236}">
                <a16:creationId xmlns:a16="http://schemas.microsoft.com/office/drawing/2014/main" id="{C013F735-3FCA-1210-BE7A-ECC80AB53D69}"/>
              </a:ext>
            </a:extLst>
          </p:cNvPr>
          <p:cNvPicPr/>
          <p:nvPr/>
        </p:nvPicPr>
        <p:blipFill>
          <a:blip r:embed="rId3">
            <a:extLst>
              <a:ext uri="{28A0092B-C50C-407E-A947-70E740481C1C}">
                <a14:useLocalDpi xmlns:a14="http://schemas.microsoft.com/office/drawing/2010/main" val="0"/>
              </a:ext>
            </a:extLst>
          </a:blip>
          <a:srcRect/>
          <a:stretch/>
        </p:blipFill>
        <p:spPr>
          <a:xfrm>
            <a:off x="29936" y="2133600"/>
            <a:ext cx="2774496" cy="1635583"/>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2</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452438" y="1143000"/>
            <a:ext cx="7886700" cy="5486400"/>
          </a:xfrm>
        </p:spPr>
        <p:txBody>
          <a:bodyPr/>
          <a:lstStyle/>
          <a:p>
            <a:r>
              <a:rPr lang="en-US" u="sng" dirty="0"/>
              <a:t>FDA definition:</a:t>
            </a:r>
            <a:r>
              <a:rPr lang="en-US" dirty="0"/>
              <a:t> User action or lack of action that was different from that expected by the manufacturer and caused a result that:</a:t>
            </a:r>
          </a:p>
          <a:p>
            <a:pPr lvl="1"/>
            <a:r>
              <a:rPr lang="en-US" dirty="0"/>
              <a:t>(1) was different from the </a:t>
            </a:r>
            <a:r>
              <a:rPr lang="en-US" u="sng" dirty="0"/>
              <a:t>result</a:t>
            </a:r>
            <a:r>
              <a:rPr lang="en-US" dirty="0"/>
              <a:t> expected by the user and </a:t>
            </a:r>
          </a:p>
          <a:p>
            <a:pPr lvl="1"/>
            <a:r>
              <a:rPr lang="en-US" dirty="0"/>
              <a:t>(2) was </a:t>
            </a:r>
            <a:r>
              <a:rPr lang="en-US" u="sng" dirty="0"/>
              <a:t>not</a:t>
            </a:r>
            <a:r>
              <a:rPr lang="en-US" dirty="0"/>
              <a:t> caused </a:t>
            </a:r>
            <a:r>
              <a:rPr lang="en-US" u="sng" dirty="0"/>
              <a:t>solely</a:t>
            </a:r>
            <a:r>
              <a:rPr lang="en-US" dirty="0"/>
              <a:t> by device failure and</a:t>
            </a:r>
          </a:p>
          <a:p>
            <a:pPr lvl="1"/>
            <a:r>
              <a:rPr lang="en-US" dirty="0"/>
              <a:t>(3) did or could </a:t>
            </a:r>
            <a:r>
              <a:rPr lang="en-US" u="sng" dirty="0"/>
              <a:t>result in harm</a:t>
            </a:r>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What is a use error?</a:t>
            </a:r>
          </a:p>
        </p:txBody>
      </p:sp>
    </p:spTree>
    <p:extLst>
      <p:ext uri="{BB962C8B-B14F-4D97-AF65-F5344CB8AC3E}">
        <p14:creationId xmlns:p14="http://schemas.microsoft.com/office/powerpoint/2010/main" val="16900229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81B519-E559-4947-B00D-7BF94388527A}"/>
              </a:ext>
            </a:extLst>
          </p:cNvPr>
          <p:cNvSpPr txBox="1"/>
          <p:nvPr/>
        </p:nvSpPr>
        <p:spPr>
          <a:xfrm>
            <a:off x="609600" y="3352800"/>
            <a:ext cx="4267200"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en-US" dirty="0">
                <a:solidFill>
                  <a:srgbClr val="000000"/>
                </a:solidFill>
              </a:rPr>
              <a:t>Let’s look at a few case studies</a:t>
            </a: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300680108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CB22C-2D27-2BFD-55F9-E66D1E683772}"/>
              </a:ext>
            </a:extLst>
          </p:cNvPr>
          <p:cNvSpPr>
            <a:spLocks noGrp="1"/>
          </p:cNvSpPr>
          <p:nvPr>
            <p:ph type="title"/>
          </p:nvPr>
        </p:nvSpPr>
        <p:spPr>
          <a:xfrm>
            <a:off x="457200" y="274638"/>
            <a:ext cx="8229600" cy="1143000"/>
          </a:xfrm>
        </p:spPr>
        <p:txBody>
          <a:bodyPr anchor="ctr">
            <a:normAutofit/>
          </a:bodyPr>
          <a:lstStyle/>
          <a:p>
            <a:r>
              <a:rPr lang="en-US" dirty="0"/>
              <a:t>Hospital Bed</a:t>
            </a:r>
          </a:p>
        </p:txBody>
      </p:sp>
      <p:pic>
        <p:nvPicPr>
          <p:cNvPr id="6" name="Content Placeholder 5" descr="A person pushing a hospital bed&#10;&#10;Description automatically generated">
            <a:extLst>
              <a:ext uri="{FF2B5EF4-FFF2-40B4-BE49-F238E27FC236}">
                <a16:creationId xmlns:a16="http://schemas.microsoft.com/office/drawing/2014/main" id="{3DEC456F-965F-B6AC-38EB-B222F1B12933}"/>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6048" r="4721" b="1"/>
          <a:stretch/>
        </p:blipFill>
        <p:spPr>
          <a:xfrm>
            <a:off x="457200" y="1600200"/>
            <a:ext cx="4038600" cy="4525963"/>
          </a:xfrm>
          <a:noFill/>
        </p:spPr>
      </p:pic>
      <p:sp>
        <p:nvSpPr>
          <p:cNvPr id="11" name="Content Placeholder 3">
            <a:extLst>
              <a:ext uri="{FF2B5EF4-FFF2-40B4-BE49-F238E27FC236}">
                <a16:creationId xmlns:a16="http://schemas.microsoft.com/office/drawing/2014/main" id="{9A0F5AF6-9894-33B7-E64C-DEE657A81A0B}"/>
              </a:ext>
            </a:extLst>
          </p:cNvPr>
          <p:cNvSpPr>
            <a:spLocks noGrp="1"/>
          </p:cNvSpPr>
          <p:nvPr>
            <p:ph sz="half" idx="2"/>
          </p:nvPr>
        </p:nvSpPr>
        <p:spPr>
          <a:xfrm>
            <a:off x="4648200" y="1600200"/>
            <a:ext cx="4038600" cy="4525963"/>
          </a:xfrm>
        </p:spPr>
        <p:txBody>
          <a:bodyPr/>
          <a:lstStyle/>
          <a:p>
            <a:pPr marL="117475" indent="0">
              <a:buNone/>
            </a:pPr>
            <a:r>
              <a:rPr lang="en-US" sz="2000" dirty="0"/>
              <a:t>A hospital staff member is transporting a hospital bed from one room to another. </a:t>
            </a:r>
          </a:p>
          <a:p>
            <a:pPr marL="117475" indent="0">
              <a:buNone/>
            </a:pPr>
            <a:r>
              <a:rPr lang="en-US" sz="2000" dirty="0"/>
              <a:t>After positioning the hospital bed in the new room, the staff member is unsure of the exact desired bed placement, so decides to leave without locking the brakes to enable the station nurse to easily reposition the bed. </a:t>
            </a:r>
          </a:p>
          <a:p>
            <a:pPr marL="117475" indent="0">
              <a:buNone/>
            </a:pPr>
            <a:r>
              <a:rPr lang="en-US" sz="2000" dirty="0"/>
              <a:t>The staff member meant to inform the duty nurse that the bed’s brakes were not set but forgets to do.</a:t>
            </a:r>
          </a:p>
          <a:p>
            <a:pPr marL="36513" indent="0">
              <a:buNone/>
            </a:pPr>
            <a:endParaRPr lang="en-US" dirty="0"/>
          </a:p>
        </p:txBody>
      </p:sp>
      <p:sp>
        <p:nvSpPr>
          <p:cNvPr id="2" name="Slide Number Placeholder 1" hidden="1">
            <a:extLst>
              <a:ext uri="{FF2B5EF4-FFF2-40B4-BE49-F238E27FC236}">
                <a16:creationId xmlns:a16="http://schemas.microsoft.com/office/drawing/2014/main" id="{BDD1A99C-1F89-116D-18F3-FC302F61E1C3}"/>
              </a:ext>
            </a:extLst>
          </p:cNvPr>
          <p:cNvSpPr>
            <a:spLocks noGrp="1"/>
          </p:cNvSpPr>
          <p:nvPr>
            <p:ph type="sldNum" sz="quarter" idx="12"/>
          </p:nvPr>
        </p:nvSpPr>
        <p:spPr>
          <a:xfrm>
            <a:off x="8153400" y="6629400"/>
            <a:ext cx="762000" cy="184666"/>
          </a:xfrm>
        </p:spPr>
        <p:txBody>
          <a:bodyPr/>
          <a:lstStyle/>
          <a:p>
            <a:pPr>
              <a:spcAft>
                <a:spcPts val="600"/>
              </a:spcAft>
            </a:pPr>
            <a:fld id="{86CB4B4D-7CA3-9044-876B-883B54F8677D}" type="slidenum">
              <a:rPr lang="en-US" smtClean="0"/>
              <a:pPr>
                <a:spcAft>
                  <a:spcPts val="600"/>
                </a:spcAft>
              </a:pPr>
              <a:t>4</a:t>
            </a:fld>
            <a:endParaRPr lang="en-US"/>
          </a:p>
        </p:txBody>
      </p:sp>
    </p:spTree>
    <p:extLst>
      <p:ext uri="{BB962C8B-B14F-4D97-AF65-F5344CB8AC3E}">
        <p14:creationId xmlns:p14="http://schemas.microsoft.com/office/powerpoint/2010/main" val="44207194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CB22C-2D27-2BFD-55F9-E66D1E683772}"/>
              </a:ext>
            </a:extLst>
          </p:cNvPr>
          <p:cNvSpPr>
            <a:spLocks noGrp="1"/>
          </p:cNvSpPr>
          <p:nvPr>
            <p:ph type="title"/>
          </p:nvPr>
        </p:nvSpPr>
        <p:spPr>
          <a:xfrm>
            <a:off x="457200" y="274638"/>
            <a:ext cx="8229600" cy="1143000"/>
          </a:xfrm>
        </p:spPr>
        <p:txBody>
          <a:bodyPr anchor="ctr">
            <a:normAutofit/>
          </a:bodyPr>
          <a:lstStyle/>
          <a:p>
            <a:r>
              <a:rPr lang="en-US" dirty="0"/>
              <a:t>Hospital Bed</a:t>
            </a:r>
          </a:p>
        </p:txBody>
      </p:sp>
      <p:sp>
        <p:nvSpPr>
          <p:cNvPr id="2055" name="Content Placeholder 2">
            <a:extLst>
              <a:ext uri="{FF2B5EF4-FFF2-40B4-BE49-F238E27FC236}">
                <a16:creationId xmlns:a16="http://schemas.microsoft.com/office/drawing/2014/main" id="{A873AA67-7849-9CA9-6B08-4C5D87A836F7}"/>
              </a:ext>
            </a:extLst>
          </p:cNvPr>
          <p:cNvSpPr>
            <a:spLocks noGrp="1"/>
          </p:cNvSpPr>
          <p:nvPr>
            <p:ph sz="half" idx="1"/>
          </p:nvPr>
        </p:nvSpPr>
        <p:spPr>
          <a:xfrm>
            <a:off x="457200" y="1600200"/>
            <a:ext cx="4038600" cy="4525963"/>
          </a:xfrm>
        </p:spPr>
        <p:txBody>
          <a:bodyPr/>
          <a:lstStyle/>
          <a:p>
            <a:pPr marL="36513" indent="0">
              <a:buNone/>
            </a:pPr>
            <a:r>
              <a:rPr lang="en-US" dirty="0"/>
              <a:t>New patient arrives and the duty nurse helps patient into bed. Nurse starts to pull the side rails up, which causes the bed to move and spin out of control.</a:t>
            </a:r>
          </a:p>
        </p:txBody>
      </p:sp>
      <p:pic>
        <p:nvPicPr>
          <p:cNvPr id="2050" name="Picture 2" descr="patient is trying to lie down in a hospital bed and the bed moves and the patient falls. photo realistic. diffused light shining through full wall window in the background">
            <a:extLst>
              <a:ext uri="{FF2B5EF4-FFF2-40B4-BE49-F238E27FC236}">
                <a16:creationId xmlns:a16="http://schemas.microsoft.com/office/drawing/2014/main" id="{851A7446-629C-6D65-34AD-85457F3F07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28" r="3041" b="1"/>
          <a:stretch/>
        </p:blipFill>
        <p:spPr bwMode="auto">
          <a:xfrm>
            <a:off x="4648200" y="1600200"/>
            <a:ext cx="4038600" cy="4525963"/>
          </a:xfrm>
          <a:prstGeom prst="rect">
            <a:avLst/>
          </a:prstGeom>
          <a:solidFill>
            <a:srgbClr val="FFFFFF"/>
          </a:solidFill>
        </p:spPr>
      </p:pic>
      <p:sp>
        <p:nvSpPr>
          <p:cNvPr id="2" name="Slide Number Placeholder 1" hidden="1">
            <a:extLst>
              <a:ext uri="{FF2B5EF4-FFF2-40B4-BE49-F238E27FC236}">
                <a16:creationId xmlns:a16="http://schemas.microsoft.com/office/drawing/2014/main" id="{BDD1A99C-1F89-116D-18F3-FC302F61E1C3}"/>
              </a:ext>
            </a:extLst>
          </p:cNvPr>
          <p:cNvSpPr>
            <a:spLocks noGrp="1"/>
          </p:cNvSpPr>
          <p:nvPr>
            <p:ph type="sldNum" sz="quarter" idx="12"/>
          </p:nvPr>
        </p:nvSpPr>
        <p:spPr>
          <a:xfrm>
            <a:off x="8153400" y="6629400"/>
            <a:ext cx="762000" cy="184666"/>
          </a:xfrm>
        </p:spPr>
        <p:txBody>
          <a:bodyPr/>
          <a:lstStyle/>
          <a:p>
            <a:pPr>
              <a:spcAft>
                <a:spcPts val="600"/>
              </a:spcAft>
            </a:pPr>
            <a:fld id="{86CB4B4D-7CA3-9044-876B-883B54F8677D}" type="slidenum">
              <a:rPr lang="en-US" smtClean="0"/>
              <a:pPr>
                <a:spcAft>
                  <a:spcPts val="600"/>
                </a:spcAft>
              </a:pPr>
              <a:t>5</a:t>
            </a:fld>
            <a:endParaRPr lang="en-US"/>
          </a:p>
        </p:txBody>
      </p:sp>
    </p:spTree>
    <p:extLst>
      <p:ext uri="{BB962C8B-B14F-4D97-AF65-F5344CB8AC3E}">
        <p14:creationId xmlns:p14="http://schemas.microsoft.com/office/powerpoint/2010/main" val="201254617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Slide Number Placeholder 1">
            <a:extLst>
              <a:ext uri="{FF2B5EF4-FFF2-40B4-BE49-F238E27FC236}">
                <a16:creationId xmlns:a16="http://schemas.microsoft.com/office/drawing/2014/main" id="{45EB9D80-081F-3B32-E977-09028100FD15}"/>
              </a:ext>
            </a:extLst>
          </p:cNvPr>
          <p:cNvSpPr>
            <a:spLocks noGrp="1"/>
          </p:cNvSpPr>
          <p:nvPr>
            <p:ph type="sldNum" sz="quarter" idx="10"/>
          </p:nvPr>
        </p:nvSpPr>
        <p:spPr>
          <a:xfrm>
            <a:off x="8153400" y="6629400"/>
            <a:ext cx="762000" cy="184666"/>
          </a:xfrm>
        </p:spPr>
        <p:txBody>
          <a:bodyPr/>
          <a:lstStyle/>
          <a:p>
            <a:pPr>
              <a:spcAft>
                <a:spcPts val="600"/>
              </a:spcAft>
            </a:pPr>
            <a:fld id="{86CB4B4D-7CA3-9044-876B-883B54F8677D}" type="slidenum">
              <a:rPr lang="en-US" smtClean="0"/>
              <a:pPr>
                <a:spcAft>
                  <a:spcPts val="600"/>
                </a:spcAft>
              </a:pPr>
              <a:t>6</a:t>
            </a:fld>
            <a:endParaRPr lang="en-US"/>
          </a:p>
        </p:txBody>
      </p:sp>
      <p:pic>
        <p:nvPicPr>
          <p:cNvPr id="4098" name="Picture 2" descr="patient is trying to lie down in a hospital bed and the bed moves and the patient falls. photo realistic. diffused light shining through full wall window in the background">
            <a:extLst>
              <a:ext uri="{FF2B5EF4-FFF2-40B4-BE49-F238E27FC236}">
                <a16:creationId xmlns:a16="http://schemas.microsoft.com/office/drawing/2014/main" id="{D8D65CE1-0093-3AF8-C687-D95AC8A036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433" r="1" b="14002"/>
          <a:stretch/>
        </p:blipFill>
        <p:spPr bwMode="auto">
          <a:xfrm>
            <a:off x="1174652" y="1143000"/>
            <a:ext cx="6794695" cy="4267200"/>
          </a:xfrm>
          <a:prstGeom prst="rect">
            <a:avLst/>
          </a:prstGeom>
          <a:solidFill>
            <a:srgbClr val="FFFFFF"/>
          </a:solidFill>
        </p:spPr>
      </p:pic>
      <p:sp>
        <p:nvSpPr>
          <p:cNvPr id="4" name="Title 3">
            <a:extLst>
              <a:ext uri="{FF2B5EF4-FFF2-40B4-BE49-F238E27FC236}">
                <a16:creationId xmlns:a16="http://schemas.microsoft.com/office/drawing/2014/main" id="{615CB22C-2D27-2BFD-55F9-E66D1E683772}"/>
              </a:ext>
            </a:extLst>
          </p:cNvPr>
          <p:cNvSpPr>
            <a:spLocks noGrp="1"/>
          </p:cNvSpPr>
          <p:nvPr>
            <p:ph type="title"/>
          </p:nvPr>
        </p:nvSpPr>
        <p:spPr>
          <a:xfrm>
            <a:off x="453080" y="381000"/>
            <a:ext cx="7886700" cy="533400"/>
          </a:xfrm>
        </p:spPr>
        <p:txBody>
          <a:bodyPr anchor="ctr">
            <a:normAutofit fontScale="90000"/>
          </a:bodyPr>
          <a:lstStyle/>
          <a:p>
            <a:pPr>
              <a:lnSpc>
                <a:spcPct val="90000"/>
              </a:lnSpc>
            </a:pPr>
            <a:r>
              <a:rPr lang="en-US" dirty="0"/>
              <a:t>Hospital Bed</a:t>
            </a:r>
            <a:endParaRPr lang="en-US"/>
          </a:p>
        </p:txBody>
      </p:sp>
      <p:sp>
        <p:nvSpPr>
          <p:cNvPr id="2" name="Slide Number Placeholder 1" hidden="1">
            <a:extLst>
              <a:ext uri="{FF2B5EF4-FFF2-40B4-BE49-F238E27FC236}">
                <a16:creationId xmlns:a16="http://schemas.microsoft.com/office/drawing/2014/main" id="{BDD1A99C-1F89-116D-18F3-FC302F61E1C3}"/>
              </a:ext>
            </a:extLst>
          </p:cNvPr>
          <p:cNvSpPr>
            <a:spLocks noGrp="1"/>
          </p:cNvSpPr>
          <p:nvPr>
            <p:ph type="sldNum" sz="quarter" idx="4294967295"/>
          </p:nvPr>
        </p:nvSpPr>
        <p:spPr>
          <a:xfrm>
            <a:off x="8153400" y="6629400"/>
            <a:ext cx="762000" cy="184666"/>
          </a:xfrm>
        </p:spPr>
        <p:txBody>
          <a:bodyPr/>
          <a:lstStyle/>
          <a:p>
            <a:pPr>
              <a:spcAft>
                <a:spcPts val="600"/>
              </a:spcAft>
            </a:pPr>
            <a:fld id="{86CB4B4D-7CA3-9044-876B-883B54F8677D}" type="slidenum">
              <a:rPr lang="en-US" smtClean="0"/>
              <a:pPr>
                <a:spcAft>
                  <a:spcPts val="600"/>
                </a:spcAft>
              </a:pPr>
              <a:t>6</a:t>
            </a:fld>
            <a:endParaRPr lang="en-US"/>
          </a:p>
        </p:txBody>
      </p:sp>
      <p:sp>
        <p:nvSpPr>
          <p:cNvPr id="6" name="Content Placeholder 2">
            <a:extLst>
              <a:ext uri="{FF2B5EF4-FFF2-40B4-BE49-F238E27FC236}">
                <a16:creationId xmlns:a16="http://schemas.microsoft.com/office/drawing/2014/main" id="{17C8CAC9-5F2C-44E2-4FAA-2DE2EA6C6E6B}"/>
              </a:ext>
            </a:extLst>
          </p:cNvPr>
          <p:cNvSpPr txBox="1">
            <a:spLocks/>
          </p:cNvSpPr>
          <p:nvPr/>
        </p:nvSpPr>
        <p:spPr>
          <a:xfrm>
            <a:off x="1100780" y="5486400"/>
            <a:ext cx="7239000" cy="1447800"/>
          </a:xfrm>
          <a:prstGeom prst="rect">
            <a:avLst/>
          </a:prstGeom>
        </p:spPr>
        <p:txBody>
          <a:bodyPr/>
          <a:lstStyle>
            <a:lvl1pPr marL="550863" indent="-514350">
              <a:spcBef>
                <a:spcPts val="700"/>
              </a:spcBef>
              <a:buClr>
                <a:srgbClr val="6EA0B0"/>
              </a:buClr>
              <a:buSzPct val="80000"/>
              <a:buFont typeface="Arial" panose="020B0604020202020204" pitchFamily="34" charset="0"/>
              <a:buChar char="•"/>
              <a:defRPr sz="3000" dirty="0">
                <a:latin typeface="+mn-lt"/>
                <a:ea typeface="Arial"/>
                <a:cs typeface="Arial"/>
                <a:sym typeface="Arial"/>
              </a:defRPr>
            </a:lvl1pPr>
            <a:lvl2pPr marL="764320" indent="-315057">
              <a:spcBef>
                <a:spcPts val="700"/>
              </a:spcBef>
              <a:buClr>
                <a:srgbClr val="6EA0B0"/>
              </a:buClr>
              <a:buSzPct val="90000"/>
              <a:buFont typeface="Arial" panose="020B0604020202020204" pitchFamily="34" charset="0"/>
              <a:buChar char="•"/>
              <a:defRPr sz="3000">
                <a:latin typeface="+mn-lt"/>
                <a:ea typeface="Arial"/>
                <a:cs typeface="Arial"/>
                <a:sym typeface="Arial"/>
              </a:defRPr>
            </a:lvl2pPr>
            <a:lvl3pPr marL="1068784" indent="-319484">
              <a:spcBef>
                <a:spcPts val="700"/>
              </a:spcBef>
              <a:buClr>
                <a:srgbClr val="6EA0B0"/>
              </a:buClr>
              <a:buSzPct val="85000"/>
              <a:buFont typeface="Arial" panose="020B0604020202020204" pitchFamily="34" charset="0"/>
              <a:buChar char="•"/>
              <a:defRPr sz="3000">
                <a:latin typeface="+mn-lt"/>
                <a:ea typeface="Arial"/>
                <a:cs typeface="Arial"/>
                <a:sym typeface="Arial"/>
              </a:defRPr>
            </a:lvl3pPr>
            <a:lvl4pPr marL="1397793" indent="-354806">
              <a:spcBef>
                <a:spcPts val="700"/>
              </a:spcBef>
              <a:buClr>
                <a:srgbClr val="6EA0B0"/>
              </a:buClr>
              <a:buSzPct val="90000"/>
              <a:buFont typeface="Arial" panose="020B0604020202020204" pitchFamily="34" charset="0"/>
              <a:buChar char="•"/>
              <a:defRPr sz="3000">
                <a:latin typeface="+mn-lt"/>
                <a:ea typeface="Arial"/>
                <a:cs typeface="Arial"/>
                <a:sym typeface="Arial"/>
              </a:defRPr>
            </a:lvl4pPr>
            <a:lvl5pPr marL="1610783" indent="-304270">
              <a:spcBef>
                <a:spcPts val="700"/>
              </a:spcBef>
              <a:buClr>
                <a:srgbClr val="6EA0B0"/>
              </a:buClr>
              <a:buSzPct val="100000"/>
              <a:buFont typeface="Arial" panose="020B0604020202020204" pitchFamily="34" charset="0"/>
              <a:buChar char="•"/>
              <a:defRPr sz="3000">
                <a:latin typeface="+mn-lt"/>
                <a:ea typeface="Arial"/>
                <a:cs typeface="Arial"/>
                <a:sym typeface="Arial"/>
              </a:defRPr>
            </a:lvl5pPr>
            <a:lvl6pPr marL="2067983" indent="-304270">
              <a:spcBef>
                <a:spcPts val="700"/>
              </a:spcBef>
              <a:buClr>
                <a:srgbClr val="6EA0B0"/>
              </a:buClr>
              <a:buSzPct val="100000"/>
              <a:buFont typeface="Wingdings 2"/>
              <a:buChar char="•"/>
              <a:defRPr sz="3000">
                <a:latin typeface="Arial"/>
                <a:ea typeface="Arial"/>
                <a:cs typeface="Arial"/>
                <a:sym typeface="Arial"/>
              </a:defRPr>
            </a:lvl6pPr>
            <a:lvl7pPr marL="2525183" indent="-304270">
              <a:spcBef>
                <a:spcPts val="700"/>
              </a:spcBef>
              <a:buClr>
                <a:srgbClr val="6EA0B0"/>
              </a:buClr>
              <a:buSzPct val="100000"/>
              <a:buFont typeface="Wingdings 2"/>
              <a:buChar char="•"/>
              <a:defRPr sz="3000">
                <a:latin typeface="Arial"/>
                <a:ea typeface="Arial"/>
                <a:cs typeface="Arial"/>
                <a:sym typeface="Arial"/>
              </a:defRPr>
            </a:lvl7pPr>
            <a:lvl8pPr marL="2982383" indent="-304270">
              <a:spcBef>
                <a:spcPts val="700"/>
              </a:spcBef>
              <a:buClr>
                <a:srgbClr val="6EA0B0"/>
              </a:buClr>
              <a:buSzPct val="100000"/>
              <a:buFont typeface="Wingdings 2"/>
              <a:buChar char="•"/>
              <a:defRPr sz="3000">
                <a:latin typeface="Arial"/>
                <a:ea typeface="Arial"/>
                <a:cs typeface="Arial"/>
                <a:sym typeface="Arial"/>
              </a:defRPr>
            </a:lvl8pPr>
            <a:lvl9pPr marL="3439583" indent="-304270">
              <a:spcBef>
                <a:spcPts val="700"/>
              </a:spcBef>
              <a:buClr>
                <a:srgbClr val="6EA0B0"/>
              </a:buClr>
              <a:buSzPct val="100000"/>
              <a:buFont typeface="Wingdings 2"/>
              <a:buChar char="•"/>
              <a:defRPr sz="3000">
                <a:latin typeface="Arial"/>
                <a:ea typeface="Arial"/>
                <a:cs typeface="Arial"/>
                <a:sym typeface="Arial"/>
              </a:defRPr>
            </a:lvl9pPr>
          </a:lstStyle>
          <a:p>
            <a:pPr marL="36513" indent="0">
              <a:buFont typeface="Arial" panose="020B0604020202020204" pitchFamily="34" charset="0"/>
              <a:buNone/>
            </a:pPr>
            <a:r>
              <a:rPr lang="en-US" sz="2800" dirty="0"/>
              <a:t>Thankfully, the nurse was able to catch the bed and secure it before anyone was hurt</a:t>
            </a:r>
          </a:p>
        </p:txBody>
      </p:sp>
    </p:spTree>
    <p:extLst>
      <p:ext uri="{BB962C8B-B14F-4D97-AF65-F5344CB8AC3E}">
        <p14:creationId xmlns:p14="http://schemas.microsoft.com/office/powerpoint/2010/main" val="264912986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96B48-C34C-F935-7312-9940A56E758C}"/>
              </a:ext>
            </a:extLst>
          </p:cNvPr>
          <p:cNvSpPr>
            <a:spLocks noGrp="1"/>
          </p:cNvSpPr>
          <p:nvPr>
            <p:ph type="sldNum" sz="quarter" idx="10"/>
          </p:nvPr>
        </p:nvSpPr>
        <p:spPr/>
        <p:txBody>
          <a:bodyPr/>
          <a:lstStyle/>
          <a:p>
            <a:fld id="{86CB4B4D-7CA3-9044-876B-883B54F8677D}" type="slidenum">
              <a:rPr lang="en-US" smtClean="0"/>
              <a:pPr/>
              <a:t>7</a:t>
            </a:fld>
            <a:endParaRPr lang="en-US" dirty="0"/>
          </a:p>
        </p:txBody>
      </p:sp>
      <p:sp>
        <p:nvSpPr>
          <p:cNvPr id="3" name="Content Placeholder 2">
            <a:extLst>
              <a:ext uri="{FF2B5EF4-FFF2-40B4-BE49-F238E27FC236}">
                <a16:creationId xmlns:a16="http://schemas.microsoft.com/office/drawing/2014/main" id="{4B7685AC-3376-2C09-B774-BA80FCF22266}"/>
              </a:ext>
            </a:extLst>
          </p:cNvPr>
          <p:cNvSpPr>
            <a:spLocks noGrp="1"/>
          </p:cNvSpPr>
          <p:nvPr>
            <p:ph sz="quarter" idx="11"/>
          </p:nvPr>
        </p:nvSpPr>
        <p:spPr/>
        <p:txBody>
          <a:bodyPr/>
          <a:lstStyle/>
          <a:p>
            <a:pPr algn="l"/>
            <a:r>
              <a:rPr lang="en-US" sz="1800" dirty="0"/>
              <a:t>In a bustling hospital's echoing hall, a bed transported, wheels and all. From one room to next, it made its trip, with each turn and twist, a careful grip.</a:t>
            </a:r>
          </a:p>
          <a:p>
            <a:pPr algn="l"/>
            <a:r>
              <a:rPr lang="en-US" sz="1800" dirty="0"/>
              <a:t>The staffer, with intent so kind, left the brakes unset, it slipped his mind. Thinking the nurse would adjust its station, he left, lost in his next task's fascination.</a:t>
            </a:r>
          </a:p>
          <a:p>
            <a:pPr algn="l"/>
            <a:r>
              <a:rPr lang="en-US" sz="1800" dirty="0"/>
              <a:t>But as fate would have it, the tale unfolds, a new patient arrives, a story yet untold. The duty nurse, with care profound, helps the patient, with soft voices around.</a:t>
            </a:r>
          </a:p>
          <a:p>
            <a:pPr algn="l"/>
            <a:r>
              <a:rPr lang="en-US" sz="1800" dirty="0"/>
              <a:t>Yet as he reached to secure the rail, the bed began to drift, starting a frail tale. It spun and twirled, a dance so wild, danger lurking, for nurse and the beguiled.</a:t>
            </a:r>
          </a:p>
          <a:p>
            <a:pPr algn="l"/>
            <a:r>
              <a:rPr lang="en-US" sz="1800" dirty="0"/>
              <a:t>But quick in thought and swift in action, the nurse's grip became the main attraction. With strength and grace, he steadied the ride, ensuring the patient's safety, with pride on his side.</a:t>
            </a:r>
          </a:p>
          <a:p>
            <a:pPr algn="l"/>
            <a:r>
              <a:rPr lang="en-US" sz="1800" dirty="0"/>
              <a:t>A lesson learned in that fleeting spell, in a hospital’s dance, where stories dwell. For in moments of haste, things may go astray, but vigilance and care will save the day!</a:t>
            </a:r>
          </a:p>
          <a:p>
            <a:endParaRPr lang="en-US" dirty="0"/>
          </a:p>
        </p:txBody>
      </p:sp>
      <p:sp>
        <p:nvSpPr>
          <p:cNvPr id="4" name="Title 3">
            <a:extLst>
              <a:ext uri="{FF2B5EF4-FFF2-40B4-BE49-F238E27FC236}">
                <a16:creationId xmlns:a16="http://schemas.microsoft.com/office/drawing/2014/main" id="{14D2AD10-36A0-1733-8620-7527CA40CFD8}"/>
              </a:ext>
            </a:extLst>
          </p:cNvPr>
          <p:cNvSpPr>
            <a:spLocks noGrp="1"/>
          </p:cNvSpPr>
          <p:nvPr>
            <p:ph type="title"/>
          </p:nvPr>
        </p:nvSpPr>
        <p:spPr/>
        <p:txBody>
          <a:bodyPr>
            <a:normAutofit fontScale="90000"/>
          </a:bodyPr>
          <a:lstStyle/>
          <a:p>
            <a:r>
              <a:rPr lang="en-US" dirty="0"/>
              <a:t>Previous scenario as a poem</a:t>
            </a:r>
          </a:p>
        </p:txBody>
      </p:sp>
    </p:spTree>
    <p:extLst>
      <p:ext uri="{BB962C8B-B14F-4D97-AF65-F5344CB8AC3E}">
        <p14:creationId xmlns:p14="http://schemas.microsoft.com/office/powerpoint/2010/main" val="399922700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459BA1-722E-A38C-062F-73898999CE85}"/>
              </a:ext>
            </a:extLst>
          </p:cNvPr>
          <p:cNvSpPr>
            <a:spLocks noGrp="1"/>
          </p:cNvSpPr>
          <p:nvPr>
            <p:ph type="sldNum" sz="quarter" idx="10"/>
          </p:nvPr>
        </p:nvSpPr>
        <p:spPr/>
        <p:txBody>
          <a:bodyPr/>
          <a:lstStyle/>
          <a:p>
            <a:fld id="{86CB4B4D-7CA3-9044-876B-883B54F8677D}" type="slidenum">
              <a:rPr lang="en-US" smtClean="0"/>
              <a:pPr/>
              <a:t>8</a:t>
            </a:fld>
            <a:endParaRPr lang="en-US" dirty="0"/>
          </a:p>
        </p:txBody>
      </p:sp>
      <p:sp>
        <p:nvSpPr>
          <p:cNvPr id="3" name="Content Placeholder 2">
            <a:extLst>
              <a:ext uri="{FF2B5EF4-FFF2-40B4-BE49-F238E27FC236}">
                <a16:creationId xmlns:a16="http://schemas.microsoft.com/office/drawing/2014/main" id="{9BB02A92-C040-A99C-E1D3-BC9CEFF356F7}"/>
              </a:ext>
            </a:extLst>
          </p:cNvPr>
          <p:cNvSpPr>
            <a:spLocks noGrp="1"/>
          </p:cNvSpPr>
          <p:nvPr>
            <p:ph sz="quarter" idx="11"/>
          </p:nvPr>
        </p:nvSpPr>
        <p:spPr/>
        <p:txBody>
          <a:bodyPr/>
          <a:lstStyle/>
          <a:p>
            <a:pPr marL="117475" indent="0">
              <a:buNone/>
            </a:pPr>
            <a:r>
              <a:rPr lang="en-US" dirty="0"/>
              <a:t>Was there a use error?</a:t>
            </a:r>
          </a:p>
          <a:p>
            <a:pPr marL="117475" indent="0">
              <a:buNone/>
            </a:pPr>
            <a:endParaRPr lang="en-US" dirty="0"/>
          </a:p>
          <a:p>
            <a:pPr marL="117475" indent="0">
              <a:buNone/>
            </a:pPr>
            <a:r>
              <a:rPr lang="en-US" dirty="0"/>
              <a:t>Was there only one? Or multiple?</a:t>
            </a:r>
          </a:p>
          <a:p>
            <a:pPr marL="117475" indent="0">
              <a:buNone/>
            </a:pPr>
            <a:endParaRPr lang="en-US" dirty="0"/>
          </a:p>
        </p:txBody>
      </p:sp>
      <p:sp>
        <p:nvSpPr>
          <p:cNvPr id="4" name="Title 3">
            <a:extLst>
              <a:ext uri="{FF2B5EF4-FFF2-40B4-BE49-F238E27FC236}">
                <a16:creationId xmlns:a16="http://schemas.microsoft.com/office/drawing/2014/main" id="{D645C967-5075-9AF6-384E-5F08368561A7}"/>
              </a:ext>
            </a:extLst>
          </p:cNvPr>
          <p:cNvSpPr>
            <a:spLocks noGrp="1"/>
          </p:cNvSpPr>
          <p:nvPr>
            <p:ph type="title"/>
          </p:nvPr>
        </p:nvSpPr>
        <p:spPr/>
        <p:txBody>
          <a:bodyPr>
            <a:normAutofit fontScale="90000"/>
          </a:bodyPr>
          <a:lstStyle/>
          <a:p>
            <a:r>
              <a:rPr lang="en-US" dirty="0"/>
              <a:t>Hospital Bed</a:t>
            </a:r>
          </a:p>
        </p:txBody>
      </p:sp>
    </p:spTree>
    <p:extLst>
      <p:ext uri="{BB962C8B-B14F-4D97-AF65-F5344CB8AC3E}">
        <p14:creationId xmlns:p14="http://schemas.microsoft.com/office/powerpoint/2010/main" val="386407403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CB22C-2D27-2BFD-55F9-E66D1E683772}"/>
              </a:ext>
            </a:extLst>
          </p:cNvPr>
          <p:cNvSpPr>
            <a:spLocks noGrp="1"/>
          </p:cNvSpPr>
          <p:nvPr>
            <p:ph type="title"/>
          </p:nvPr>
        </p:nvSpPr>
        <p:spPr>
          <a:xfrm>
            <a:off x="457200" y="274638"/>
            <a:ext cx="8229600" cy="1143000"/>
          </a:xfrm>
        </p:spPr>
        <p:txBody>
          <a:bodyPr anchor="ctr">
            <a:normAutofit/>
          </a:bodyPr>
          <a:lstStyle/>
          <a:p>
            <a:r>
              <a:rPr lang="en-US" dirty="0"/>
              <a:t>Hospital Bed</a:t>
            </a:r>
          </a:p>
        </p:txBody>
      </p:sp>
      <p:pic>
        <p:nvPicPr>
          <p:cNvPr id="6" name="Content Placeholder 5" descr="A person pushing a hospital bed&#10;&#10;Description automatically generated">
            <a:extLst>
              <a:ext uri="{FF2B5EF4-FFF2-40B4-BE49-F238E27FC236}">
                <a16:creationId xmlns:a16="http://schemas.microsoft.com/office/drawing/2014/main" id="{3DEC456F-965F-B6AC-38EB-B222F1B12933}"/>
              </a:ext>
            </a:extLst>
          </p:cNvPr>
          <p:cNvPicPr>
            <a:picLocks noGrp="1" noChangeAspect="1"/>
          </p:cNvPicPr>
          <p:nvPr>
            <p:ph sz="half" idx="1"/>
          </p:nvPr>
        </p:nvPicPr>
        <p:blipFill rotWithShape="1">
          <a:blip r:embed="rId3">
            <a:extLst>
              <a:ext uri="{28A0092B-C50C-407E-A947-70E740481C1C}">
                <a14:useLocalDpi xmlns:a14="http://schemas.microsoft.com/office/drawing/2010/main" val="0"/>
              </a:ext>
            </a:extLst>
          </a:blip>
          <a:srcRect l="6048" r="4721" b="1"/>
          <a:stretch/>
        </p:blipFill>
        <p:spPr>
          <a:xfrm>
            <a:off x="457200" y="1600200"/>
            <a:ext cx="4038600" cy="4525963"/>
          </a:xfrm>
          <a:noFill/>
        </p:spPr>
      </p:pic>
      <p:sp>
        <p:nvSpPr>
          <p:cNvPr id="11" name="Content Placeholder 3">
            <a:extLst>
              <a:ext uri="{FF2B5EF4-FFF2-40B4-BE49-F238E27FC236}">
                <a16:creationId xmlns:a16="http://schemas.microsoft.com/office/drawing/2014/main" id="{9A0F5AF6-9894-33B7-E64C-DEE657A81A0B}"/>
              </a:ext>
            </a:extLst>
          </p:cNvPr>
          <p:cNvSpPr>
            <a:spLocks noGrp="1"/>
          </p:cNvSpPr>
          <p:nvPr>
            <p:ph sz="half" idx="2"/>
          </p:nvPr>
        </p:nvSpPr>
        <p:spPr>
          <a:xfrm>
            <a:off x="4648200" y="1600200"/>
            <a:ext cx="4038600" cy="4525963"/>
          </a:xfrm>
        </p:spPr>
        <p:txBody>
          <a:bodyPr/>
          <a:lstStyle/>
          <a:p>
            <a:pPr marL="117475" indent="0">
              <a:buNone/>
            </a:pPr>
            <a:r>
              <a:rPr lang="en-US" sz="2000" dirty="0"/>
              <a:t>A hospital staff member is transporting a hospital bed from one room to another. </a:t>
            </a:r>
          </a:p>
          <a:p>
            <a:pPr marL="117475" indent="0">
              <a:buNone/>
            </a:pPr>
            <a:r>
              <a:rPr lang="en-US" sz="2000" dirty="0"/>
              <a:t>After positioning the hospital bed in the new room, the staff member is unsure of the exact desired bed placement, so decides to leave without locking the brakes to enable the station nurse to easily reposition the bed. </a:t>
            </a:r>
          </a:p>
          <a:p>
            <a:pPr marL="117475" indent="0">
              <a:buNone/>
            </a:pPr>
            <a:r>
              <a:rPr lang="en-US" sz="2000" dirty="0"/>
              <a:t>The staff member meant to inform the duty nurse that the bed’s brakes were not set but forgets to do.</a:t>
            </a:r>
          </a:p>
          <a:p>
            <a:pPr marL="36513" indent="0">
              <a:buNone/>
            </a:pPr>
            <a:endParaRPr lang="en-US" dirty="0"/>
          </a:p>
        </p:txBody>
      </p:sp>
      <p:sp>
        <p:nvSpPr>
          <p:cNvPr id="2" name="Slide Number Placeholder 1" hidden="1">
            <a:extLst>
              <a:ext uri="{FF2B5EF4-FFF2-40B4-BE49-F238E27FC236}">
                <a16:creationId xmlns:a16="http://schemas.microsoft.com/office/drawing/2014/main" id="{BDD1A99C-1F89-116D-18F3-FC302F61E1C3}"/>
              </a:ext>
            </a:extLst>
          </p:cNvPr>
          <p:cNvSpPr>
            <a:spLocks noGrp="1"/>
          </p:cNvSpPr>
          <p:nvPr>
            <p:ph type="sldNum" sz="quarter" idx="12"/>
          </p:nvPr>
        </p:nvSpPr>
        <p:spPr>
          <a:xfrm>
            <a:off x="8153400" y="6629400"/>
            <a:ext cx="762000" cy="184666"/>
          </a:xfrm>
        </p:spPr>
        <p:txBody>
          <a:bodyPr/>
          <a:lstStyle/>
          <a:p>
            <a:pPr>
              <a:spcAft>
                <a:spcPts val="600"/>
              </a:spcAft>
            </a:pPr>
            <a:fld id="{86CB4B4D-7CA3-9044-876B-883B54F8677D}" type="slidenum">
              <a:rPr lang="en-US" smtClean="0"/>
              <a:pPr>
                <a:spcAft>
                  <a:spcPts val="600"/>
                </a:spcAft>
              </a:pPr>
              <a:t>9</a:t>
            </a:fld>
            <a:endParaRPr lang="en-US"/>
          </a:p>
        </p:txBody>
      </p:sp>
      <p:sp>
        <p:nvSpPr>
          <p:cNvPr id="3" name="Rectangle 2">
            <a:extLst>
              <a:ext uri="{FF2B5EF4-FFF2-40B4-BE49-F238E27FC236}">
                <a16:creationId xmlns:a16="http://schemas.microsoft.com/office/drawing/2014/main" id="{9693D8AB-2231-0062-5D5F-89CD1D321263}"/>
              </a:ext>
            </a:extLst>
          </p:cNvPr>
          <p:cNvSpPr/>
          <p:nvPr/>
        </p:nvSpPr>
        <p:spPr>
          <a:xfrm>
            <a:off x="4724400" y="3276600"/>
            <a:ext cx="3657600" cy="540327"/>
          </a:xfrm>
          <a:custGeom>
            <a:avLst/>
            <a:gdLst>
              <a:gd name="connsiteX0" fmla="*/ 0 w 3657600"/>
              <a:gd name="connsiteY0" fmla="*/ 0 h 540327"/>
              <a:gd name="connsiteX1" fmla="*/ 573024 w 3657600"/>
              <a:gd name="connsiteY1" fmla="*/ 0 h 540327"/>
              <a:gd name="connsiteX2" fmla="*/ 1072896 w 3657600"/>
              <a:gd name="connsiteY2" fmla="*/ 0 h 540327"/>
              <a:gd name="connsiteX3" fmla="*/ 1755648 w 3657600"/>
              <a:gd name="connsiteY3" fmla="*/ 0 h 540327"/>
              <a:gd name="connsiteX4" fmla="*/ 2328672 w 3657600"/>
              <a:gd name="connsiteY4" fmla="*/ 0 h 540327"/>
              <a:gd name="connsiteX5" fmla="*/ 2901696 w 3657600"/>
              <a:gd name="connsiteY5" fmla="*/ 0 h 540327"/>
              <a:gd name="connsiteX6" fmla="*/ 3657600 w 3657600"/>
              <a:gd name="connsiteY6" fmla="*/ 0 h 540327"/>
              <a:gd name="connsiteX7" fmla="*/ 3657600 w 3657600"/>
              <a:gd name="connsiteY7" fmla="*/ 540327 h 540327"/>
              <a:gd name="connsiteX8" fmla="*/ 3048000 w 3657600"/>
              <a:gd name="connsiteY8" fmla="*/ 540327 h 540327"/>
              <a:gd name="connsiteX9" fmla="*/ 2548128 w 3657600"/>
              <a:gd name="connsiteY9" fmla="*/ 540327 h 540327"/>
              <a:gd name="connsiteX10" fmla="*/ 1938528 w 3657600"/>
              <a:gd name="connsiteY10" fmla="*/ 540327 h 540327"/>
              <a:gd name="connsiteX11" fmla="*/ 1328928 w 3657600"/>
              <a:gd name="connsiteY11" fmla="*/ 540327 h 540327"/>
              <a:gd name="connsiteX12" fmla="*/ 755904 w 3657600"/>
              <a:gd name="connsiteY12" fmla="*/ 540327 h 540327"/>
              <a:gd name="connsiteX13" fmla="*/ 0 w 3657600"/>
              <a:gd name="connsiteY13" fmla="*/ 540327 h 540327"/>
              <a:gd name="connsiteX14" fmla="*/ 0 w 3657600"/>
              <a:gd name="connsiteY14" fmla="*/ 0 h 54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7600" h="540327" extrusionOk="0">
                <a:moveTo>
                  <a:pt x="0" y="0"/>
                </a:moveTo>
                <a:cubicBezTo>
                  <a:pt x="153534" y="-19803"/>
                  <a:pt x="288729" y="-8840"/>
                  <a:pt x="573024" y="0"/>
                </a:cubicBezTo>
                <a:cubicBezTo>
                  <a:pt x="857319" y="8840"/>
                  <a:pt x="884769" y="-15804"/>
                  <a:pt x="1072896" y="0"/>
                </a:cubicBezTo>
                <a:cubicBezTo>
                  <a:pt x="1261023" y="15804"/>
                  <a:pt x="1460490" y="10239"/>
                  <a:pt x="1755648" y="0"/>
                </a:cubicBezTo>
                <a:cubicBezTo>
                  <a:pt x="2050806" y="-10239"/>
                  <a:pt x="2119783" y="2915"/>
                  <a:pt x="2328672" y="0"/>
                </a:cubicBezTo>
                <a:cubicBezTo>
                  <a:pt x="2537561" y="-2915"/>
                  <a:pt x="2686088" y="9644"/>
                  <a:pt x="2901696" y="0"/>
                </a:cubicBezTo>
                <a:cubicBezTo>
                  <a:pt x="3117304" y="-9644"/>
                  <a:pt x="3472388" y="-23206"/>
                  <a:pt x="3657600" y="0"/>
                </a:cubicBezTo>
                <a:cubicBezTo>
                  <a:pt x="3637647" y="130850"/>
                  <a:pt x="3648359" y="323042"/>
                  <a:pt x="3657600" y="540327"/>
                </a:cubicBezTo>
                <a:cubicBezTo>
                  <a:pt x="3436115" y="542062"/>
                  <a:pt x="3181968" y="566268"/>
                  <a:pt x="3048000" y="540327"/>
                </a:cubicBezTo>
                <a:cubicBezTo>
                  <a:pt x="2914032" y="514386"/>
                  <a:pt x="2737837" y="548222"/>
                  <a:pt x="2548128" y="540327"/>
                </a:cubicBezTo>
                <a:cubicBezTo>
                  <a:pt x="2358419" y="532432"/>
                  <a:pt x="2217574" y="512329"/>
                  <a:pt x="1938528" y="540327"/>
                </a:cubicBezTo>
                <a:cubicBezTo>
                  <a:pt x="1659482" y="568325"/>
                  <a:pt x="1592016" y="522853"/>
                  <a:pt x="1328928" y="540327"/>
                </a:cubicBezTo>
                <a:cubicBezTo>
                  <a:pt x="1065840" y="557801"/>
                  <a:pt x="899949" y="533083"/>
                  <a:pt x="755904" y="540327"/>
                </a:cubicBezTo>
                <a:cubicBezTo>
                  <a:pt x="611859" y="547571"/>
                  <a:pt x="220858" y="572016"/>
                  <a:pt x="0" y="540327"/>
                </a:cubicBezTo>
                <a:cubicBezTo>
                  <a:pt x="-13766" y="285237"/>
                  <a:pt x="-26125" y="193183"/>
                  <a:pt x="0" y="0"/>
                </a:cubicBezTo>
                <a:close/>
              </a:path>
            </a:pathLst>
          </a:custGeom>
          <a:noFill/>
          <a:ln w="25400" cap="flat">
            <a:solidFill>
              <a:srgbClr val="FF0000"/>
            </a:solidFill>
            <a:prstDash val="solid"/>
            <a:bevel/>
            <a:extLst>
              <a:ext uri="{C807C97D-BFC1-408E-A445-0C87EB9F89A2}">
                <ask:lineSketchStyleProps xmlns:ask="http://schemas.microsoft.com/office/drawing/2018/sketchyshapes" sd="1219033472">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5" name="Rectangle 4">
            <a:extLst>
              <a:ext uri="{FF2B5EF4-FFF2-40B4-BE49-F238E27FC236}">
                <a16:creationId xmlns:a16="http://schemas.microsoft.com/office/drawing/2014/main" id="{E5EEDC00-3FE3-BF75-F247-82041F3D1FB8}"/>
              </a:ext>
            </a:extLst>
          </p:cNvPr>
          <p:cNvSpPr/>
          <p:nvPr/>
        </p:nvSpPr>
        <p:spPr>
          <a:xfrm>
            <a:off x="4762500" y="3810000"/>
            <a:ext cx="3924300" cy="430129"/>
          </a:xfrm>
          <a:custGeom>
            <a:avLst/>
            <a:gdLst>
              <a:gd name="connsiteX0" fmla="*/ 0 w 3924300"/>
              <a:gd name="connsiteY0" fmla="*/ 0 h 430129"/>
              <a:gd name="connsiteX1" fmla="*/ 654050 w 3924300"/>
              <a:gd name="connsiteY1" fmla="*/ 0 h 430129"/>
              <a:gd name="connsiteX2" fmla="*/ 1347343 w 3924300"/>
              <a:gd name="connsiteY2" fmla="*/ 0 h 430129"/>
              <a:gd name="connsiteX3" fmla="*/ 2001393 w 3924300"/>
              <a:gd name="connsiteY3" fmla="*/ 0 h 430129"/>
              <a:gd name="connsiteX4" fmla="*/ 2694686 w 3924300"/>
              <a:gd name="connsiteY4" fmla="*/ 0 h 430129"/>
              <a:gd name="connsiteX5" fmla="*/ 3924300 w 3924300"/>
              <a:gd name="connsiteY5" fmla="*/ 0 h 430129"/>
              <a:gd name="connsiteX6" fmla="*/ 3924300 w 3924300"/>
              <a:gd name="connsiteY6" fmla="*/ 430129 h 430129"/>
              <a:gd name="connsiteX7" fmla="*/ 3231007 w 3924300"/>
              <a:gd name="connsiteY7" fmla="*/ 430129 h 430129"/>
              <a:gd name="connsiteX8" fmla="*/ 2655443 w 3924300"/>
              <a:gd name="connsiteY8" fmla="*/ 430129 h 430129"/>
              <a:gd name="connsiteX9" fmla="*/ 2040636 w 3924300"/>
              <a:gd name="connsiteY9" fmla="*/ 430129 h 430129"/>
              <a:gd name="connsiteX10" fmla="*/ 1308100 w 3924300"/>
              <a:gd name="connsiteY10" fmla="*/ 430129 h 430129"/>
              <a:gd name="connsiteX11" fmla="*/ 693293 w 3924300"/>
              <a:gd name="connsiteY11" fmla="*/ 430129 h 430129"/>
              <a:gd name="connsiteX12" fmla="*/ 0 w 3924300"/>
              <a:gd name="connsiteY12" fmla="*/ 430129 h 430129"/>
              <a:gd name="connsiteX13" fmla="*/ 0 w 3924300"/>
              <a:gd name="connsiteY13" fmla="*/ 0 h 43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24300" h="430129" extrusionOk="0">
                <a:moveTo>
                  <a:pt x="0" y="0"/>
                </a:moveTo>
                <a:cubicBezTo>
                  <a:pt x="196704" y="8206"/>
                  <a:pt x="426925" y="-28443"/>
                  <a:pt x="654050" y="0"/>
                </a:cubicBezTo>
                <a:cubicBezTo>
                  <a:pt x="881175" y="28443"/>
                  <a:pt x="1191416" y="7418"/>
                  <a:pt x="1347343" y="0"/>
                </a:cubicBezTo>
                <a:cubicBezTo>
                  <a:pt x="1503270" y="-7418"/>
                  <a:pt x="1862989" y="-1340"/>
                  <a:pt x="2001393" y="0"/>
                </a:cubicBezTo>
                <a:cubicBezTo>
                  <a:pt x="2139797" y="1340"/>
                  <a:pt x="2352294" y="5727"/>
                  <a:pt x="2694686" y="0"/>
                </a:cubicBezTo>
                <a:cubicBezTo>
                  <a:pt x="3037078" y="-5727"/>
                  <a:pt x="3530896" y="48732"/>
                  <a:pt x="3924300" y="0"/>
                </a:cubicBezTo>
                <a:cubicBezTo>
                  <a:pt x="3934625" y="123963"/>
                  <a:pt x="3908772" y="244456"/>
                  <a:pt x="3924300" y="430129"/>
                </a:cubicBezTo>
                <a:cubicBezTo>
                  <a:pt x="3617659" y="456764"/>
                  <a:pt x="3432934" y="455247"/>
                  <a:pt x="3231007" y="430129"/>
                </a:cubicBezTo>
                <a:cubicBezTo>
                  <a:pt x="3029080" y="405011"/>
                  <a:pt x="2771859" y="455347"/>
                  <a:pt x="2655443" y="430129"/>
                </a:cubicBezTo>
                <a:cubicBezTo>
                  <a:pt x="2539027" y="404911"/>
                  <a:pt x="2274848" y="407233"/>
                  <a:pt x="2040636" y="430129"/>
                </a:cubicBezTo>
                <a:cubicBezTo>
                  <a:pt x="1806424" y="453025"/>
                  <a:pt x="1586122" y="428473"/>
                  <a:pt x="1308100" y="430129"/>
                </a:cubicBezTo>
                <a:cubicBezTo>
                  <a:pt x="1030078" y="431785"/>
                  <a:pt x="920899" y="434320"/>
                  <a:pt x="693293" y="430129"/>
                </a:cubicBezTo>
                <a:cubicBezTo>
                  <a:pt x="465687" y="425938"/>
                  <a:pt x="155388" y="461311"/>
                  <a:pt x="0" y="430129"/>
                </a:cubicBezTo>
                <a:cubicBezTo>
                  <a:pt x="-1832" y="319778"/>
                  <a:pt x="12323" y="158834"/>
                  <a:pt x="0" y="0"/>
                </a:cubicBezTo>
                <a:close/>
              </a:path>
            </a:pathLst>
          </a:custGeom>
          <a:noFill/>
          <a:ln w="25400" cap="flat">
            <a:solidFill>
              <a:srgbClr val="FF0000"/>
            </a:solidFill>
            <a:prstDash val="solid"/>
            <a:bevel/>
            <a:extLst>
              <a:ext uri="{C807C97D-BFC1-408E-A445-0C87EB9F89A2}">
                <ask:lineSketchStyleProps xmlns:ask="http://schemas.microsoft.com/office/drawing/2018/sketchyshapes" sd="399823571">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7" name="Rectangle 6">
            <a:extLst>
              <a:ext uri="{FF2B5EF4-FFF2-40B4-BE49-F238E27FC236}">
                <a16:creationId xmlns:a16="http://schemas.microsoft.com/office/drawing/2014/main" id="{A865CE4D-A165-9C3A-317D-36F8E3971CE4}"/>
              </a:ext>
            </a:extLst>
          </p:cNvPr>
          <p:cNvSpPr/>
          <p:nvPr/>
        </p:nvSpPr>
        <p:spPr>
          <a:xfrm>
            <a:off x="4724400" y="5791200"/>
            <a:ext cx="3733800" cy="623891"/>
          </a:xfrm>
          <a:custGeom>
            <a:avLst/>
            <a:gdLst>
              <a:gd name="connsiteX0" fmla="*/ 0 w 3733800"/>
              <a:gd name="connsiteY0" fmla="*/ 0 h 623891"/>
              <a:gd name="connsiteX1" fmla="*/ 696976 w 3733800"/>
              <a:gd name="connsiteY1" fmla="*/ 0 h 623891"/>
              <a:gd name="connsiteX2" fmla="*/ 1393952 w 3733800"/>
              <a:gd name="connsiteY2" fmla="*/ 0 h 623891"/>
              <a:gd name="connsiteX3" fmla="*/ 1941576 w 3733800"/>
              <a:gd name="connsiteY3" fmla="*/ 0 h 623891"/>
              <a:gd name="connsiteX4" fmla="*/ 2601214 w 3733800"/>
              <a:gd name="connsiteY4" fmla="*/ 0 h 623891"/>
              <a:gd name="connsiteX5" fmla="*/ 3733800 w 3733800"/>
              <a:gd name="connsiteY5" fmla="*/ 0 h 623891"/>
              <a:gd name="connsiteX6" fmla="*/ 3733800 w 3733800"/>
              <a:gd name="connsiteY6" fmla="*/ 623891 h 623891"/>
              <a:gd name="connsiteX7" fmla="*/ 3074162 w 3733800"/>
              <a:gd name="connsiteY7" fmla="*/ 623891 h 623891"/>
              <a:gd name="connsiteX8" fmla="*/ 2377186 w 3733800"/>
              <a:gd name="connsiteY8" fmla="*/ 623891 h 623891"/>
              <a:gd name="connsiteX9" fmla="*/ 1754886 w 3733800"/>
              <a:gd name="connsiteY9" fmla="*/ 623891 h 623891"/>
              <a:gd name="connsiteX10" fmla="*/ 1095248 w 3733800"/>
              <a:gd name="connsiteY10" fmla="*/ 623891 h 623891"/>
              <a:gd name="connsiteX11" fmla="*/ 0 w 3733800"/>
              <a:gd name="connsiteY11" fmla="*/ 623891 h 623891"/>
              <a:gd name="connsiteX12" fmla="*/ 0 w 3733800"/>
              <a:gd name="connsiteY12" fmla="*/ 0 h 62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33800" h="623891" extrusionOk="0">
                <a:moveTo>
                  <a:pt x="0" y="0"/>
                </a:moveTo>
                <a:cubicBezTo>
                  <a:pt x="232389" y="-28463"/>
                  <a:pt x="385260" y="25688"/>
                  <a:pt x="696976" y="0"/>
                </a:cubicBezTo>
                <a:cubicBezTo>
                  <a:pt x="1008692" y="-25688"/>
                  <a:pt x="1200142" y="30606"/>
                  <a:pt x="1393952" y="0"/>
                </a:cubicBezTo>
                <a:cubicBezTo>
                  <a:pt x="1587762" y="-30606"/>
                  <a:pt x="1679726" y="6517"/>
                  <a:pt x="1941576" y="0"/>
                </a:cubicBezTo>
                <a:cubicBezTo>
                  <a:pt x="2203426" y="-6517"/>
                  <a:pt x="2445079" y="22409"/>
                  <a:pt x="2601214" y="0"/>
                </a:cubicBezTo>
                <a:cubicBezTo>
                  <a:pt x="2757349" y="-22409"/>
                  <a:pt x="3438136" y="-29309"/>
                  <a:pt x="3733800" y="0"/>
                </a:cubicBezTo>
                <a:cubicBezTo>
                  <a:pt x="3732092" y="146752"/>
                  <a:pt x="3748869" y="344596"/>
                  <a:pt x="3733800" y="623891"/>
                </a:cubicBezTo>
                <a:cubicBezTo>
                  <a:pt x="3555845" y="655486"/>
                  <a:pt x="3286685" y="638003"/>
                  <a:pt x="3074162" y="623891"/>
                </a:cubicBezTo>
                <a:cubicBezTo>
                  <a:pt x="2861639" y="609779"/>
                  <a:pt x="2618507" y="630944"/>
                  <a:pt x="2377186" y="623891"/>
                </a:cubicBezTo>
                <a:cubicBezTo>
                  <a:pt x="2135865" y="616838"/>
                  <a:pt x="1933794" y="629106"/>
                  <a:pt x="1754886" y="623891"/>
                </a:cubicBezTo>
                <a:cubicBezTo>
                  <a:pt x="1575978" y="618676"/>
                  <a:pt x="1249570" y="646205"/>
                  <a:pt x="1095248" y="623891"/>
                </a:cubicBezTo>
                <a:cubicBezTo>
                  <a:pt x="940926" y="601577"/>
                  <a:pt x="384065" y="589713"/>
                  <a:pt x="0" y="623891"/>
                </a:cubicBezTo>
                <a:cubicBezTo>
                  <a:pt x="-28528" y="366620"/>
                  <a:pt x="-21512" y="310118"/>
                  <a:pt x="0" y="0"/>
                </a:cubicBezTo>
                <a:close/>
              </a:path>
            </a:pathLst>
          </a:custGeom>
          <a:noFill/>
          <a:ln w="25400" cap="flat">
            <a:solidFill>
              <a:srgbClr val="FF0000"/>
            </a:solidFill>
            <a:prstDash val="solid"/>
            <a:bevel/>
            <a:extLst>
              <a:ext uri="{C807C97D-BFC1-408E-A445-0C87EB9F89A2}">
                <ask:lineSketchStyleProps xmlns:ask="http://schemas.microsoft.com/office/drawing/2018/sketchyshapes" sd="1629379922">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45815806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5CB22C-2D27-2BFD-55F9-E66D1E683772}"/>
              </a:ext>
            </a:extLst>
          </p:cNvPr>
          <p:cNvSpPr>
            <a:spLocks noGrp="1"/>
          </p:cNvSpPr>
          <p:nvPr>
            <p:ph type="title"/>
          </p:nvPr>
        </p:nvSpPr>
        <p:spPr>
          <a:xfrm>
            <a:off x="457200" y="274638"/>
            <a:ext cx="8229600" cy="1143000"/>
          </a:xfrm>
        </p:spPr>
        <p:txBody>
          <a:bodyPr anchor="ctr">
            <a:normAutofit/>
          </a:bodyPr>
          <a:lstStyle/>
          <a:p>
            <a:r>
              <a:rPr lang="en-US" dirty="0"/>
              <a:t>Hospital Bed</a:t>
            </a:r>
          </a:p>
        </p:txBody>
      </p:sp>
      <p:sp>
        <p:nvSpPr>
          <p:cNvPr id="2055" name="Content Placeholder 2">
            <a:extLst>
              <a:ext uri="{FF2B5EF4-FFF2-40B4-BE49-F238E27FC236}">
                <a16:creationId xmlns:a16="http://schemas.microsoft.com/office/drawing/2014/main" id="{A873AA67-7849-9CA9-6B08-4C5D87A836F7}"/>
              </a:ext>
            </a:extLst>
          </p:cNvPr>
          <p:cNvSpPr>
            <a:spLocks noGrp="1"/>
          </p:cNvSpPr>
          <p:nvPr>
            <p:ph sz="half" idx="1"/>
          </p:nvPr>
        </p:nvSpPr>
        <p:spPr>
          <a:xfrm>
            <a:off x="457200" y="1600200"/>
            <a:ext cx="4038600" cy="4525963"/>
          </a:xfrm>
        </p:spPr>
        <p:txBody>
          <a:bodyPr/>
          <a:lstStyle/>
          <a:p>
            <a:pPr marL="36513" indent="0">
              <a:buNone/>
            </a:pPr>
            <a:r>
              <a:rPr lang="en-US" dirty="0"/>
              <a:t>New patient comes. </a:t>
            </a:r>
          </a:p>
          <a:p>
            <a:pPr marL="36513" indent="0">
              <a:buNone/>
            </a:pPr>
            <a:r>
              <a:rPr lang="en-US" dirty="0"/>
              <a:t>Duty nurse helps patient into bed, and starts to pull the side rails up, which causes the bed to move and spin out of control</a:t>
            </a:r>
          </a:p>
        </p:txBody>
      </p:sp>
      <p:pic>
        <p:nvPicPr>
          <p:cNvPr id="2050" name="Picture 2" descr="patient is trying to lie down in a hospital bed and the bed moves and the patient falls. photo realistic. diffused light shining through full wall window in the background">
            <a:extLst>
              <a:ext uri="{FF2B5EF4-FFF2-40B4-BE49-F238E27FC236}">
                <a16:creationId xmlns:a16="http://schemas.microsoft.com/office/drawing/2014/main" id="{851A7446-629C-6D65-34AD-85457F3F07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28" r="3041" b="1"/>
          <a:stretch/>
        </p:blipFill>
        <p:spPr bwMode="auto">
          <a:xfrm>
            <a:off x="4648200" y="1600200"/>
            <a:ext cx="4038600" cy="4525963"/>
          </a:xfrm>
          <a:prstGeom prst="rect">
            <a:avLst/>
          </a:prstGeom>
          <a:solidFill>
            <a:srgbClr val="FFFFFF"/>
          </a:solidFill>
        </p:spPr>
      </p:pic>
      <p:sp>
        <p:nvSpPr>
          <p:cNvPr id="2" name="Slide Number Placeholder 1" hidden="1">
            <a:extLst>
              <a:ext uri="{FF2B5EF4-FFF2-40B4-BE49-F238E27FC236}">
                <a16:creationId xmlns:a16="http://schemas.microsoft.com/office/drawing/2014/main" id="{BDD1A99C-1F89-116D-18F3-FC302F61E1C3}"/>
              </a:ext>
            </a:extLst>
          </p:cNvPr>
          <p:cNvSpPr>
            <a:spLocks noGrp="1"/>
          </p:cNvSpPr>
          <p:nvPr>
            <p:ph type="sldNum" sz="quarter" idx="12"/>
          </p:nvPr>
        </p:nvSpPr>
        <p:spPr>
          <a:xfrm>
            <a:off x="8153400" y="6629400"/>
            <a:ext cx="762000" cy="184666"/>
          </a:xfrm>
        </p:spPr>
        <p:txBody>
          <a:bodyPr/>
          <a:lstStyle/>
          <a:p>
            <a:pPr>
              <a:spcAft>
                <a:spcPts val="600"/>
              </a:spcAft>
            </a:pPr>
            <a:fld id="{86CB4B4D-7CA3-9044-876B-883B54F8677D}" type="slidenum">
              <a:rPr lang="en-US" smtClean="0"/>
              <a:pPr>
                <a:spcAft>
                  <a:spcPts val="600"/>
                </a:spcAft>
              </a:pPr>
              <a:t>10</a:t>
            </a:fld>
            <a:endParaRPr lang="en-US"/>
          </a:p>
        </p:txBody>
      </p:sp>
      <p:sp>
        <p:nvSpPr>
          <p:cNvPr id="5" name="Rectangle 4">
            <a:extLst>
              <a:ext uri="{FF2B5EF4-FFF2-40B4-BE49-F238E27FC236}">
                <a16:creationId xmlns:a16="http://schemas.microsoft.com/office/drawing/2014/main" id="{05586007-C298-B58E-83B7-9D05C2B88910}"/>
              </a:ext>
            </a:extLst>
          </p:cNvPr>
          <p:cNvSpPr/>
          <p:nvPr/>
        </p:nvSpPr>
        <p:spPr>
          <a:xfrm>
            <a:off x="441600" y="2057400"/>
            <a:ext cx="3657600" cy="1014222"/>
          </a:xfrm>
          <a:custGeom>
            <a:avLst/>
            <a:gdLst>
              <a:gd name="connsiteX0" fmla="*/ 0 w 3657600"/>
              <a:gd name="connsiteY0" fmla="*/ 0 h 1014222"/>
              <a:gd name="connsiteX1" fmla="*/ 573024 w 3657600"/>
              <a:gd name="connsiteY1" fmla="*/ 0 h 1014222"/>
              <a:gd name="connsiteX2" fmla="*/ 1072896 w 3657600"/>
              <a:gd name="connsiteY2" fmla="*/ 0 h 1014222"/>
              <a:gd name="connsiteX3" fmla="*/ 1755648 w 3657600"/>
              <a:gd name="connsiteY3" fmla="*/ 0 h 1014222"/>
              <a:gd name="connsiteX4" fmla="*/ 2328672 w 3657600"/>
              <a:gd name="connsiteY4" fmla="*/ 0 h 1014222"/>
              <a:gd name="connsiteX5" fmla="*/ 2901696 w 3657600"/>
              <a:gd name="connsiteY5" fmla="*/ 0 h 1014222"/>
              <a:gd name="connsiteX6" fmla="*/ 3657600 w 3657600"/>
              <a:gd name="connsiteY6" fmla="*/ 0 h 1014222"/>
              <a:gd name="connsiteX7" fmla="*/ 3657600 w 3657600"/>
              <a:gd name="connsiteY7" fmla="*/ 486827 h 1014222"/>
              <a:gd name="connsiteX8" fmla="*/ 3657600 w 3657600"/>
              <a:gd name="connsiteY8" fmla="*/ 1014222 h 1014222"/>
              <a:gd name="connsiteX9" fmla="*/ 3121152 w 3657600"/>
              <a:gd name="connsiteY9" fmla="*/ 1014222 h 1014222"/>
              <a:gd name="connsiteX10" fmla="*/ 2511552 w 3657600"/>
              <a:gd name="connsiteY10" fmla="*/ 1014222 h 1014222"/>
              <a:gd name="connsiteX11" fmla="*/ 1901952 w 3657600"/>
              <a:gd name="connsiteY11" fmla="*/ 1014222 h 1014222"/>
              <a:gd name="connsiteX12" fmla="*/ 1328928 w 3657600"/>
              <a:gd name="connsiteY12" fmla="*/ 1014222 h 1014222"/>
              <a:gd name="connsiteX13" fmla="*/ 646176 w 3657600"/>
              <a:gd name="connsiteY13" fmla="*/ 1014222 h 1014222"/>
              <a:gd name="connsiteX14" fmla="*/ 0 w 3657600"/>
              <a:gd name="connsiteY14" fmla="*/ 1014222 h 1014222"/>
              <a:gd name="connsiteX15" fmla="*/ 0 w 3657600"/>
              <a:gd name="connsiteY15" fmla="*/ 527395 h 1014222"/>
              <a:gd name="connsiteX16" fmla="*/ 0 w 3657600"/>
              <a:gd name="connsiteY16" fmla="*/ 0 h 101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57600" h="1014222" extrusionOk="0">
                <a:moveTo>
                  <a:pt x="0" y="0"/>
                </a:moveTo>
                <a:cubicBezTo>
                  <a:pt x="153534" y="-19803"/>
                  <a:pt x="288729" y="-8840"/>
                  <a:pt x="573024" y="0"/>
                </a:cubicBezTo>
                <a:cubicBezTo>
                  <a:pt x="857319" y="8840"/>
                  <a:pt x="884769" y="-15804"/>
                  <a:pt x="1072896" y="0"/>
                </a:cubicBezTo>
                <a:cubicBezTo>
                  <a:pt x="1261023" y="15804"/>
                  <a:pt x="1460490" y="10239"/>
                  <a:pt x="1755648" y="0"/>
                </a:cubicBezTo>
                <a:cubicBezTo>
                  <a:pt x="2050806" y="-10239"/>
                  <a:pt x="2119783" y="2915"/>
                  <a:pt x="2328672" y="0"/>
                </a:cubicBezTo>
                <a:cubicBezTo>
                  <a:pt x="2537561" y="-2915"/>
                  <a:pt x="2686088" y="9644"/>
                  <a:pt x="2901696" y="0"/>
                </a:cubicBezTo>
                <a:cubicBezTo>
                  <a:pt x="3117304" y="-9644"/>
                  <a:pt x="3472388" y="-23206"/>
                  <a:pt x="3657600" y="0"/>
                </a:cubicBezTo>
                <a:cubicBezTo>
                  <a:pt x="3672206" y="179469"/>
                  <a:pt x="3661849" y="369094"/>
                  <a:pt x="3657600" y="486827"/>
                </a:cubicBezTo>
                <a:cubicBezTo>
                  <a:pt x="3653351" y="604560"/>
                  <a:pt x="3672513" y="842976"/>
                  <a:pt x="3657600" y="1014222"/>
                </a:cubicBezTo>
                <a:cubicBezTo>
                  <a:pt x="3467492" y="1033314"/>
                  <a:pt x="3312975" y="1028822"/>
                  <a:pt x="3121152" y="1014222"/>
                </a:cubicBezTo>
                <a:cubicBezTo>
                  <a:pt x="2929329" y="999622"/>
                  <a:pt x="2790598" y="986224"/>
                  <a:pt x="2511552" y="1014222"/>
                </a:cubicBezTo>
                <a:cubicBezTo>
                  <a:pt x="2232506" y="1042220"/>
                  <a:pt x="2165040" y="996748"/>
                  <a:pt x="1901952" y="1014222"/>
                </a:cubicBezTo>
                <a:cubicBezTo>
                  <a:pt x="1638864" y="1031696"/>
                  <a:pt x="1472973" y="1006978"/>
                  <a:pt x="1328928" y="1014222"/>
                </a:cubicBezTo>
                <a:cubicBezTo>
                  <a:pt x="1184883" y="1021466"/>
                  <a:pt x="794627" y="1039815"/>
                  <a:pt x="646176" y="1014222"/>
                </a:cubicBezTo>
                <a:cubicBezTo>
                  <a:pt x="497725" y="988629"/>
                  <a:pt x="167519" y="1011517"/>
                  <a:pt x="0" y="1014222"/>
                </a:cubicBezTo>
                <a:cubicBezTo>
                  <a:pt x="16897" y="898578"/>
                  <a:pt x="-21065" y="754694"/>
                  <a:pt x="0" y="527395"/>
                </a:cubicBezTo>
                <a:cubicBezTo>
                  <a:pt x="21065" y="300096"/>
                  <a:pt x="14836" y="117198"/>
                  <a:pt x="0" y="0"/>
                </a:cubicBezTo>
                <a:close/>
              </a:path>
            </a:pathLst>
          </a:custGeom>
          <a:noFill/>
          <a:ln w="25400" cap="flat">
            <a:solidFill>
              <a:srgbClr val="FF0000"/>
            </a:solidFill>
            <a:prstDash val="solid"/>
            <a:bevel/>
            <a:extLst>
              <a:ext uri="{C807C97D-BFC1-408E-A445-0C87EB9F89A2}">
                <ask:lineSketchStyleProps xmlns:ask="http://schemas.microsoft.com/office/drawing/2018/sketchyshapes" sd="1219033472">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414151658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Slide Number Placeholder 1">
            <a:extLst>
              <a:ext uri="{FF2B5EF4-FFF2-40B4-BE49-F238E27FC236}">
                <a16:creationId xmlns:a16="http://schemas.microsoft.com/office/drawing/2014/main" id="{45EB9D80-081F-3B32-E977-09028100FD15}"/>
              </a:ext>
            </a:extLst>
          </p:cNvPr>
          <p:cNvSpPr>
            <a:spLocks noGrp="1"/>
          </p:cNvSpPr>
          <p:nvPr>
            <p:ph type="sldNum" sz="quarter" idx="10"/>
          </p:nvPr>
        </p:nvSpPr>
        <p:spPr>
          <a:xfrm>
            <a:off x="8153400" y="6629400"/>
            <a:ext cx="762000" cy="184666"/>
          </a:xfrm>
        </p:spPr>
        <p:txBody>
          <a:bodyPr/>
          <a:lstStyle/>
          <a:p>
            <a:pPr>
              <a:spcAft>
                <a:spcPts val="600"/>
              </a:spcAft>
            </a:pPr>
            <a:fld id="{86CB4B4D-7CA3-9044-876B-883B54F8677D}" type="slidenum">
              <a:rPr lang="en-US" smtClean="0"/>
              <a:pPr>
                <a:spcAft>
                  <a:spcPts val="600"/>
                </a:spcAft>
              </a:pPr>
              <a:t>11</a:t>
            </a:fld>
            <a:endParaRPr lang="en-US"/>
          </a:p>
        </p:txBody>
      </p:sp>
      <p:pic>
        <p:nvPicPr>
          <p:cNvPr id="4098" name="Picture 2" descr="patient is trying to lie down in a hospital bed and the bed moves and the patient falls. photo realistic. diffused light shining through full wall window in the background">
            <a:extLst>
              <a:ext uri="{FF2B5EF4-FFF2-40B4-BE49-F238E27FC236}">
                <a16:creationId xmlns:a16="http://schemas.microsoft.com/office/drawing/2014/main" id="{D8D65CE1-0093-3AF8-C687-D95AC8A036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433" r="1" b="14002"/>
          <a:stretch/>
        </p:blipFill>
        <p:spPr bwMode="auto">
          <a:xfrm>
            <a:off x="1174652" y="1143000"/>
            <a:ext cx="6794695" cy="4267200"/>
          </a:xfrm>
          <a:prstGeom prst="rect">
            <a:avLst/>
          </a:prstGeom>
          <a:solidFill>
            <a:srgbClr val="FFFFFF"/>
          </a:solidFill>
        </p:spPr>
      </p:pic>
      <p:sp>
        <p:nvSpPr>
          <p:cNvPr id="4" name="Title 3">
            <a:extLst>
              <a:ext uri="{FF2B5EF4-FFF2-40B4-BE49-F238E27FC236}">
                <a16:creationId xmlns:a16="http://schemas.microsoft.com/office/drawing/2014/main" id="{615CB22C-2D27-2BFD-55F9-E66D1E683772}"/>
              </a:ext>
            </a:extLst>
          </p:cNvPr>
          <p:cNvSpPr>
            <a:spLocks noGrp="1"/>
          </p:cNvSpPr>
          <p:nvPr>
            <p:ph type="title"/>
          </p:nvPr>
        </p:nvSpPr>
        <p:spPr>
          <a:xfrm>
            <a:off x="453080" y="381000"/>
            <a:ext cx="7886700" cy="533400"/>
          </a:xfrm>
        </p:spPr>
        <p:txBody>
          <a:bodyPr anchor="ctr">
            <a:normAutofit fontScale="90000"/>
          </a:bodyPr>
          <a:lstStyle/>
          <a:p>
            <a:pPr>
              <a:lnSpc>
                <a:spcPct val="90000"/>
              </a:lnSpc>
            </a:pPr>
            <a:r>
              <a:rPr lang="en-US" dirty="0"/>
              <a:t>Hospital Bed</a:t>
            </a:r>
            <a:endParaRPr lang="en-US"/>
          </a:p>
        </p:txBody>
      </p:sp>
      <p:sp>
        <p:nvSpPr>
          <p:cNvPr id="2" name="Slide Number Placeholder 1" hidden="1">
            <a:extLst>
              <a:ext uri="{FF2B5EF4-FFF2-40B4-BE49-F238E27FC236}">
                <a16:creationId xmlns:a16="http://schemas.microsoft.com/office/drawing/2014/main" id="{BDD1A99C-1F89-116D-18F3-FC302F61E1C3}"/>
              </a:ext>
            </a:extLst>
          </p:cNvPr>
          <p:cNvSpPr>
            <a:spLocks noGrp="1"/>
          </p:cNvSpPr>
          <p:nvPr>
            <p:ph type="sldNum" sz="quarter" idx="4294967295"/>
          </p:nvPr>
        </p:nvSpPr>
        <p:spPr>
          <a:xfrm>
            <a:off x="8153400" y="6629400"/>
            <a:ext cx="762000" cy="184666"/>
          </a:xfrm>
        </p:spPr>
        <p:txBody>
          <a:bodyPr/>
          <a:lstStyle/>
          <a:p>
            <a:pPr>
              <a:spcAft>
                <a:spcPts val="600"/>
              </a:spcAft>
            </a:pPr>
            <a:fld id="{86CB4B4D-7CA3-9044-876B-883B54F8677D}" type="slidenum">
              <a:rPr lang="en-US" smtClean="0"/>
              <a:pPr>
                <a:spcAft>
                  <a:spcPts val="600"/>
                </a:spcAft>
              </a:pPr>
              <a:t>11</a:t>
            </a:fld>
            <a:endParaRPr lang="en-US"/>
          </a:p>
        </p:txBody>
      </p:sp>
      <p:sp>
        <p:nvSpPr>
          <p:cNvPr id="6" name="Content Placeholder 2">
            <a:extLst>
              <a:ext uri="{FF2B5EF4-FFF2-40B4-BE49-F238E27FC236}">
                <a16:creationId xmlns:a16="http://schemas.microsoft.com/office/drawing/2014/main" id="{17C8CAC9-5F2C-44E2-4FAA-2DE2EA6C6E6B}"/>
              </a:ext>
            </a:extLst>
          </p:cNvPr>
          <p:cNvSpPr txBox="1">
            <a:spLocks/>
          </p:cNvSpPr>
          <p:nvPr/>
        </p:nvSpPr>
        <p:spPr>
          <a:xfrm>
            <a:off x="1100780" y="5486400"/>
            <a:ext cx="7239000" cy="1447800"/>
          </a:xfrm>
          <a:prstGeom prst="rect">
            <a:avLst/>
          </a:prstGeom>
        </p:spPr>
        <p:txBody>
          <a:bodyPr/>
          <a:lstStyle>
            <a:lvl1pPr marL="550863" indent="-514350">
              <a:spcBef>
                <a:spcPts val="700"/>
              </a:spcBef>
              <a:buClr>
                <a:srgbClr val="6EA0B0"/>
              </a:buClr>
              <a:buSzPct val="80000"/>
              <a:buFont typeface="Arial" panose="020B0604020202020204" pitchFamily="34" charset="0"/>
              <a:buChar char="•"/>
              <a:defRPr sz="3000" dirty="0">
                <a:latin typeface="+mn-lt"/>
                <a:ea typeface="Arial"/>
                <a:cs typeface="Arial"/>
                <a:sym typeface="Arial"/>
              </a:defRPr>
            </a:lvl1pPr>
            <a:lvl2pPr marL="764320" indent="-315057">
              <a:spcBef>
                <a:spcPts val="700"/>
              </a:spcBef>
              <a:buClr>
                <a:srgbClr val="6EA0B0"/>
              </a:buClr>
              <a:buSzPct val="90000"/>
              <a:buFont typeface="Arial" panose="020B0604020202020204" pitchFamily="34" charset="0"/>
              <a:buChar char="•"/>
              <a:defRPr sz="3000">
                <a:latin typeface="+mn-lt"/>
                <a:ea typeface="Arial"/>
                <a:cs typeface="Arial"/>
                <a:sym typeface="Arial"/>
              </a:defRPr>
            </a:lvl2pPr>
            <a:lvl3pPr marL="1068784" indent="-319484">
              <a:spcBef>
                <a:spcPts val="700"/>
              </a:spcBef>
              <a:buClr>
                <a:srgbClr val="6EA0B0"/>
              </a:buClr>
              <a:buSzPct val="85000"/>
              <a:buFont typeface="Arial" panose="020B0604020202020204" pitchFamily="34" charset="0"/>
              <a:buChar char="•"/>
              <a:defRPr sz="3000">
                <a:latin typeface="+mn-lt"/>
                <a:ea typeface="Arial"/>
                <a:cs typeface="Arial"/>
                <a:sym typeface="Arial"/>
              </a:defRPr>
            </a:lvl3pPr>
            <a:lvl4pPr marL="1397793" indent="-354806">
              <a:spcBef>
                <a:spcPts val="700"/>
              </a:spcBef>
              <a:buClr>
                <a:srgbClr val="6EA0B0"/>
              </a:buClr>
              <a:buSzPct val="90000"/>
              <a:buFont typeface="Arial" panose="020B0604020202020204" pitchFamily="34" charset="0"/>
              <a:buChar char="•"/>
              <a:defRPr sz="3000">
                <a:latin typeface="+mn-lt"/>
                <a:ea typeface="Arial"/>
                <a:cs typeface="Arial"/>
                <a:sym typeface="Arial"/>
              </a:defRPr>
            </a:lvl4pPr>
            <a:lvl5pPr marL="1610783" indent="-304270">
              <a:spcBef>
                <a:spcPts val="700"/>
              </a:spcBef>
              <a:buClr>
                <a:srgbClr val="6EA0B0"/>
              </a:buClr>
              <a:buSzPct val="100000"/>
              <a:buFont typeface="Arial" panose="020B0604020202020204" pitchFamily="34" charset="0"/>
              <a:buChar char="•"/>
              <a:defRPr sz="3000">
                <a:latin typeface="+mn-lt"/>
                <a:ea typeface="Arial"/>
                <a:cs typeface="Arial"/>
                <a:sym typeface="Arial"/>
              </a:defRPr>
            </a:lvl5pPr>
            <a:lvl6pPr marL="2067983" indent="-304270">
              <a:spcBef>
                <a:spcPts val="700"/>
              </a:spcBef>
              <a:buClr>
                <a:srgbClr val="6EA0B0"/>
              </a:buClr>
              <a:buSzPct val="100000"/>
              <a:buFont typeface="Wingdings 2"/>
              <a:buChar char="•"/>
              <a:defRPr sz="3000">
                <a:latin typeface="Arial"/>
                <a:ea typeface="Arial"/>
                <a:cs typeface="Arial"/>
                <a:sym typeface="Arial"/>
              </a:defRPr>
            </a:lvl6pPr>
            <a:lvl7pPr marL="2525183" indent="-304270">
              <a:spcBef>
                <a:spcPts val="700"/>
              </a:spcBef>
              <a:buClr>
                <a:srgbClr val="6EA0B0"/>
              </a:buClr>
              <a:buSzPct val="100000"/>
              <a:buFont typeface="Wingdings 2"/>
              <a:buChar char="•"/>
              <a:defRPr sz="3000">
                <a:latin typeface="Arial"/>
                <a:ea typeface="Arial"/>
                <a:cs typeface="Arial"/>
                <a:sym typeface="Arial"/>
              </a:defRPr>
            </a:lvl7pPr>
            <a:lvl8pPr marL="2982383" indent="-304270">
              <a:spcBef>
                <a:spcPts val="700"/>
              </a:spcBef>
              <a:buClr>
                <a:srgbClr val="6EA0B0"/>
              </a:buClr>
              <a:buSzPct val="100000"/>
              <a:buFont typeface="Wingdings 2"/>
              <a:buChar char="•"/>
              <a:defRPr sz="3000">
                <a:latin typeface="Arial"/>
                <a:ea typeface="Arial"/>
                <a:cs typeface="Arial"/>
                <a:sym typeface="Arial"/>
              </a:defRPr>
            </a:lvl8pPr>
            <a:lvl9pPr marL="3439583" indent="-304270">
              <a:spcBef>
                <a:spcPts val="700"/>
              </a:spcBef>
              <a:buClr>
                <a:srgbClr val="6EA0B0"/>
              </a:buClr>
              <a:buSzPct val="100000"/>
              <a:buFont typeface="Wingdings 2"/>
              <a:buChar char="•"/>
              <a:defRPr sz="3000">
                <a:latin typeface="Arial"/>
                <a:ea typeface="Arial"/>
                <a:cs typeface="Arial"/>
                <a:sym typeface="Arial"/>
              </a:defRPr>
            </a:lvl9pPr>
          </a:lstStyle>
          <a:p>
            <a:pPr marL="36513" indent="0">
              <a:buFont typeface="Arial" panose="020B0604020202020204" pitchFamily="34" charset="0"/>
              <a:buNone/>
            </a:pPr>
            <a:r>
              <a:rPr lang="en-US" sz="2800" dirty="0"/>
              <a:t>Thankfully the nurse was able to catch the bed and secure it before anyone was hurt</a:t>
            </a:r>
          </a:p>
        </p:txBody>
      </p:sp>
    </p:spTree>
    <p:extLst>
      <p:ext uri="{BB962C8B-B14F-4D97-AF65-F5344CB8AC3E}">
        <p14:creationId xmlns:p14="http://schemas.microsoft.com/office/powerpoint/2010/main" val="392828337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459BA1-722E-A38C-062F-73898999CE85}"/>
              </a:ext>
            </a:extLst>
          </p:cNvPr>
          <p:cNvSpPr>
            <a:spLocks noGrp="1"/>
          </p:cNvSpPr>
          <p:nvPr>
            <p:ph type="sldNum" sz="quarter" idx="10"/>
          </p:nvPr>
        </p:nvSpPr>
        <p:spPr/>
        <p:txBody>
          <a:bodyPr/>
          <a:lstStyle/>
          <a:p>
            <a:fld id="{86CB4B4D-7CA3-9044-876B-883B54F8677D}" type="slidenum">
              <a:rPr lang="en-US" smtClean="0"/>
              <a:pPr/>
              <a:t>12</a:t>
            </a:fld>
            <a:endParaRPr lang="en-US" dirty="0"/>
          </a:p>
        </p:txBody>
      </p:sp>
      <p:sp>
        <p:nvSpPr>
          <p:cNvPr id="3" name="Content Placeholder 2">
            <a:extLst>
              <a:ext uri="{FF2B5EF4-FFF2-40B4-BE49-F238E27FC236}">
                <a16:creationId xmlns:a16="http://schemas.microsoft.com/office/drawing/2014/main" id="{9BB02A92-C040-A99C-E1D3-BC9CEFF356F7}"/>
              </a:ext>
            </a:extLst>
          </p:cNvPr>
          <p:cNvSpPr>
            <a:spLocks noGrp="1"/>
          </p:cNvSpPr>
          <p:nvPr>
            <p:ph sz="quarter" idx="11"/>
          </p:nvPr>
        </p:nvSpPr>
        <p:spPr/>
        <p:txBody>
          <a:bodyPr/>
          <a:lstStyle/>
          <a:p>
            <a:pPr marL="117475" indent="0">
              <a:buNone/>
            </a:pPr>
            <a:r>
              <a:rPr lang="en-US" dirty="0"/>
              <a:t>Was there a use error?</a:t>
            </a:r>
          </a:p>
          <a:p>
            <a:pPr marL="117475" indent="0">
              <a:buNone/>
            </a:pPr>
            <a:r>
              <a:rPr lang="en-US" dirty="0">
                <a:solidFill>
                  <a:srgbClr val="FF0000"/>
                </a:solidFill>
              </a:rPr>
              <a:t>Yes</a:t>
            </a:r>
          </a:p>
          <a:p>
            <a:pPr marL="117475" indent="0">
              <a:buNone/>
            </a:pPr>
            <a:br>
              <a:rPr lang="en-US" dirty="0"/>
            </a:br>
            <a:r>
              <a:rPr lang="en-US" dirty="0"/>
              <a:t>Was there only one? Or multiple?</a:t>
            </a:r>
          </a:p>
          <a:p>
            <a:pPr marL="117475" indent="0">
              <a:buClr>
                <a:srgbClr val="FF0000"/>
              </a:buClr>
              <a:buNone/>
            </a:pPr>
            <a:r>
              <a:rPr lang="en-US" dirty="0">
                <a:solidFill>
                  <a:srgbClr val="FF0000"/>
                </a:solidFill>
              </a:rPr>
              <a:t>Errors:</a:t>
            </a:r>
          </a:p>
          <a:p>
            <a:pPr marL="631825" indent="-514350">
              <a:buClr>
                <a:srgbClr val="FF0000"/>
              </a:buClr>
              <a:buFont typeface="+mj-lt"/>
              <a:buAutoNum type="arabicPeriod"/>
            </a:pPr>
            <a:r>
              <a:rPr lang="en-US" dirty="0">
                <a:solidFill>
                  <a:srgbClr val="FF0000"/>
                </a:solidFill>
              </a:rPr>
              <a:t>Unsure of bed placement/location</a:t>
            </a:r>
          </a:p>
          <a:p>
            <a:pPr marL="631825" indent="-514350">
              <a:buClr>
                <a:srgbClr val="FF0000"/>
              </a:buClr>
              <a:buFont typeface="+mj-lt"/>
              <a:buAutoNum type="arabicPeriod"/>
            </a:pPr>
            <a:r>
              <a:rPr lang="en-US" dirty="0">
                <a:solidFill>
                  <a:srgbClr val="FF0000"/>
                </a:solidFill>
              </a:rPr>
              <a:t>Does not lock brakes</a:t>
            </a:r>
          </a:p>
          <a:p>
            <a:pPr marL="631825" indent="-514350">
              <a:buClr>
                <a:srgbClr val="FF0000"/>
              </a:buClr>
              <a:buFont typeface="+mj-lt"/>
              <a:buAutoNum type="arabicPeriod"/>
            </a:pPr>
            <a:r>
              <a:rPr lang="en-US" dirty="0">
                <a:solidFill>
                  <a:srgbClr val="FF0000"/>
                </a:solidFill>
              </a:rPr>
              <a:t>Forgets to inform nurse that brakes not set</a:t>
            </a:r>
          </a:p>
          <a:p>
            <a:pPr marL="631825" indent="-514350">
              <a:buClr>
                <a:srgbClr val="FF0000"/>
              </a:buClr>
              <a:buFont typeface="+mj-lt"/>
              <a:buAutoNum type="arabicPeriod"/>
            </a:pPr>
            <a:r>
              <a:rPr lang="en-US" dirty="0">
                <a:solidFill>
                  <a:srgbClr val="FF0000"/>
                </a:solidFill>
              </a:rPr>
              <a:t>Does not set brakes before helping patient into bed</a:t>
            </a:r>
          </a:p>
        </p:txBody>
      </p:sp>
      <p:sp>
        <p:nvSpPr>
          <p:cNvPr id="4" name="Title 3">
            <a:extLst>
              <a:ext uri="{FF2B5EF4-FFF2-40B4-BE49-F238E27FC236}">
                <a16:creationId xmlns:a16="http://schemas.microsoft.com/office/drawing/2014/main" id="{D645C967-5075-9AF6-384E-5F08368561A7}"/>
              </a:ext>
            </a:extLst>
          </p:cNvPr>
          <p:cNvSpPr>
            <a:spLocks noGrp="1"/>
          </p:cNvSpPr>
          <p:nvPr>
            <p:ph type="title"/>
          </p:nvPr>
        </p:nvSpPr>
        <p:spPr/>
        <p:txBody>
          <a:bodyPr>
            <a:normAutofit fontScale="90000"/>
          </a:bodyPr>
          <a:lstStyle/>
          <a:p>
            <a:r>
              <a:rPr lang="en-US" dirty="0"/>
              <a:t>Hospital Bed</a:t>
            </a:r>
          </a:p>
        </p:txBody>
      </p:sp>
      <p:sp>
        <p:nvSpPr>
          <p:cNvPr id="5" name="Rectangle 4">
            <a:extLst>
              <a:ext uri="{FF2B5EF4-FFF2-40B4-BE49-F238E27FC236}">
                <a16:creationId xmlns:a16="http://schemas.microsoft.com/office/drawing/2014/main" id="{80BF9258-2EAE-CE30-11A8-CCF9D8B191B6}"/>
              </a:ext>
            </a:extLst>
          </p:cNvPr>
          <p:cNvSpPr/>
          <p:nvPr/>
        </p:nvSpPr>
        <p:spPr>
          <a:xfrm rot="20068821">
            <a:off x="1359145" y="3575206"/>
            <a:ext cx="1676400" cy="369330"/>
          </a:xfrm>
          <a:custGeom>
            <a:avLst/>
            <a:gdLst>
              <a:gd name="connsiteX0" fmla="*/ 0 w 1676400"/>
              <a:gd name="connsiteY0" fmla="*/ 0 h 369330"/>
              <a:gd name="connsiteX1" fmla="*/ 592328 w 1676400"/>
              <a:gd name="connsiteY1" fmla="*/ 0 h 369330"/>
              <a:gd name="connsiteX2" fmla="*/ 1167892 w 1676400"/>
              <a:gd name="connsiteY2" fmla="*/ 0 h 369330"/>
              <a:gd name="connsiteX3" fmla="*/ 1676400 w 1676400"/>
              <a:gd name="connsiteY3" fmla="*/ 0 h 369330"/>
              <a:gd name="connsiteX4" fmla="*/ 1676400 w 1676400"/>
              <a:gd name="connsiteY4" fmla="*/ 369330 h 369330"/>
              <a:gd name="connsiteX5" fmla="*/ 1151128 w 1676400"/>
              <a:gd name="connsiteY5" fmla="*/ 369330 h 369330"/>
              <a:gd name="connsiteX6" fmla="*/ 592328 w 1676400"/>
              <a:gd name="connsiteY6" fmla="*/ 369330 h 369330"/>
              <a:gd name="connsiteX7" fmla="*/ 0 w 1676400"/>
              <a:gd name="connsiteY7" fmla="*/ 369330 h 369330"/>
              <a:gd name="connsiteX8" fmla="*/ 0 w 1676400"/>
              <a:gd name="connsiteY8" fmla="*/ 0 h 36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6400" h="369330" fill="none" extrusionOk="0">
                <a:moveTo>
                  <a:pt x="0" y="0"/>
                </a:moveTo>
                <a:cubicBezTo>
                  <a:pt x="196840" y="28161"/>
                  <a:pt x="363593" y="-27633"/>
                  <a:pt x="592328" y="0"/>
                </a:cubicBezTo>
                <a:cubicBezTo>
                  <a:pt x="821063" y="27633"/>
                  <a:pt x="977981" y="19856"/>
                  <a:pt x="1167892" y="0"/>
                </a:cubicBezTo>
                <a:cubicBezTo>
                  <a:pt x="1357803" y="-19856"/>
                  <a:pt x="1454032" y="8720"/>
                  <a:pt x="1676400" y="0"/>
                </a:cubicBezTo>
                <a:cubicBezTo>
                  <a:pt x="1670688" y="164830"/>
                  <a:pt x="1684980" y="227764"/>
                  <a:pt x="1676400" y="369330"/>
                </a:cubicBezTo>
                <a:cubicBezTo>
                  <a:pt x="1488106" y="356542"/>
                  <a:pt x="1390409" y="348958"/>
                  <a:pt x="1151128" y="369330"/>
                </a:cubicBezTo>
                <a:cubicBezTo>
                  <a:pt x="911847" y="389702"/>
                  <a:pt x="814791" y="357170"/>
                  <a:pt x="592328" y="369330"/>
                </a:cubicBezTo>
                <a:cubicBezTo>
                  <a:pt x="369865" y="381490"/>
                  <a:pt x="136888" y="363278"/>
                  <a:pt x="0" y="369330"/>
                </a:cubicBezTo>
                <a:cubicBezTo>
                  <a:pt x="-9362" y="265020"/>
                  <a:pt x="10359" y="144342"/>
                  <a:pt x="0" y="0"/>
                </a:cubicBezTo>
                <a:close/>
              </a:path>
              <a:path w="1676400" h="369330" stroke="0" extrusionOk="0">
                <a:moveTo>
                  <a:pt x="0" y="0"/>
                </a:moveTo>
                <a:cubicBezTo>
                  <a:pt x="136711" y="5266"/>
                  <a:pt x="304396" y="-24918"/>
                  <a:pt x="542036" y="0"/>
                </a:cubicBezTo>
                <a:cubicBezTo>
                  <a:pt x="779676" y="24918"/>
                  <a:pt x="936948" y="18105"/>
                  <a:pt x="1050544" y="0"/>
                </a:cubicBezTo>
                <a:cubicBezTo>
                  <a:pt x="1164140" y="-18105"/>
                  <a:pt x="1477286" y="-26744"/>
                  <a:pt x="1676400" y="0"/>
                </a:cubicBezTo>
                <a:cubicBezTo>
                  <a:pt x="1678691" y="121267"/>
                  <a:pt x="1662529" y="208505"/>
                  <a:pt x="1676400" y="369330"/>
                </a:cubicBezTo>
                <a:cubicBezTo>
                  <a:pt x="1568192" y="344922"/>
                  <a:pt x="1270533" y="346190"/>
                  <a:pt x="1151128" y="369330"/>
                </a:cubicBezTo>
                <a:cubicBezTo>
                  <a:pt x="1031723" y="392470"/>
                  <a:pt x="851921" y="397538"/>
                  <a:pt x="558800" y="369330"/>
                </a:cubicBezTo>
                <a:cubicBezTo>
                  <a:pt x="265679" y="341122"/>
                  <a:pt x="217471" y="393775"/>
                  <a:pt x="0" y="369330"/>
                </a:cubicBezTo>
                <a:cubicBezTo>
                  <a:pt x="16682" y="221251"/>
                  <a:pt x="-9811" y="144765"/>
                  <a:pt x="0" y="0"/>
                </a:cubicBezTo>
                <a:close/>
              </a:path>
            </a:pathLst>
          </a:custGeom>
          <a:solidFill>
            <a:srgbClr val="FFFF00"/>
          </a:solidFill>
          <a:ln w="25400" cap="flat">
            <a:solidFill>
              <a:schemeClr val="tx1"/>
            </a:solidFill>
            <a:prstDash val="solid"/>
            <a:bevel/>
            <a:extLst>
              <a:ext uri="{C807C97D-BFC1-408E-A445-0C87EB9F89A2}">
                <ask:lineSketchStyleProps xmlns:ask="http://schemas.microsoft.com/office/drawing/2018/sketchyshapes" sd="1219033472">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Not USE Error</a:t>
            </a:r>
          </a:p>
        </p:txBody>
      </p:sp>
      <p:sp>
        <p:nvSpPr>
          <p:cNvPr id="6" name="Rectangle 5">
            <a:extLst>
              <a:ext uri="{FF2B5EF4-FFF2-40B4-BE49-F238E27FC236}">
                <a16:creationId xmlns:a16="http://schemas.microsoft.com/office/drawing/2014/main" id="{0172C1CE-29A7-E58A-4524-1FBDB28E7FD7}"/>
              </a:ext>
            </a:extLst>
          </p:cNvPr>
          <p:cNvSpPr/>
          <p:nvPr/>
        </p:nvSpPr>
        <p:spPr>
          <a:xfrm rot="19904657">
            <a:off x="3679839" y="4615934"/>
            <a:ext cx="1676400" cy="369330"/>
          </a:xfrm>
          <a:custGeom>
            <a:avLst/>
            <a:gdLst>
              <a:gd name="connsiteX0" fmla="*/ 0 w 1676400"/>
              <a:gd name="connsiteY0" fmla="*/ 0 h 369330"/>
              <a:gd name="connsiteX1" fmla="*/ 525272 w 1676400"/>
              <a:gd name="connsiteY1" fmla="*/ 0 h 369330"/>
              <a:gd name="connsiteX2" fmla="*/ 1033780 w 1676400"/>
              <a:gd name="connsiteY2" fmla="*/ 0 h 369330"/>
              <a:gd name="connsiteX3" fmla="*/ 1676400 w 1676400"/>
              <a:gd name="connsiteY3" fmla="*/ 0 h 369330"/>
              <a:gd name="connsiteX4" fmla="*/ 1676400 w 1676400"/>
              <a:gd name="connsiteY4" fmla="*/ 369330 h 369330"/>
              <a:gd name="connsiteX5" fmla="*/ 1117600 w 1676400"/>
              <a:gd name="connsiteY5" fmla="*/ 369330 h 369330"/>
              <a:gd name="connsiteX6" fmla="*/ 575564 w 1676400"/>
              <a:gd name="connsiteY6" fmla="*/ 369330 h 369330"/>
              <a:gd name="connsiteX7" fmla="*/ 0 w 1676400"/>
              <a:gd name="connsiteY7" fmla="*/ 369330 h 369330"/>
              <a:gd name="connsiteX8" fmla="*/ 0 w 1676400"/>
              <a:gd name="connsiteY8" fmla="*/ 0 h 36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6400" h="369330" fill="none" extrusionOk="0">
                <a:moveTo>
                  <a:pt x="0" y="0"/>
                </a:moveTo>
                <a:cubicBezTo>
                  <a:pt x="151128" y="-31675"/>
                  <a:pt x="278905" y="50441"/>
                  <a:pt x="525272" y="0"/>
                </a:cubicBezTo>
                <a:cubicBezTo>
                  <a:pt x="771639" y="-50441"/>
                  <a:pt x="911370" y="14337"/>
                  <a:pt x="1033780" y="0"/>
                </a:cubicBezTo>
                <a:cubicBezTo>
                  <a:pt x="1156190" y="-14337"/>
                  <a:pt x="1434841" y="63056"/>
                  <a:pt x="1676400" y="0"/>
                </a:cubicBezTo>
                <a:cubicBezTo>
                  <a:pt x="1712555" y="105236"/>
                  <a:pt x="1674705" y="240847"/>
                  <a:pt x="1676400" y="369330"/>
                </a:cubicBezTo>
                <a:cubicBezTo>
                  <a:pt x="1563569" y="418311"/>
                  <a:pt x="1339214" y="351047"/>
                  <a:pt x="1117600" y="369330"/>
                </a:cubicBezTo>
                <a:cubicBezTo>
                  <a:pt x="895986" y="387613"/>
                  <a:pt x="787555" y="314809"/>
                  <a:pt x="575564" y="369330"/>
                </a:cubicBezTo>
                <a:cubicBezTo>
                  <a:pt x="363573" y="423851"/>
                  <a:pt x="223858" y="327987"/>
                  <a:pt x="0" y="369330"/>
                </a:cubicBezTo>
                <a:cubicBezTo>
                  <a:pt x="-8037" y="279797"/>
                  <a:pt x="8343" y="151923"/>
                  <a:pt x="0" y="0"/>
                </a:cubicBezTo>
                <a:close/>
              </a:path>
              <a:path w="1676400" h="369330" stroke="0" extrusionOk="0">
                <a:moveTo>
                  <a:pt x="0" y="0"/>
                </a:moveTo>
                <a:cubicBezTo>
                  <a:pt x="231953" y="-55823"/>
                  <a:pt x="365409" y="54326"/>
                  <a:pt x="558800" y="0"/>
                </a:cubicBezTo>
                <a:cubicBezTo>
                  <a:pt x="752191" y="-54326"/>
                  <a:pt x="916420" y="40504"/>
                  <a:pt x="1067308" y="0"/>
                </a:cubicBezTo>
                <a:cubicBezTo>
                  <a:pt x="1218196" y="-40504"/>
                  <a:pt x="1503925" y="35285"/>
                  <a:pt x="1676400" y="0"/>
                </a:cubicBezTo>
                <a:cubicBezTo>
                  <a:pt x="1703763" y="90881"/>
                  <a:pt x="1671447" y="230152"/>
                  <a:pt x="1676400" y="369330"/>
                </a:cubicBezTo>
                <a:cubicBezTo>
                  <a:pt x="1437367" y="379090"/>
                  <a:pt x="1302994" y="334244"/>
                  <a:pt x="1134364" y="369330"/>
                </a:cubicBezTo>
                <a:cubicBezTo>
                  <a:pt x="965734" y="404416"/>
                  <a:pt x="715110" y="312979"/>
                  <a:pt x="575564" y="369330"/>
                </a:cubicBezTo>
                <a:cubicBezTo>
                  <a:pt x="436018" y="425681"/>
                  <a:pt x="196983" y="343618"/>
                  <a:pt x="0" y="369330"/>
                </a:cubicBezTo>
                <a:cubicBezTo>
                  <a:pt x="-26684" y="216084"/>
                  <a:pt x="29385" y="114146"/>
                  <a:pt x="0" y="0"/>
                </a:cubicBezTo>
                <a:close/>
              </a:path>
            </a:pathLst>
          </a:custGeom>
          <a:solidFill>
            <a:srgbClr val="FFFF00"/>
          </a:solidFill>
          <a:ln w="25400" cap="flat">
            <a:solidFill>
              <a:schemeClr val="tx1"/>
            </a:solidFill>
            <a:prstDash val="solid"/>
            <a:bevel/>
            <a:extLst>
              <a:ext uri="{C807C97D-BFC1-408E-A445-0C87EB9F89A2}">
                <ask:lineSketchStyleProps xmlns:ask="http://schemas.microsoft.com/office/drawing/2018/sketchyshapes" sd="3863967155">
                  <a:prstGeom prst="rect">
                    <a:avLst/>
                  </a:prstGeom>
                  <ask:type>
                    <ask:lineSketchScribble/>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Not USE Error</a:t>
            </a:r>
          </a:p>
        </p:txBody>
      </p:sp>
      <p:sp>
        <p:nvSpPr>
          <p:cNvPr id="7" name="Rectangle 6">
            <a:extLst>
              <a:ext uri="{FF2B5EF4-FFF2-40B4-BE49-F238E27FC236}">
                <a16:creationId xmlns:a16="http://schemas.microsoft.com/office/drawing/2014/main" id="{D27F441C-AD3B-5DF5-1668-0AB70587B7DE}"/>
              </a:ext>
            </a:extLst>
          </p:cNvPr>
          <p:cNvSpPr/>
          <p:nvPr/>
        </p:nvSpPr>
        <p:spPr>
          <a:xfrm rot="20043251">
            <a:off x="2380475" y="4173754"/>
            <a:ext cx="1262236" cy="369330"/>
          </a:xfrm>
          <a:custGeom>
            <a:avLst/>
            <a:gdLst>
              <a:gd name="connsiteX0" fmla="*/ 0 w 1262236"/>
              <a:gd name="connsiteY0" fmla="*/ 0 h 369330"/>
              <a:gd name="connsiteX1" fmla="*/ 593251 w 1262236"/>
              <a:gd name="connsiteY1" fmla="*/ 0 h 369330"/>
              <a:gd name="connsiteX2" fmla="*/ 1262236 w 1262236"/>
              <a:gd name="connsiteY2" fmla="*/ 0 h 369330"/>
              <a:gd name="connsiteX3" fmla="*/ 1262236 w 1262236"/>
              <a:gd name="connsiteY3" fmla="*/ 369330 h 369330"/>
              <a:gd name="connsiteX4" fmla="*/ 605873 w 1262236"/>
              <a:gd name="connsiteY4" fmla="*/ 369330 h 369330"/>
              <a:gd name="connsiteX5" fmla="*/ 0 w 1262236"/>
              <a:gd name="connsiteY5" fmla="*/ 369330 h 369330"/>
              <a:gd name="connsiteX6" fmla="*/ 0 w 1262236"/>
              <a:gd name="connsiteY6" fmla="*/ 0 h 36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2236" h="369330" fill="none" extrusionOk="0">
                <a:moveTo>
                  <a:pt x="0" y="0"/>
                </a:moveTo>
                <a:cubicBezTo>
                  <a:pt x="266181" y="-24945"/>
                  <a:pt x="457655" y="4425"/>
                  <a:pt x="593251" y="0"/>
                </a:cubicBezTo>
                <a:cubicBezTo>
                  <a:pt x="728847" y="-4425"/>
                  <a:pt x="1087062" y="29060"/>
                  <a:pt x="1262236" y="0"/>
                </a:cubicBezTo>
                <a:cubicBezTo>
                  <a:pt x="1264873" y="165184"/>
                  <a:pt x="1280263" y="193492"/>
                  <a:pt x="1262236" y="369330"/>
                </a:cubicBezTo>
                <a:cubicBezTo>
                  <a:pt x="946333" y="401959"/>
                  <a:pt x="899913" y="383849"/>
                  <a:pt x="605873" y="369330"/>
                </a:cubicBezTo>
                <a:cubicBezTo>
                  <a:pt x="311833" y="354811"/>
                  <a:pt x="300837" y="379654"/>
                  <a:pt x="0" y="369330"/>
                </a:cubicBezTo>
                <a:cubicBezTo>
                  <a:pt x="1681" y="279799"/>
                  <a:pt x="17183" y="83592"/>
                  <a:pt x="0" y="0"/>
                </a:cubicBezTo>
                <a:close/>
              </a:path>
              <a:path w="1262236" h="369330" stroke="0" extrusionOk="0">
                <a:moveTo>
                  <a:pt x="0" y="0"/>
                </a:moveTo>
                <a:cubicBezTo>
                  <a:pt x="221815" y="7805"/>
                  <a:pt x="329669" y="15502"/>
                  <a:pt x="605873" y="0"/>
                </a:cubicBezTo>
                <a:cubicBezTo>
                  <a:pt x="882077" y="-15502"/>
                  <a:pt x="958188" y="-27773"/>
                  <a:pt x="1262236" y="0"/>
                </a:cubicBezTo>
                <a:cubicBezTo>
                  <a:pt x="1279464" y="99160"/>
                  <a:pt x="1257866" y="188432"/>
                  <a:pt x="1262236" y="369330"/>
                </a:cubicBezTo>
                <a:cubicBezTo>
                  <a:pt x="1118042" y="344538"/>
                  <a:pt x="900746" y="372690"/>
                  <a:pt x="656363" y="369330"/>
                </a:cubicBezTo>
                <a:cubicBezTo>
                  <a:pt x="411980" y="365970"/>
                  <a:pt x="140840" y="381136"/>
                  <a:pt x="0" y="369330"/>
                </a:cubicBezTo>
                <a:cubicBezTo>
                  <a:pt x="-18038" y="228945"/>
                  <a:pt x="14205" y="168682"/>
                  <a:pt x="0" y="0"/>
                </a:cubicBezTo>
                <a:close/>
              </a:path>
            </a:pathLst>
          </a:custGeom>
          <a:solidFill>
            <a:srgbClr val="FFFF00"/>
          </a:solidFill>
          <a:ln w="25400" cap="flat">
            <a:solidFill>
              <a:schemeClr val="tx1"/>
            </a:solidFill>
            <a:prstDash val="solid"/>
            <a:bevel/>
            <a:extLst>
              <a:ext uri="{C807C97D-BFC1-408E-A445-0C87EB9F89A2}">
                <ask:lineSketchStyleProps xmlns:ask="http://schemas.microsoft.com/office/drawing/2018/sketchyshapes" sd="852854689">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USE Error</a:t>
            </a:r>
          </a:p>
        </p:txBody>
      </p:sp>
      <p:sp>
        <p:nvSpPr>
          <p:cNvPr id="8" name="Rectangle 7">
            <a:extLst>
              <a:ext uri="{FF2B5EF4-FFF2-40B4-BE49-F238E27FC236}">
                <a16:creationId xmlns:a16="http://schemas.microsoft.com/office/drawing/2014/main" id="{26B85944-8E48-C197-6D00-E34C1327F04A}"/>
              </a:ext>
            </a:extLst>
          </p:cNvPr>
          <p:cNvSpPr/>
          <p:nvPr/>
        </p:nvSpPr>
        <p:spPr>
          <a:xfrm rot="20043251">
            <a:off x="4665384" y="5367890"/>
            <a:ext cx="1262236" cy="369330"/>
          </a:xfrm>
          <a:custGeom>
            <a:avLst/>
            <a:gdLst>
              <a:gd name="connsiteX0" fmla="*/ 0 w 1262236"/>
              <a:gd name="connsiteY0" fmla="*/ 0 h 369330"/>
              <a:gd name="connsiteX1" fmla="*/ 395501 w 1262236"/>
              <a:gd name="connsiteY1" fmla="*/ 0 h 369330"/>
              <a:gd name="connsiteX2" fmla="*/ 791001 w 1262236"/>
              <a:gd name="connsiteY2" fmla="*/ 0 h 369330"/>
              <a:gd name="connsiteX3" fmla="*/ 1262236 w 1262236"/>
              <a:gd name="connsiteY3" fmla="*/ 0 h 369330"/>
              <a:gd name="connsiteX4" fmla="*/ 1262236 w 1262236"/>
              <a:gd name="connsiteY4" fmla="*/ 369330 h 369330"/>
              <a:gd name="connsiteX5" fmla="*/ 816246 w 1262236"/>
              <a:gd name="connsiteY5" fmla="*/ 369330 h 369330"/>
              <a:gd name="connsiteX6" fmla="*/ 408123 w 1262236"/>
              <a:gd name="connsiteY6" fmla="*/ 369330 h 369330"/>
              <a:gd name="connsiteX7" fmla="*/ 0 w 1262236"/>
              <a:gd name="connsiteY7" fmla="*/ 369330 h 369330"/>
              <a:gd name="connsiteX8" fmla="*/ 0 w 1262236"/>
              <a:gd name="connsiteY8" fmla="*/ 0 h 36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2236" h="369330" fill="none" extrusionOk="0">
                <a:moveTo>
                  <a:pt x="0" y="0"/>
                </a:moveTo>
                <a:cubicBezTo>
                  <a:pt x="196688" y="-4543"/>
                  <a:pt x="210229" y="34319"/>
                  <a:pt x="395501" y="0"/>
                </a:cubicBezTo>
                <a:cubicBezTo>
                  <a:pt x="580773" y="-34319"/>
                  <a:pt x="707244" y="38686"/>
                  <a:pt x="791001" y="0"/>
                </a:cubicBezTo>
                <a:cubicBezTo>
                  <a:pt x="874758" y="-38686"/>
                  <a:pt x="1053915" y="1364"/>
                  <a:pt x="1262236" y="0"/>
                </a:cubicBezTo>
                <a:cubicBezTo>
                  <a:pt x="1286544" y="161330"/>
                  <a:pt x="1245914" y="271441"/>
                  <a:pt x="1262236" y="369330"/>
                </a:cubicBezTo>
                <a:cubicBezTo>
                  <a:pt x="1096113" y="390223"/>
                  <a:pt x="962647" y="361481"/>
                  <a:pt x="816246" y="369330"/>
                </a:cubicBezTo>
                <a:cubicBezTo>
                  <a:pt x="669845" y="377179"/>
                  <a:pt x="609567" y="365521"/>
                  <a:pt x="408123" y="369330"/>
                </a:cubicBezTo>
                <a:cubicBezTo>
                  <a:pt x="206679" y="373139"/>
                  <a:pt x="172274" y="327315"/>
                  <a:pt x="0" y="369330"/>
                </a:cubicBezTo>
                <a:cubicBezTo>
                  <a:pt x="-19258" y="198491"/>
                  <a:pt x="6853" y="108684"/>
                  <a:pt x="0" y="0"/>
                </a:cubicBezTo>
                <a:close/>
              </a:path>
              <a:path w="1262236" h="369330" stroke="0" extrusionOk="0">
                <a:moveTo>
                  <a:pt x="0" y="0"/>
                </a:moveTo>
                <a:cubicBezTo>
                  <a:pt x="103602" y="-16314"/>
                  <a:pt x="260188" y="49027"/>
                  <a:pt x="445990" y="0"/>
                </a:cubicBezTo>
                <a:cubicBezTo>
                  <a:pt x="631792" y="-49027"/>
                  <a:pt x="754705" y="21957"/>
                  <a:pt x="891980" y="0"/>
                </a:cubicBezTo>
                <a:cubicBezTo>
                  <a:pt x="1029255" y="-21957"/>
                  <a:pt x="1137404" y="27408"/>
                  <a:pt x="1262236" y="0"/>
                </a:cubicBezTo>
                <a:cubicBezTo>
                  <a:pt x="1268148" y="126111"/>
                  <a:pt x="1260360" y="186199"/>
                  <a:pt x="1262236" y="369330"/>
                </a:cubicBezTo>
                <a:cubicBezTo>
                  <a:pt x="1173116" y="400166"/>
                  <a:pt x="959981" y="337982"/>
                  <a:pt x="866735" y="369330"/>
                </a:cubicBezTo>
                <a:cubicBezTo>
                  <a:pt x="773489" y="400678"/>
                  <a:pt x="546939" y="358014"/>
                  <a:pt x="445990" y="369330"/>
                </a:cubicBezTo>
                <a:cubicBezTo>
                  <a:pt x="345041" y="380646"/>
                  <a:pt x="143908" y="364130"/>
                  <a:pt x="0" y="369330"/>
                </a:cubicBezTo>
                <a:cubicBezTo>
                  <a:pt x="-8788" y="204977"/>
                  <a:pt x="14390" y="138888"/>
                  <a:pt x="0" y="0"/>
                </a:cubicBezTo>
                <a:close/>
              </a:path>
            </a:pathLst>
          </a:custGeom>
          <a:solidFill>
            <a:srgbClr val="FFFF00"/>
          </a:solidFill>
          <a:ln w="25400" cap="flat">
            <a:solidFill>
              <a:schemeClr val="tx1"/>
            </a:solidFill>
            <a:prstDash val="solid"/>
            <a:bevel/>
            <a:extLst>
              <a:ext uri="{C807C97D-BFC1-408E-A445-0C87EB9F89A2}">
                <ask:lineSketchStyleProps xmlns:ask="http://schemas.microsoft.com/office/drawing/2018/sketchyshapes" sd="2559098549">
                  <a:prstGeom prst="rect">
                    <a:avLst/>
                  </a:prstGeom>
                  <ask:type>
                    <ask:lineSketchScribble/>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1"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Arial"/>
                <a:ea typeface="Arial"/>
                <a:cs typeface="Arial"/>
                <a:sym typeface="Arial"/>
              </a:rPr>
              <a:t>USE Error</a:t>
            </a:r>
          </a:p>
        </p:txBody>
      </p:sp>
    </p:spTree>
    <p:extLst>
      <p:ext uri="{BB962C8B-B14F-4D97-AF65-F5344CB8AC3E}">
        <p14:creationId xmlns:p14="http://schemas.microsoft.com/office/powerpoint/2010/main" val="19440708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AED Defibrillator Lifepak CR – JHS Medical">
            <a:extLst>
              <a:ext uri="{FF2B5EF4-FFF2-40B4-BE49-F238E27FC236}">
                <a16:creationId xmlns:a16="http://schemas.microsoft.com/office/drawing/2014/main" id="{626F0EC7-BAF5-B1A0-4F85-775DFAF44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5131" y="1206500"/>
            <a:ext cx="2560269" cy="25654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02989FBA-7B2E-4808-54D6-4461B55F3F34}"/>
              </a:ext>
            </a:extLst>
          </p:cNvPr>
          <p:cNvSpPr>
            <a:spLocks noGrp="1"/>
          </p:cNvSpPr>
          <p:nvPr>
            <p:ph type="sldNum" sz="quarter" idx="10"/>
          </p:nvPr>
        </p:nvSpPr>
        <p:spPr/>
        <p:txBody>
          <a:bodyPr/>
          <a:lstStyle/>
          <a:p>
            <a:fld id="{86CB4B4D-7CA3-9044-876B-883B54F8677D}" type="slidenum">
              <a:rPr lang="en-US" smtClean="0"/>
              <a:pPr/>
              <a:t>13</a:t>
            </a:fld>
            <a:endParaRPr lang="en-US" dirty="0"/>
          </a:p>
        </p:txBody>
      </p:sp>
      <p:sp>
        <p:nvSpPr>
          <p:cNvPr id="3" name="Content Placeholder 2">
            <a:extLst>
              <a:ext uri="{FF2B5EF4-FFF2-40B4-BE49-F238E27FC236}">
                <a16:creationId xmlns:a16="http://schemas.microsoft.com/office/drawing/2014/main" id="{6F8377FF-204A-E812-EFEB-E3A6229A001E}"/>
              </a:ext>
            </a:extLst>
          </p:cNvPr>
          <p:cNvSpPr>
            <a:spLocks noGrp="1"/>
          </p:cNvSpPr>
          <p:nvPr>
            <p:ph sz="quarter" idx="11"/>
          </p:nvPr>
        </p:nvSpPr>
        <p:spPr>
          <a:xfrm>
            <a:off x="453080" y="1143000"/>
            <a:ext cx="5902051" cy="5486400"/>
          </a:xfrm>
        </p:spPr>
        <p:txBody>
          <a:bodyPr/>
          <a:lstStyle/>
          <a:p>
            <a:pPr marL="117475" indent="0">
              <a:buNone/>
            </a:pPr>
            <a:r>
              <a:rPr lang="en-US" sz="2400" u="sng" dirty="0"/>
              <a:t>Scenario:</a:t>
            </a:r>
            <a:r>
              <a:rPr lang="en-US" sz="2400" dirty="0"/>
              <a:t> A layperson, trying to use an AED in an emergency, misreads the instructional graphics on the inside of the AED’s cover. </a:t>
            </a:r>
          </a:p>
          <a:p>
            <a:pPr marL="117475" indent="0">
              <a:buNone/>
            </a:pPr>
            <a:r>
              <a:rPr lang="en-US" sz="2400" dirty="0"/>
              <a:t>As a result, the layperson places the adhesive electrode pads in incorrect locations on the person suffering cardiac arrest’s chest before delivering the AED pulse. But thankfully, the AED pulse still saves the person’s life.</a:t>
            </a:r>
          </a:p>
          <a:p>
            <a:pPr marL="117475" indent="0">
              <a:buNone/>
            </a:pPr>
            <a:endParaRPr lang="en-US" sz="2400" dirty="0"/>
          </a:p>
          <a:p>
            <a:pPr marL="117475" indent="0">
              <a:buNone/>
            </a:pPr>
            <a:r>
              <a:rPr lang="en-US" sz="2400" dirty="0"/>
              <a:t>Did a use error occur?</a:t>
            </a:r>
          </a:p>
          <a:p>
            <a:pPr marL="117475" indent="0">
              <a:buNone/>
            </a:pPr>
            <a:r>
              <a:rPr lang="en-US" sz="2400" dirty="0">
                <a:solidFill>
                  <a:srgbClr val="FF0000"/>
                </a:solidFill>
              </a:rPr>
              <a:t>Yes</a:t>
            </a:r>
          </a:p>
        </p:txBody>
      </p:sp>
      <p:sp>
        <p:nvSpPr>
          <p:cNvPr id="4" name="Title 3">
            <a:extLst>
              <a:ext uri="{FF2B5EF4-FFF2-40B4-BE49-F238E27FC236}">
                <a16:creationId xmlns:a16="http://schemas.microsoft.com/office/drawing/2014/main" id="{07A97083-B49F-06AA-1A9C-95BA1C317D3C}"/>
              </a:ext>
            </a:extLst>
          </p:cNvPr>
          <p:cNvSpPr>
            <a:spLocks noGrp="1"/>
          </p:cNvSpPr>
          <p:nvPr>
            <p:ph type="title"/>
          </p:nvPr>
        </p:nvSpPr>
        <p:spPr/>
        <p:txBody>
          <a:bodyPr>
            <a:normAutofit fontScale="90000"/>
          </a:bodyPr>
          <a:lstStyle/>
          <a:p>
            <a:r>
              <a:rPr lang="en-US" dirty="0"/>
              <a:t>Automated External Defibrillator (AED)</a:t>
            </a:r>
          </a:p>
        </p:txBody>
      </p:sp>
    </p:spTree>
    <p:extLst>
      <p:ext uri="{BB962C8B-B14F-4D97-AF65-F5344CB8AC3E}">
        <p14:creationId xmlns:p14="http://schemas.microsoft.com/office/powerpoint/2010/main" val="219922820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81B519-E559-4947-B00D-7BF94388527A}"/>
              </a:ext>
            </a:extLst>
          </p:cNvPr>
          <p:cNvSpPr txBox="1"/>
          <p:nvPr/>
        </p:nvSpPr>
        <p:spPr>
          <a:xfrm>
            <a:off x="609600" y="3352800"/>
            <a:ext cx="4267200" cy="3693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r>
              <a:rPr lang="en-US" dirty="0">
                <a:solidFill>
                  <a:srgbClr val="000000"/>
                </a:solidFill>
              </a:rPr>
              <a:t>Errors in writing use errors</a:t>
            </a:r>
            <a:endParaRPr kumimoji="0" lang="en-US" sz="1800" b="0" i="0"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161600150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AE675E-E112-B8E0-6C7E-9F722E4329E5}"/>
              </a:ext>
            </a:extLst>
          </p:cNvPr>
          <p:cNvSpPr>
            <a:spLocks noGrp="1"/>
          </p:cNvSpPr>
          <p:nvPr>
            <p:ph type="sldNum" sz="quarter" idx="10"/>
          </p:nvPr>
        </p:nvSpPr>
        <p:spPr/>
        <p:txBody>
          <a:bodyPr/>
          <a:lstStyle/>
          <a:p>
            <a:fld id="{86CB4B4D-7CA3-9044-876B-883B54F8677D}" type="slidenum">
              <a:rPr lang="en-US" smtClean="0"/>
              <a:pPr/>
              <a:t>15</a:t>
            </a:fld>
            <a:endParaRPr lang="en-US" dirty="0"/>
          </a:p>
        </p:txBody>
      </p:sp>
      <p:sp>
        <p:nvSpPr>
          <p:cNvPr id="3" name="Content Placeholder 2">
            <a:extLst>
              <a:ext uri="{FF2B5EF4-FFF2-40B4-BE49-F238E27FC236}">
                <a16:creationId xmlns:a16="http://schemas.microsoft.com/office/drawing/2014/main" id="{D4F236B6-951B-1F88-F9D5-26427C9A1080}"/>
              </a:ext>
            </a:extLst>
          </p:cNvPr>
          <p:cNvSpPr>
            <a:spLocks noGrp="1"/>
          </p:cNvSpPr>
          <p:nvPr>
            <p:ph sz="quarter" idx="11"/>
          </p:nvPr>
        </p:nvSpPr>
        <p:spPr/>
        <p:txBody>
          <a:bodyPr/>
          <a:lstStyle/>
          <a:p>
            <a:pPr>
              <a:buFont typeface="System Font Regular"/>
              <a:buChar char="❌"/>
            </a:pPr>
            <a:r>
              <a:rPr lang="en-US" dirty="0"/>
              <a:t> User stores device incorrectly</a:t>
            </a:r>
          </a:p>
          <a:p>
            <a:pPr lvl="1">
              <a:buClr>
                <a:srgbClr val="00B050"/>
              </a:buClr>
              <a:buFont typeface="Wingdings" pitchFamily="2" charset="2"/>
              <a:buChar char="ü"/>
            </a:pPr>
            <a:r>
              <a:rPr lang="en-US" dirty="0"/>
              <a:t>User stores device in temperatures below -5F</a:t>
            </a:r>
          </a:p>
          <a:p>
            <a:pPr marL="449262" lvl="1" indent="0">
              <a:buClr>
                <a:srgbClr val="00B050"/>
              </a:buClr>
              <a:buNone/>
            </a:pPr>
            <a:endParaRPr lang="en-US" sz="1200" dirty="0"/>
          </a:p>
          <a:p>
            <a:pPr>
              <a:buFont typeface="System Font Regular"/>
              <a:buChar char="❌"/>
            </a:pPr>
            <a:r>
              <a:rPr lang="en-US" dirty="0"/>
              <a:t> User enters incorrect patient information</a:t>
            </a:r>
          </a:p>
          <a:p>
            <a:pPr lvl="1">
              <a:buClr>
                <a:srgbClr val="00B050"/>
              </a:buClr>
              <a:buFont typeface="Wingdings" pitchFamily="2" charset="2"/>
              <a:buChar char="ü"/>
            </a:pPr>
            <a:r>
              <a:rPr lang="en-US" dirty="0"/>
              <a:t>User enters patient’s date of birth incorrectly</a:t>
            </a:r>
          </a:p>
          <a:p>
            <a:pPr marL="449262" lvl="1" indent="0">
              <a:buClr>
                <a:srgbClr val="00B050"/>
              </a:buClr>
              <a:buNone/>
            </a:pPr>
            <a:endParaRPr lang="en-US" sz="1200" dirty="0"/>
          </a:p>
          <a:p>
            <a:pPr>
              <a:buFont typeface="System Font Regular"/>
              <a:buChar char="❌"/>
            </a:pPr>
            <a:r>
              <a:rPr lang="en-US" dirty="0"/>
              <a:t> User dials wrong dose amount</a:t>
            </a:r>
          </a:p>
          <a:p>
            <a:pPr lvl="1">
              <a:buClr>
                <a:srgbClr val="00B050"/>
              </a:buClr>
              <a:buFont typeface="Wingdings" pitchFamily="2" charset="2"/>
              <a:buChar char="ü"/>
            </a:pPr>
            <a:r>
              <a:rPr lang="en-US" dirty="0"/>
              <a:t>User dials dose amount 0% &lt; 20% prescribed</a:t>
            </a:r>
          </a:p>
          <a:p>
            <a:pPr lvl="1">
              <a:buClr>
                <a:srgbClr val="00B050"/>
              </a:buClr>
              <a:buFont typeface="Wingdings" pitchFamily="2" charset="2"/>
              <a:buChar char="ü"/>
            </a:pPr>
            <a:r>
              <a:rPr lang="en-US" dirty="0"/>
              <a:t>User dials dose amount 20% &lt; 50% prescribed</a:t>
            </a:r>
          </a:p>
          <a:p>
            <a:pPr lvl="1">
              <a:buClr>
                <a:srgbClr val="00B050"/>
              </a:buClr>
              <a:buFont typeface="Wingdings" pitchFamily="2" charset="2"/>
              <a:buChar char="ü"/>
            </a:pPr>
            <a:r>
              <a:rPr lang="en-US" dirty="0"/>
              <a:t>User dials dose amount &gt;50% prescribed</a:t>
            </a:r>
          </a:p>
          <a:p>
            <a:pPr lvl="1">
              <a:buClr>
                <a:srgbClr val="00B050"/>
              </a:buClr>
              <a:buFont typeface="Wingdings" pitchFamily="2" charset="2"/>
              <a:buChar char="ü"/>
            </a:pPr>
            <a:r>
              <a:rPr lang="en-US" dirty="0"/>
              <a:t>User dials dose amount 0% &gt; 20% prescribed</a:t>
            </a:r>
          </a:p>
          <a:p>
            <a:pPr lvl="1">
              <a:buClr>
                <a:srgbClr val="00B050"/>
              </a:buClr>
              <a:buFont typeface="Wingdings" pitchFamily="2" charset="2"/>
              <a:buChar char="ü"/>
            </a:pPr>
            <a:r>
              <a:rPr lang="en-US" dirty="0"/>
              <a:t>…and so on</a:t>
            </a:r>
          </a:p>
          <a:p>
            <a:pPr lvl="1">
              <a:buClr>
                <a:srgbClr val="00B050"/>
              </a:buClr>
              <a:buFont typeface="Wingdings" pitchFamily="2" charset="2"/>
              <a:buChar char="ü"/>
            </a:pPr>
            <a:endParaRPr lang="en-US" dirty="0"/>
          </a:p>
          <a:p>
            <a:pPr lvl="1">
              <a:buClr>
                <a:srgbClr val="00B050"/>
              </a:buClr>
              <a:buFont typeface="Wingdings" pitchFamily="2" charset="2"/>
              <a:buChar char="ü"/>
            </a:pPr>
            <a:endParaRPr lang="en-US" dirty="0"/>
          </a:p>
          <a:p>
            <a:pPr lvl="1">
              <a:buClr>
                <a:srgbClr val="00B050"/>
              </a:buClr>
              <a:buFont typeface="Wingdings" pitchFamily="2" charset="2"/>
              <a:buChar char="ü"/>
            </a:pPr>
            <a:endParaRPr lang="en-US" dirty="0"/>
          </a:p>
          <a:p>
            <a:pPr lvl="1">
              <a:buClr>
                <a:srgbClr val="00B050"/>
              </a:buClr>
              <a:buFont typeface="Wingdings" pitchFamily="2" charset="2"/>
              <a:buChar char="ü"/>
            </a:pPr>
            <a:endParaRPr lang="en-US" dirty="0"/>
          </a:p>
          <a:p>
            <a:pPr>
              <a:buClr>
                <a:srgbClr val="00B050"/>
              </a:buClr>
              <a:buFont typeface="Wingdings" pitchFamily="2" charset="2"/>
              <a:buChar char="ü"/>
            </a:pPr>
            <a:endParaRPr lang="en-US" dirty="0"/>
          </a:p>
        </p:txBody>
      </p:sp>
      <p:sp>
        <p:nvSpPr>
          <p:cNvPr id="4" name="Title 3">
            <a:extLst>
              <a:ext uri="{FF2B5EF4-FFF2-40B4-BE49-F238E27FC236}">
                <a16:creationId xmlns:a16="http://schemas.microsoft.com/office/drawing/2014/main" id="{2BEDA05E-F919-0E7A-A4F5-617D00D43FD8}"/>
              </a:ext>
            </a:extLst>
          </p:cNvPr>
          <p:cNvSpPr>
            <a:spLocks noGrp="1"/>
          </p:cNvSpPr>
          <p:nvPr>
            <p:ph type="title"/>
          </p:nvPr>
        </p:nvSpPr>
        <p:spPr/>
        <p:txBody>
          <a:bodyPr>
            <a:normAutofit fontScale="90000"/>
          </a:bodyPr>
          <a:lstStyle/>
          <a:p>
            <a:r>
              <a:rPr lang="en-US" dirty="0"/>
              <a:t>Not being specific enough</a:t>
            </a:r>
          </a:p>
        </p:txBody>
      </p:sp>
    </p:spTree>
    <p:extLst>
      <p:ext uri="{BB962C8B-B14F-4D97-AF65-F5344CB8AC3E}">
        <p14:creationId xmlns:p14="http://schemas.microsoft.com/office/powerpoint/2010/main" val="8791786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FEB819-33FB-A603-D1E8-7122E1B19AF5}"/>
              </a:ext>
            </a:extLst>
          </p:cNvPr>
          <p:cNvSpPr>
            <a:spLocks noGrp="1"/>
          </p:cNvSpPr>
          <p:nvPr>
            <p:ph type="sldNum" sz="quarter" idx="10"/>
          </p:nvPr>
        </p:nvSpPr>
        <p:spPr/>
        <p:txBody>
          <a:bodyPr/>
          <a:lstStyle/>
          <a:p>
            <a:fld id="{86CB4B4D-7CA3-9044-876B-883B54F8677D}" type="slidenum">
              <a:rPr lang="en-US" smtClean="0"/>
              <a:pPr/>
              <a:t>16</a:t>
            </a:fld>
            <a:endParaRPr lang="en-US" dirty="0"/>
          </a:p>
        </p:txBody>
      </p:sp>
      <p:sp>
        <p:nvSpPr>
          <p:cNvPr id="4" name="Title 3">
            <a:extLst>
              <a:ext uri="{FF2B5EF4-FFF2-40B4-BE49-F238E27FC236}">
                <a16:creationId xmlns:a16="http://schemas.microsoft.com/office/drawing/2014/main" id="{340CEFA3-75BC-BBC9-F2DB-2002BC4C1F1E}"/>
              </a:ext>
            </a:extLst>
          </p:cNvPr>
          <p:cNvSpPr>
            <a:spLocks noGrp="1"/>
          </p:cNvSpPr>
          <p:nvPr>
            <p:ph type="title"/>
          </p:nvPr>
        </p:nvSpPr>
        <p:spPr/>
        <p:txBody>
          <a:bodyPr>
            <a:normAutofit fontScale="90000"/>
          </a:bodyPr>
          <a:lstStyle/>
          <a:p>
            <a:r>
              <a:rPr lang="en-US" dirty="0"/>
              <a:t>Before we go on: PCA model refresher</a:t>
            </a:r>
          </a:p>
        </p:txBody>
      </p:sp>
      <p:pic>
        <p:nvPicPr>
          <p:cNvPr id="4100" name="Picture 4">
            <a:extLst>
              <a:ext uri="{FF2B5EF4-FFF2-40B4-BE49-F238E27FC236}">
                <a16:creationId xmlns:a16="http://schemas.microsoft.com/office/drawing/2014/main" id="{3C849F39-3F67-99F1-06CC-023388797D55}"/>
              </a:ext>
            </a:extLst>
          </p:cNvPr>
          <p:cNvPicPr>
            <a:picLocks noGrp="1" noChangeAspect="1" noChangeArrowheads="1"/>
          </p:cNvPicPr>
          <p:nvPr>
            <p:ph sz="quarter" idx="11"/>
          </p:nvPr>
        </p:nvPicPr>
        <p:blipFill>
          <a:blip r:embed="rId3">
            <a:extLst>
              <a:ext uri="{28A0092B-C50C-407E-A947-70E740481C1C}">
                <a14:useLocalDpi xmlns:a14="http://schemas.microsoft.com/office/drawing/2010/main" val="0"/>
              </a:ext>
            </a:extLst>
          </a:blip>
          <a:srcRect/>
          <a:stretch>
            <a:fillRect/>
          </a:stretch>
        </p:blipFill>
        <p:spPr bwMode="auto">
          <a:xfrm>
            <a:off x="2133600" y="1447800"/>
            <a:ext cx="4745038" cy="442646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53CB287-3A4D-8F81-59C7-9CDBE2237BEC}"/>
              </a:ext>
            </a:extLst>
          </p:cNvPr>
          <p:cNvSpPr txBox="1"/>
          <p:nvPr/>
        </p:nvSpPr>
        <p:spPr>
          <a:xfrm>
            <a:off x="6172200" y="5879067"/>
            <a:ext cx="2491430" cy="24622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en-US" sz="1000" b="0" i="0" dirty="0">
                <a:solidFill>
                  <a:srgbClr val="222222"/>
                </a:solidFill>
                <a:effectLst/>
                <a:latin typeface="Roboto" panose="02000000000000000000" pitchFamily="2" charset="0"/>
              </a:rPr>
              <a:t>AAMI/IEC TIR62366-2 </a:t>
            </a:r>
            <a:endParaRPr lang="en-US" sz="1000" dirty="0"/>
          </a:p>
        </p:txBody>
      </p:sp>
    </p:spTree>
    <p:extLst>
      <p:ext uri="{BB962C8B-B14F-4D97-AF65-F5344CB8AC3E}">
        <p14:creationId xmlns:p14="http://schemas.microsoft.com/office/powerpoint/2010/main" val="361710228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F374C4-2422-287E-6330-AA6764D35540}"/>
              </a:ext>
            </a:extLst>
          </p:cNvPr>
          <p:cNvSpPr>
            <a:spLocks noGrp="1"/>
          </p:cNvSpPr>
          <p:nvPr>
            <p:ph type="sldNum" sz="quarter" idx="10"/>
          </p:nvPr>
        </p:nvSpPr>
        <p:spPr>
          <a:xfrm>
            <a:off x="8153400" y="6629400"/>
            <a:ext cx="762000" cy="184666"/>
          </a:xfrm>
        </p:spPr>
        <p:txBody>
          <a:bodyPr/>
          <a:lstStyle/>
          <a:p>
            <a:fld id="{86CB4B4D-7CA3-9044-876B-883B54F8677D}" type="slidenum">
              <a:rPr lang="en-US" smtClean="0"/>
              <a:pPr/>
              <a:t>17</a:t>
            </a:fld>
            <a:endParaRPr lang="en-US" dirty="0"/>
          </a:p>
        </p:txBody>
      </p:sp>
      <p:sp>
        <p:nvSpPr>
          <p:cNvPr id="3" name="Content Placeholder 2">
            <a:extLst>
              <a:ext uri="{FF2B5EF4-FFF2-40B4-BE49-F238E27FC236}">
                <a16:creationId xmlns:a16="http://schemas.microsoft.com/office/drawing/2014/main" id="{AA514C80-CC5B-3C6F-874E-7B93F9D97E0A}"/>
              </a:ext>
            </a:extLst>
          </p:cNvPr>
          <p:cNvSpPr>
            <a:spLocks noGrp="1"/>
          </p:cNvSpPr>
          <p:nvPr>
            <p:ph sz="quarter" idx="11"/>
          </p:nvPr>
        </p:nvSpPr>
        <p:spPr>
          <a:xfrm>
            <a:off x="452438" y="1143000"/>
            <a:ext cx="8081962" cy="5486400"/>
          </a:xfrm>
        </p:spPr>
        <p:txBody>
          <a:bodyPr/>
          <a:lstStyle/>
          <a:p>
            <a:r>
              <a:rPr lang="en-US" u="sng" dirty="0"/>
              <a:t>FDA definition: </a:t>
            </a:r>
            <a:r>
              <a:rPr lang="en-US" dirty="0"/>
              <a:t>User </a:t>
            </a:r>
            <a:r>
              <a:rPr lang="en-US" b="1" dirty="0">
                <a:solidFill>
                  <a:srgbClr val="FF0000"/>
                </a:solidFill>
              </a:rPr>
              <a:t>action or lack of action </a:t>
            </a:r>
            <a:r>
              <a:rPr lang="en-US" dirty="0"/>
              <a:t>that was different from that expected by the manufacturer and caused a result that:</a:t>
            </a:r>
          </a:p>
          <a:p>
            <a:pPr lvl="1"/>
            <a:r>
              <a:rPr lang="en-US" dirty="0"/>
              <a:t>(1) was different from the </a:t>
            </a:r>
            <a:r>
              <a:rPr lang="en-US" u="sng" dirty="0"/>
              <a:t>result </a:t>
            </a:r>
            <a:r>
              <a:rPr lang="en-US" dirty="0"/>
              <a:t>expected by the user and </a:t>
            </a:r>
          </a:p>
          <a:p>
            <a:pPr lvl="1"/>
            <a:r>
              <a:rPr lang="en-US" dirty="0"/>
              <a:t>(2) was not caused </a:t>
            </a:r>
            <a:r>
              <a:rPr lang="en-US" u="sng" dirty="0"/>
              <a:t>solely</a:t>
            </a:r>
            <a:r>
              <a:rPr lang="en-US" dirty="0"/>
              <a:t> by device failure and</a:t>
            </a:r>
          </a:p>
          <a:p>
            <a:pPr lvl="1"/>
            <a:r>
              <a:rPr lang="en-US" dirty="0"/>
              <a:t>(3) </a:t>
            </a:r>
            <a:r>
              <a:rPr lang="en-US" u="sng" dirty="0"/>
              <a:t>did or could result in harm </a:t>
            </a:r>
          </a:p>
        </p:txBody>
      </p:sp>
      <p:sp>
        <p:nvSpPr>
          <p:cNvPr id="4" name="Title 3">
            <a:extLst>
              <a:ext uri="{FF2B5EF4-FFF2-40B4-BE49-F238E27FC236}">
                <a16:creationId xmlns:a16="http://schemas.microsoft.com/office/drawing/2014/main" id="{079B8E92-0E07-BD36-526A-1111CC71FEAD}"/>
              </a:ext>
            </a:extLst>
          </p:cNvPr>
          <p:cNvSpPr>
            <a:spLocks noGrp="1"/>
          </p:cNvSpPr>
          <p:nvPr>
            <p:ph type="title"/>
          </p:nvPr>
        </p:nvSpPr>
        <p:spPr>
          <a:xfrm>
            <a:off x="453080" y="381000"/>
            <a:ext cx="7886700" cy="533400"/>
          </a:xfrm>
        </p:spPr>
        <p:txBody>
          <a:bodyPr>
            <a:normAutofit fontScale="90000"/>
          </a:bodyPr>
          <a:lstStyle/>
          <a:p>
            <a:r>
              <a:rPr lang="en-US" dirty="0"/>
              <a:t>Use error definition refresher</a:t>
            </a:r>
          </a:p>
        </p:txBody>
      </p:sp>
      <p:sp>
        <p:nvSpPr>
          <p:cNvPr id="6" name="TextBox 5">
            <a:extLst>
              <a:ext uri="{FF2B5EF4-FFF2-40B4-BE49-F238E27FC236}">
                <a16:creationId xmlns:a16="http://schemas.microsoft.com/office/drawing/2014/main" id="{48620ACC-241B-D3A5-AC0E-A6B879120CEE}"/>
              </a:ext>
            </a:extLst>
          </p:cNvPr>
          <p:cNvSpPr txBox="1"/>
          <p:nvPr/>
        </p:nvSpPr>
        <p:spPr>
          <a:xfrm>
            <a:off x="914400" y="4953000"/>
            <a:ext cx="7086600" cy="923330"/>
          </a:xfrm>
          <a:prstGeom prst="rect">
            <a:avLst/>
          </a:prstGeom>
          <a:solidFill>
            <a:srgbClr val="FFFF00"/>
          </a:solid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gn="ctr"/>
            <a:r>
              <a:rPr lang="en-US" i="1" dirty="0"/>
              <a:t>Key Point: </a:t>
            </a:r>
            <a:br>
              <a:rPr lang="en-US" i="1" dirty="0"/>
            </a:br>
            <a:r>
              <a:rPr lang="en-US" b="1" i="1" dirty="0"/>
              <a:t>Use errors are expressed by physical action or lack of required action</a:t>
            </a:r>
          </a:p>
        </p:txBody>
      </p:sp>
    </p:spTree>
    <p:extLst>
      <p:ext uri="{BB962C8B-B14F-4D97-AF65-F5344CB8AC3E}">
        <p14:creationId xmlns:p14="http://schemas.microsoft.com/office/powerpoint/2010/main" val="407712373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Cartoon Prisoner Holding Prison Bars Vector Illustration 2889616 Vector Art  at Vecteezy">
            <a:extLst>
              <a:ext uri="{FF2B5EF4-FFF2-40B4-BE49-F238E27FC236}">
                <a16:creationId xmlns:a16="http://schemas.microsoft.com/office/drawing/2014/main" id="{D810029E-110F-9395-ED7E-79151333B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5292332"/>
            <a:ext cx="1743075" cy="142940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7E3A19D-BE84-D794-3122-D5DB386CA497}"/>
              </a:ext>
            </a:extLst>
          </p:cNvPr>
          <p:cNvSpPr>
            <a:spLocks noGrp="1"/>
          </p:cNvSpPr>
          <p:nvPr>
            <p:ph type="sldNum" sz="quarter" idx="10"/>
          </p:nvPr>
        </p:nvSpPr>
        <p:spPr/>
        <p:txBody>
          <a:bodyPr/>
          <a:lstStyle/>
          <a:p>
            <a:fld id="{86CB4B4D-7CA3-9044-876B-883B54F8677D}" type="slidenum">
              <a:rPr lang="en-US" smtClean="0"/>
              <a:pPr/>
              <a:t>18</a:t>
            </a:fld>
            <a:endParaRPr lang="en-US" dirty="0"/>
          </a:p>
        </p:txBody>
      </p:sp>
      <p:sp>
        <p:nvSpPr>
          <p:cNvPr id="3" name="Content Placeholder 2">
            <a:extLst>
              <a:ext uri="{FF2B5EF4-FFF2-40B4-BE49-F238E27FC236}">
                <a16:creationId xmlns:a16="http://schemas.microsoft.com/office/drawing/2014/main" id="{87D2BF2A-43FE-A8ED-B04C-5E09F666F3CD}"/>
              </a:ext>
            </a:extLst>
          </p:cNvPr>
          <p:cNvSpPr>
            <a:spLocks noGrp="1"/>
          </p:cNvSpPr>
          <p:nvPr>
            <p:ph sz="quarter" idx="11"/>
          </p:nvPr>
        </p:nvSpPr>
        <p:spPr/>
        <p:txBody>
          <a:bodyPr/>
          <a:lstStyle/>
          <a:p>
            <a:pPr marL="117475" indent="0">
              <a:buNone/>
            </a:pPr>
            <a:endParaRPr lang="en-US" sz="800" dirty="0"/>
          </a:p>
          <a:p>
            <a:r>
              <a:rPr lang="en-US" sz="2400" dirty="0"/>
              <a:t>Common mistake to use Perception Cognition and Action (PCA) model in task analysis to define a “use error” for each PCA line</a:t>
            </a:r>
          </a:p>
          <a:p>
            <a:pPr marL="117475" indent="0">
              <a:buNone/>
            </a:pPr>
            <a:endParaRPr lang="en-US" sz="800" dirty="0"/>
          </a:p>
          <a:p>
            <a:r>
              <a:rPr lang="en-US" sz="2400" dirty="0"/>
              <a:t>For example: </a:t>
            </a:r>
          </a:p>
          <a:p>
            <a:pPr lvl="1"/>
            <a:r>
              <a:rPr lang="en-US" sz="2000" dirty="0"/>
              <a:t>User does not see warning</a:t>
            </a:r>
          </a:p>
          <a:p>
            <a:pPr lvl="1"/>
            <a:r>
              <a:rPr lang="en-US" sz="2000" dirty="0"/>
              <a:t>User does not comprehend instructions</a:t>
            </a:r>
          </a:p>
          <a:p>
            <a:pPr marL="117475" indent="0">
              <a:buNone/>
            </a:pPr>
            <a:endParaRPr lang="en-US" sz="2400" dirty="0"/>
          </a:p>
          <a:p>
            <a:r>
              <a:rPr lang="en-US" sz="2400" dirty="0"/>
              <a:t>Use errors are </a:t>
            </a:r>
            <a:r>
              <a:rPr lang="en-US" sz="2400" i="1" dirty="0"/>
              <a:t>physical</a:t>
            </a:r>
            <a:r>
              <a:rPr lang="en-US" sz="2400" dirty="0"/>
              <a:t> </a:t>
            </a:r>
            <a:r>
              <a:rPr lang="en-US" sz="2400" i="1" dirty="0"/>
              <a:t>action</a:t>
            </a:r>
            <a:r>
              <a:rPr lang="en-US" sz="2400" dirty="0"/>
              <a:t> based</a:t>
            </a:r>
          </a:p>
          <a:p>
            <a:pPr lvl="1"/>
            <a:r>
              <a:rPr lang="en-US" sz="2000" dirty="0"/>
              <a:t>You can’t be jailed for thinking about stealing </a:t>
            </a:r>
            <a:br>
              <a:rPr lang="en-US" sz="2000" dirty="0"/>
            </a:br>
            <a:r>
              <a:rPr lang="en-US" sz="2000" dirty="0"/>
              <a:t>You actually have to steal</a:t>
            </a:r>
          </a:p>
          <a:p>
            <a:pPr lvl="1"/>
            <a:endParaRPr lang="en-US" sz="2000" dirty="0"/>
          </a:p>
          <a:p>
            <a:endParaRPr lang="en-US" dirty="0"/>
          </a:p>
        </p:txBody>
      </p:sp>
      <p:sp>
        <p:nvSpPr>
          <p:cNvPr id="4" name="Title 3">
            <a:extLst>
              <a:ext uri="{FF2B5EF4-FFF2-40B4-BE49-F238E27FC236}">
                <a16:creationId xmlns:a16="http://schemas.microsoft.com/office/drawing/2014/main" id="{7264B741-CE9E-7844-2C38-42899EBA4D3C}"/>
              </a:ext>
            </a:extLst>
          </p:cNvPr>
          <p:cNvSpPr>
            <a:spLocks noGrp="1"/>
          </p:cNvSpPr>
          <p:nvPr>
            <p:ph type="title"/>
          </p:nvPr>
        </p:nvSpPr>
        <p:spPr/>
        <p:txBody>
          <a:bodyPr>
            <a:normAutofit fontScale="90000"/>
          </a:bodyPr>
          <a:lstStyle/>
          <a:p>
            <a:r>
              <a:rPr lang="en-US" dirty="0"/>
              <a:t>Writing use errors that don’t include an action</a:t>
            </a:r>
          </a:p>
        </p:txBody>
      </p:sp>
      <p:sp>
        <p:nvSpPr>
          <p:cNvPr id="6" name="TextBox 5">
            <a:extLst>
              <a:ext uri="{FF2B5EF4-FFF2-40B4-BE49-F238E27FC236}">
                <a16:creationId xmlns:a16="http://schemas.microsoft.com/office/drawing/2014/main" id="{02BF5889-0FB2-B738-64F0-B47D66C262B2}"/>
              </a:ext>
            </a:extLst>
          </p:cNvPr>
          <p:cNvSpPr txBox="1"/>
          <p:nvPr/>
        </p:nvSpPr>
        <p:spPr>
          <a:xfrm rot="20236605">
            <a:off x="1574530" y="3288123"/>
            <a:ext cx="2895600" cy="369332"/>
          </a:xfrm>
          <a:custGeom>
            <a:avLst/>
            <a:gdLst>
              <a:gd name="connsiteX0" fmla="*/ 0 w 2895600"/>
              <a:gd name="connsiteY0" fmla="*/ 0 h 369332"/>
              <a:gd name="connsiteX1" fmla="*/ 550164 w 2895600"/>
              <a:gd name="connsiteY1" fmla="*/ 0 h 369332"/>
              <a:gd name="connsiteX2" fmla="*/ 1129284 w 2895600"/>
              <a:gd name="connsiteY2" fmla="*/ 0 h 369332"/>
              <a:gd name="connsiteX3" fmla="*/ 1737360 w 2895600"/>
              <a:gd name="connsiteY3" fmla="*/ 0 h 369332"/>
              <a:gd name="connsiteX4" fmla="*/ 2345436 w 2895600"/>
              <a:gd name="connsiteY4" fmla="*/ 0 h 369332"/>
              <a:gd name="connsiteX5" fmla="*/ 2895600 w 2895600"/>
              <a:gd name="connsiteY5" fmla="*/ 0 h 369332"/>
              <a:gd name="connsiteX6" fmla="*/ 2895600 w 2895600"/>
              <a:gd name="connsiteY6" fmla="*/ 369332 h 369332"/>
              <a:gd name="connsiteX7" fmla="*/ 2258568 w 2895600"/>
              <a:gd name="connsiteY7" fmla="*/ 369332 h 369332"/>
              <a:gd name="connsiteX8" fmla="*/ 1621536 w 2895600"/>
              <a:gd name="connsiteY8" fmla="*/ 369332 h 369332"/>
              <a:gd name="connsiteX9" fmla="*/ 1042416 w 2895600"/>
              <a:gd name="connsiteY9" fmla="*/ 369332 h 369332"/>
              <a:gd name="connsiteX10" fmla="*/ 0 w 2895600"/>
              <a:gd name="connsiteY10" fmla="*/ 369332 h 369332"/>
              <a:gd name="connsiteX11" fmla="*/ 0 w 2895600"/>
              <a:gd name="connsiteY11"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95600" h="369332" fill="none" extrusionOk="0">
                <a:moveTo>
                  <a:pt x="0" y="0"/>
                </a:moveTo>
                <a:cubicBezTo>
                  <a:pt x="250414" y="9026"/>
                  <a:pt x="402901" y="26061"/>
                  <a:pt x="550164" y="0"/>
                </a:cubicBezTo>
                <a:cubicBezTo>
                  <a:pt x="697427" y="-26061"/>
                  <a:pt x="894458" y="3123"/>
                  <a:pt x="1129284" y="0"/>
                </a:cubicBezTo>
                <a:cubicBezTo>
                  <a:pt x="1364110" y="-3123"/>
                  <a:pt x="1557571" y="11355"/>
                  <a:pt x="1737360" y="0"/>
                </a:cubicBezTo>
                <a:cubicBezTo>
                  <a:pt x="1917149" y="-11355"/>
                  <a:pt x="2128989" y="-26134"/>
                  <a:pt x="2345436" y="0"/>
                </a:cubicBezTo>
                <a:cubicBezTo>
                  <a:pt x="2561883" y="26134"/>
                  <a:pt x="2694065" y="12920"/>
                  <a:pt x="2895600" y="0"/>
                </a:cubicBezTo>
                <a:cubicBezTo>
                  <a:pt x="2886581" y="102192"/>
                  <a:pt x="2877301" y="207137"/>
                  <a:pt x="2895600" y="369332"/>
                </a:cubicBezTo>
                <a:cubicBezTo>
                  <a:pt x="2611200" y="361055"/>
                  <a:pt x="2449101" y="396745"/>
                  <a:pt x="2258568" y="369332"/>
                </a:cubicBezTo>
                <a:cubicBezTo>
                  <a:pt x="2068035" y="341919"/>
                  <a:pt x="1896068" y="377183"/>
                  <a:pt x="1621536" y="369332"/>
                </a:cubicBezTo>
                <a:cubicBezTo>
                  <a:pt x="1347004" y="361481"/>
                  <a:pt x="1318163" y="378700"/>
                  <a:pt x="1042416" y="369332"/>
                </a:cubicBezTo>
                <a:cubicBezTo>
                  <a:pt x="766669" y="359964"/>
                  <a:pt x="280088" y="342960"/>
                  <a:pt x="0" y="369332"/>
                </a:cubicBezTo>
                <a:cubicBezTo>
                  <a:pt x="2419" y="191808"/>
                  <a:pt x="8414" y="163671"/>
                  <a:pt x="0" y="0"/>
                </a:cubicBezTo>
                <a:close/>
              </a:path>
              <a:path w="2895600" h="369332" stroke="0" extrusionOk="0">
                <a:moveTo>
                  <a:pt x="0" y="0"/>
                </a:moveTo>
                <a:cubicBezTo>
                  <a:pt x="244216" y="847"/>
                  <a:pt x="303883" y="-18975"/>
                  <a:pt x="550164" y="0"/>
                </a:cubicBezTo>
                <a:cubicBezTo>
                  <a:pt x="796445" y="18975"/>
                  <a:pt x="917205" y="-18471"/>
                  <a:pt x="1042416" y="0"/>
                </a:cubicBezTo>
                <a:cubicBezTo>
                  <a:pt x="1167627" y="18471"/>
                  <a:pt x="1471537" y="-6068"/>
                  <a:pt x="1679448" y="0"/>
                </a:cubicBezTo>
                <a:cubicBezTo>
                  <a:pt x="1887359" y="6068"/>
                  <a:pt x="2030891" y="-10877"/>
                  <a:pt x="2229612" y="0"/>
                </a:cubicBezTo>
                <a:cubicBezTo>
                  <a:pt x="2428333" y="10877"/>
                  <a:pt x="2575817" y="17645"/>
                  <a:pt x="2895600" y="0"/>
                </a:cubicBezTo>
                <a:cubicBezTo>
                  <a:pt x="2905907" y="81226"/>
                  <a:pt x="2907302" y="278722"/>
                  <a:pt x="2895600" y="369332"/>
                </a:cubicBezTo>
                <a:cubicBezTo>
                  <a:pt x="2659834" y="351823"/>
                  <a:pt x="2507527" y="341961"/>
                  <a:pt x="2316480" y="369332"/>
                </a:cubicBezTo>
                <a:cubicBezTo>
                  <a:pt x="2125433" y="396703"/>
                  <a:pt x="1984216" y="348181"/>
                  <a:pt x="1679448" y="369332"/>
                </a:cubicBezTo>
                <a:cubicBezTo>
                  <a:pt x="1374680" y="390483"/>
                  <a:pt x="1295721" y="375626"/>
                  <a:pt x="1187196" y="369332"/>
                </a:cubicBezTo>
                <a:cubicBezTo>
                  <a:pt x="1078671" y="363038"/>
                  <a:pt x="808126" y="352002"/>
                  <a:pt x="608076" y="369332"/>
                </a:cubicBezTo>
                <a:cubicBezTo>
                  <a:pt x="408026" y="386662"/>
                  <a:pt x="130202" y="382262"/>
                  <a:pt x="0" y="369332"/>
                </a:cubicBezTo>
                <a:cubicBezTo>
                  <a:pt x="-10803" y="211973"/>
                  <a:pt x="-3827" y="175527"/>
                  <a:pt x="0" y="0"/>
                </a:cubicBezTo>
                <a:close/>
              </a:path>
            </a:pathLst>
          </a:custGeom>
          <a:solidFill>
            <a:srgbClr val="FFFF00"/>
          </a:solidFill>
          <a:ln w="25400" cap="flat">
            <a:solidFill>
              <a:schemeClr val="tx1"/>
            </a:solidFill>
            <a:miter lim="400000"/>
            <a:extLst>
              <a:ext uri="{C807C97D-BFC1-408E-A445-0C87EB9F89A2}">
                <ask:lineSketchStyleProps xmlns:ask="http://schemas.microsoft.com/office/drawing/2018/sketchyshapes" sd="1219033472">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wrap="square">
            <a:spAutoFit/>
          </a:bodyPr>
          <a:lstStyle/>
          <a:p>
            <a:r>
              <a:rPr lang="en-US" sz="1800" dirty="0">
                <a:solidFill>
                  <a:srgbClr val="FF0000"/>
                </a:solidFill>
              </a:rPr>
              <a:t>These are not </a:t>
            </a:r>
            <a:r>
              <a:rPr lang="en-US" sz="1800" b="1" dirty="0">
                <a:solidFill>
                  <a:srgbClr val="FF0000"/>
                </a:solidFill>
              </a:rPr>
              <a:t>use</a:t>
            </a:r>
            <a:r>
              <a:rPr lang="en-US" sz="1800" dirty="0">
                <a:solidFill>
                  <a:srgbClr val="FF0000"/>
                </a:solidFill>
              </a:rPr>
              <a:t> errors</a:t>
            </a:r>
          </a:p>
        </p:txBody>
      </p:sp>
    </p:spTree>
    <p:extLst>
      <p:ext uri="{BB962C8B-B14F-4D97-AF65-F5344CB8AC3E}">
        <p14:creationId xmlns:p14="http://schemas.microsoft.com/office/powerpoint/2010/main" val="5596638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3C5896-51FF-8B7D-C893-CA28340A74C2}"/>
              </a:ext>
            </a:extLst>
          </p:cNvPr>
          <p:cNvSpPr>
            <a:spLocks noGrp="1"/>
          </p:cNvSpPr>
          <p:nvPr>
            <p:ph type="sldNum" sz="quarter" idx="10"/>
          </p:nvPr>
        </p:nvSpPr>
        <p:spPr/>
        <p:txBody>
          <a:bodyPr/>
          <a:lstStyle/>
          <a:p>
            <a:fld id="{86CB4B4D-7CA3-9044-876B-883B54F8677D}" type="slidenum">
              <a:rPr lang="en-US" smtClean="0"/>
              <a:pPr/>
              <a:t>19</a:t>
            </a:fld>
            <a:endParaRPr lang="en-US" dirty="0"/>
          </a:p>
        </p:txBody>
      </p:sp>
      <p:sp>
        <p:nvSpPr>
          <p:cNvPr id="3" name="Content Placeholder 2">
            <a:extLst>
              <a:ext uri="{FF2B5EF4-FFF2-40B4-BE49-F238E27FC236}">
                <a16:creationId xmlns:a16="http://schemas.microsoft.com/office/drawing/2014/main" id="{6B23F260-3606-2262-4A79-009E346AE337}"/>
              </a:ext>
            </a:extLst>
          </p:cNvPr>
          <p:cNvSpPr>
            <a:spLocks noGrp="1"/>
          </p:cNvSpPr>
          <p:nvPr>
            <p:ph sz="quarter" idx="11"/>
          </p:nvPr>
        </p:nvSpPr>
        <p:spPr/>
        <p:txBody>
          <a:bodyPr/>
          <a:lstStyle/>
          <a:p>
            <a:pPr marL="449262" lvl="1" indent="0">
              <a:buClr>
                <a:srgbClr val="00B050"/>
              </a:buClr>
              <a:buNone/>
            </a:pPr>
            <a:endParaRPr lang="en-US" sz="1200" dirty="0"/>
          </a:p>
          <a:p>
            <a:pPr>
              <a:buFont typeface="System Font Regular"/>
              <a:buChar char="❌"/>
            </a:pPr>
            <a:r>
              <a:rPr lang="en-US" dirty="0"/>
              <a:t> User is inexperienced</a:t>
            </a:r>
          </a:p>
          <a:p>
            <a:pPr>
              <a:buFont typeface="System Font Regular"/>
              <a:buChar char="❌"/>
            </a:pPr>
            <a:r>
              <a:rPr lang="en-US" dirty="0"/>
              <a:t> User does not understand training</a:t>
            </a:r>
          </a:p>
          <a:p>
            <a:pPr>
              <a:buFont typeface="System Font Regular"/>
              <a:buChar char="❌"/>
            </a:pPr>
            <a:endParaRPr lang="en-US" dirty="0"/>
          </a:p>
          <a:p>
            <a:pPr>
              <a:buFont typeface="System Font Regular"/>
              <a:buChar char="❌"/>
            </a:pPr>
            <a:r>
              <a:rPr lang="en-US" dirty="0"/>
              <a:t> User does not hear alarm “X”</a:t>
            </a:r>
          </a:p>
          <a:p>
            <a:pPr lvl="1">
              <a:buClr>
                <a:srgbClr val="00B050"/>
              </a:buClr>
              <a:buFont typeface="Wingdings" pitchFamily="2" charset="2"/>
              <a:buChar char="ü"/>
            </a:pPr>
            <a:r>
              <a:rPr lang="en-US" dirty="0"/>
              <a:t>User does not respond to alarm “X”</a:t>
            </a:r>
          </a:p>
          <a:p>
            <a:pPr marL="449262" lvl="1" indent="0">
              <a:buClr>
                <a:srgbClr val="00B050"/>
              </a:buClr>
              <a:buNone/>
            </a:pPr>
            <a:endParaRPr lang="en-US" sz="1200" dirty="0"/>
          </a:p>
          <a:p>
            <a:pPr>
              <a:buFont typeface="System Font Regular"/>
              <a:buChar char="❌"/>
            </a:pPr>
            <a:r>
              <a:rPr lang="en-US" dirty="0"/>
              <a:t> User transposes numbers when reading prescription card</a:t>
            </a:r>
          </a:p>
          <a:p>
            <a:pPr lvl="1">
              <a:buClr>
                <a:srgbClr val="00B050"/>
              </a:buClr>
              <a:buFont typeface="Wingdings" pitchFamily="2" charset="2"/>
              <a:buChar char="ü"/>
            </a:pPr>
            <a:r>
              <a:rPr lang="en-US" dirty="0"/>
              <a:t>User dials dose amount 0% &lt; +20% prescribed</a:t>
            </a:r>
          </a:p>
          <a:p>
            <a:pPr lvl="1">
              <a:buClr>
                <a:srgbClr val="00B050"/>
              </a:buClr>
              <a:buFont typeface="Wingdings" pitchFamily="2" charset="2"/>
              <a:buChar char="ü"/>
            </a:pPr>
            <a:r>
              <a:rPr lang="en-US" dirty="0"/>
              <a:t>…</a:t>
            </a:r>
            <a:r>
              <a:rPr lang="en-US" dirty="0" err="1"/>
              <a:t>etc</a:t>
            </a:r>
            <a:endParaRPr lang="en-US" dirty="0"/>
          </a:p>
          <a:p>
            <a:endParaRPr lang="en-US" dirty="0"/>
          </a:p>
        </p:txBody>
      </p:sp>
      <p:sp>
        <p:nvSpPr>
          <p:cNvPr id="4" name="Title 3">
            <a:extLst>
              <a:ext uri="{FF2B5EF4-FFF2-40B4-BE49-F238E27FC236}">
                <a16:creationId xmlns:a16="http://schemas.microsoft.com/office/drawing/2014/main" id="{3220A32B-DA1A-EAD4-78CA-07BA55869298}"/>
              </a:ext>
            </a:extLst>
          </p:cNvPr>
          <p:cNvSpPr>
            <a:spLocks noGrp="1"/>
          </p:cNvSpPr>
          <p:nvPr>
            <p:ph type="title"/>
          </p:nvPr>
        </p:nvSpPr>
        <p:spPr/>
        <p:txBody>
          <a:bodyPr>
            <a:normAutofit fontScale="90000"/>
          </a:bodyPr>
          <a:lstStyle/>
          <a:p>
            <a:r>
              <a:rPr lang="en-US" dirty="0"/>
              <a:t>Incorrectly writing causes as use errors</a:t>
            </a:r>
          </a:p>
        </p:txBody>
      </p:sp>
    </p:spTree>
    <p:extLst>
      <p:ext uri="{BB962C8B-B14F-4D97-AF65-F5344CB8AC3E}">
        <p14:creationId xmlns:p14="http://schemas.microsoft.com/office/powerpoint/2010/main" val="136260057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31EEAD-09D9-2B5F-8763-66639EEE9F30}"/>
              </a:ext>
            </a:extLst>
          </p:cNvPr>
          <p:cNvSpPr>
            <a:spLocks noGrp="1"/>
          </p:cNvSpPr>
          <p:nvPr>
            <p:ph type="sldNum" sz="quarter" idx="10"/>
          </p:nvPr>
        </p:nvSpPr>
        <p:spPr/>
        <p:txBody>
          <a:bodyPr/>
          <a:lstStyle/>
          <a:p>
            <a:fld id="{86CB4B4D-7CA3-9044-876B-883B54F8677D}" type="slidenum">
              <a:rPr lang="en-US" smtClean="0"/>
              <a:pPr/>
              <a:t>20</a:t>
            </a:fld>
            <a:endParaRPr lang="en-US" dirty="0"/>
          </a:p>
        </p:txBody>
      </p:sp>
      <p:sp>
        <p:nvSpPr>
          <p:cNvPr id="3" name="Content Placeholder 2">
            <a:extLst>
              <a:ext uri="{FF2B5EF4-FFF2-40B4-BE49-F238E27FC236}">
                <a16:creationId xmlns:a16="http://schemas.microsoft.com/office/drawing/2014/main" id="{35A07530-EE15-793D-DF69-C6DB30EB15F2}"/>
              </a:ext>
            </a:extLst>
          </p:cNvPr>
          <p:cNvSpPr>
            <a:spLocks noGrp="1"/>
          </p:cNvSpPr>
          <p:nvPr>
            <p:ph sz="quarter" idx="11"/>
          </p:nvPr>
        </p:nvSpPr>
        <p:spPr/>
        <p:txBody>
          <a:bodyPr/>
          <a:lstStyle/>
          <a:p>
            <a:pPr>
              <a:buFont typeface="System Font Regular"/>
              <a:buChar char="❌"/>
            </a:pPr>
            <a:r>
              <a:rPr lang="en-US" dirty="0"/>
              <a:t> User does not check drug for discoloring</a:t>
            </a:r>
          </a:p>
          <a:p>
            <a:pPr lvl="1">
              <a:buClr>
                <a:srgbClr val="00B050"/>
              </a:buClr>
              <a:buFont typeface="Wingdings" pitchFamily="2" charset="2"/>
              <a:buChar char="ü"/>
            </a:pPr>
            <a:r>
              <a:rPr lang="en-US" dirty="0"/>
              <a:t>User injects drug that is discolored</a:t>
            </a:r>
          </a:p>
          <a:p>
            <a:pPr marL="449262" lvl="1" indent="0">
              <a:buClr>
                <a:srgbClr val="00B050"/>
              </a:buClr>
              <a:buNone/>
            </a:pPr>
            <a:endParaRPr lang="en-US" sz="1200" dirty="0"/>
          </a:p>
          <a:p>
            <a:pPr>
              <a:buFont typeface="System Font Regular"/>
              <a:buChar char="❌"/>
            </a:pPr>
            <a:r>
              <a:rPr lang="en-US" dirty="0"/>
              <a:t> User does not check device for leaks</a:t>
            </a:r>
          </a:p>
          <a:p>
            <a:pPr lvl="1">
              <a:buClr>
                <a:srgbClr val="00B050"/>
              </a:buClr>
              <a:buFont typeface="Wingdings" pitchFamily="2" charset="2"/>
              <a:buChar char="ü"/>
            </a:pPr>
            <a:r>
              <a:rPr lang="en-US" dirty="0"/>
              <a:t>User uses vial with leaking fluid</a:t>
            </a:r>
          </a:p>
          <a:p>
            <a:pPr marL="449262" lvl="1" indent="0">
              <a:buClr>
                <a:srgbClr val="00B050"/>
              </a:buClr>
              <a:buNone/>
            </a:pPr>
            <a:endParaRPr lang="en-US" dirty="0"/>
          </a:p>
          <a:p>
            <a:pPr>
              <a:buClr>
                <a:srgbClr val="00B050"/>
              </a:buClr>
              <a:buFont typeface="System Font Regular"/>
              <a:buChar char="❌"/>
            </a:pPr>
            <a:r>
              <a:rPr lang="en-US" dirty="0"/>
              <a:t> Home patient does check not expiration date on oral medication</a:t>
            </a:r>
          </a:p>
          <a:p>
            <a:pPr lvl="1">
              <a:buClr>
                <a:srgbClr val="00B050"/>
              </a:buClr>
              <a:buFont typeface="Wingdings" pitchFamily="2" charset="2"/>
              <a:buChar char="ü"/>
            </a:pPr>
            <a:r>
              <a:rPr lang="en-US" dirty="0"/>
              <a:t>Patient takes expired oral medication</a:t>
            </a:r>
          </a:p>
          <a:p>
            <a:pPr marL="449262" lvl="1" indent="0">
              <a:buClr>
                <a:srgbClr val="00B050"/>
              </a:buClr>
              <a:buNone/>
            </a:pPr>
            <a:endParaRPr lang="en-US" dirty="0"/>
          </a:p>
          <a:p>
            <a:endParaRPr lang="en-US" dirty="0"/>
          </a:p>
        </p:txBody>
      </p:sp>
      <p:sp>
        <p:nvSpPr>
          <p:cNvPr id="4" name="Title 3">
            <a:extLst>
              <a:ext uri="{FF2B5EF4-FFF2-40B4-BE49-F238E27FC236}">
                <a16:creationId xmlns:a16="http://schemas.microsoft.com/office/drawing/2014/main" id="{14AD1BAE-85FC-DDD1-615A-97B04AF814B6}"/>
              </a:ext>
            </a:extLst>
          </p:cNvPr>
          <p:cNvSpPr>
            <a:spLocks noGrp="1"/>
          </p:cNvSpPr>
          <p:nvPr>
            <p:ph type="title"/>
          </p:nvPr>
        </p:nvSpPr>
        <p:spPr/>
        <p:txBody>
          <a:bodyPr>
            <a:normAutofit fontScale="90000"/>
          </a:bodyPr>
          <a:lstStyle/>
          <a:p>
            <a:r>
              <a:rPr lang="en-US" dirty="0"/>
              <a:t>Use errors that are not testable/observable</a:t>
            </a:r>
          </a:p>
        </p:txBody>
      </p:sp>
    </p:spTree>
    <p:extLst>
      <p:ext uri="{BB962C8B-B14F-4D97-AF65-F5344CB8AC3E}">
        <p14:creationId xmlns:p14="http://schemas.microsoft.com/office/powerpoint/2010/main" val="6699296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2D8E17-0F79-1840-7B3E-241EFCBAB2A4}"/>
              </a:ext>
            </a:extLst>
          </p:cNvPr>
          <p:cNvSpPr>
            <a:spLocks noGrp="1"/>
          </p:cNvSpPr>
          <p:nvPr>
            <p:ph type="sldNum" sz="quarter" idx="10"/>
          </p:nvPr>
        </p:nvSpPr>
        <p:spPr/>
        <p:txBody>
          <a:bodyPr/>
          <a:lstStyle/>
          <a:p>
            <a:fld id="{86CB4B4D-7CA3-9044-876B-883B54F8677D}" type="slidenum">
              <a:rPr lang="en-US" smtClean="0"/>
              <a:pPr/>
              <a:t>21</a:t>
            </a:fld>
            <a:endParaRPr lang="en-US" dirty="0"/>
          </a:p>
        </p:txBody>
      </p:sp>
      <p:sp>
        <p:nvSpPr>
          <p:cNvPr id="3" name="Content Placeholder 2">
            <a:extLst>
              <a:ext uri="{FF2B5EF4-FFF2-40B4-BE49-F238E27FC236}">
                <a16:creationId xmlns:a16="http://schemas.microsoft.com/office/drawing/2014/main" id="{304B2AF6-755B-E255-160D-6741F065E5C3}"/>
              </a:ext>
            </a:extLst>
          </p:cNvPr>
          <p:cNvSpPr>
            <a:spLocks noGrp="1"/>
          </p:cNvSpPr>
          <p:nvPr>
            <p:ph sz="quarter" idx="11"/>
          </p:nvPr>
        </p:nvSpPr>
        <p:spPr/>
        <p:txBody>
          <a:bodyPr/>
          <a:lstStyle/>
          <a:p>
            <a:pPr>
              <a:buFont typeface="System Font Regular"/>
              <a:buChar char="❌"/>
            </a:pPr>
            <a:r>
              <a:rPr lang="en-US" dirty="0"/>
              <a:t> User enters incorrectly high blood glucose value into an insulin dose calculator, which provides a 3x dose recommendation, leading user to overdose</a:t>
            </a:r>
          </a:p>
          <a:p>
            <a:pPr lvl="1">
              <a:buClr>
                <a:srgbClr val="00B050"/>
              </a:buClr>
              <a:buFont typeface="Wingdings" pitchFamily="2" charset="2"/>
              <a:buChar char="ü"/>
            </a:pPr>
            <a:r>
              <a:rPr lang="en-US" dirty="0"/>
              <a:t>User incorrectly enters blood glucose value &gt;X%</a:t>
            </a:r>
          </a:p>
          <a:p>
            <a:endParaRPr lang="en-US" dirty="0"/>
          </a:p>
        </p:txBody>
      </p:sp>
      <p:sp>
        <p:nvSpPr>
          <p:cNvPr id="4" name="Title 3">
            <a:extLst>
              <a:ext uri="{FF2B5EF4-FFF2-40B4-BE49-F238E27FC236}">
                <a16:creationId xmlns:a16="http://schemas.microsoft.com/office/drawing/2014/main" id="{EDAE5FEB-9E99-69CA-6C0C-D00ADE18642D}"/>
              </a:ext>
            </a:extLst>
          </p:cNvPr>
          <p:cNvSpPr>
            <a:spLocks noGrp="1"/>
          </p:cNvSpPr>
          <p:nvPr>
            <p:ph type="title"/>
          </p:nvPr>
        </p:nvSpPr>
        <p:spPr/>
        <p:txBody>
          <a:bodyPr>
            <a:normAutofit fontScale="90000"/>
          </a:bodyPr>
          <a:lstStyle/>
          <a:p>
            <a:r>
              <a:rPr lang="en-US" dirty="0"/>
              <a:t>Writing a sequence of events as a use error</a:t>
            </a:r>
          </a:p>
        </p:txBody>
      </p:sp>
    </p:spTree>
    <p:extLst>
      <p:ext uri="{BB962C8B-B14F-4D97-AF65-F5344CB8AC3E}">
        <p14:creationId xmlns:p14="http://schemas.microsoft.com/office/powerpoint/2010/main" val="5870824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615292-60BF-C58B-A896-0354E0C244E6}"/>
              </a:ext>
            </a:extLst>
          </p:cNvPr>
          <p:cNvSpPr>
            <a:spLocks noGrp="1"/>
          </p:cNvSpPr>
          <p:nvPr>
            <p:ph type="sldNum" sz="quarter" idx="10"/>
          </p:nvPr>
        </p:nvSpPr>
        <p:spPr/>
        <p:txBody>
          <a:bodyPr/>
          <a:lstStyle/>
          <a:p>
            <a:fld id="{86CB4B4D-7CA3-9044-876B-883B54F8677D}" type="slidenum">
              <a:rPr lang="en-US" smtClean="0"/>
              <a:pPr/>
              <a:t>22</a:t>
            </a:fld>
            <a:endParaRPr lang="en-US" dirty="0"/>
          </a:p>
        </p:txBody>
      </p:sp>
      <p:sp>
        <p:nvSpPr>
          <p:cNvPr id="3" name="Content Placeholder 2">
            <a:extLst>
              <a:ext uri="{FF2B5EF4-FFF2-40B4-BE49-F238E27FC236}">
                <a16:creationId xmlns:a16="http://schemas.microsoft.com/office/drawing/2014/main" id="{5316F080-12A5-E523-741A-BA75E1552B39}"/>
              </a:ext>
            </a:extLst>
          </p:cNvPr>
          <p:cNvSpPr>
            <a:spLocks noGrp="1"/>
          </p:cNvSpPr>
          <p:nvPr>
            <p:ph sz="quarter" idx="11"/>
          </p:nvPr>
        </p:nvSpPr>
        <p:spPr/>
        <p:txBody>
          <a:bodyPr/>
          <a:lstStyle/>
          <a:p>
            <a:pPr>
              <a:buFont typeface="System Font Regular"/>
              <a:buChar char="❌"/>
            </a:pPr>
            <a:r>
              <a:rPr lang="en-US" dirty="0"/>
              <a:t> User dials dose amount 0% &lt; +20% prescribed</a:t>
            </a:r>
          </a:p>
          <a:p>
            <a:pPr lvl="1">
              <a:buClr>
                <a:srgbClr val="00B050"/>
              </a:buClr>
              <a:buFont typeface="Wingdings" pitchFamily="2" charset="2"/>
              <a:buChar char="ü"/>
            </a:pPr>
            <a:r>
              <a:rPr lang="en-US" dirty="0"/>
              <a:t>User </a:t>
            </a:r>
            <a:r>
              <a:rPr lang="en-US" i="1" dirty="0"/>
              <a:t>injects</a:t>
            </a:r>
            <a:r>
              <a:rPr lang="en-US" dirty="0"/>
              <a:t> dose amount 0% &lt; 20% prescribed</a:t>
            </a:r>
          </a:p>
          <a:p>
            <a:pPr>
              <a:buClr>
                <a:srgbClr val="00B050"/>
              </a:buClr>
              <a:buFont typeface="Wingdings" pitchFamily="2" charset="2"/>
              <a:buChar char="ü"/>
            </a:pPr>
            <a:endParaRPr lang="en-US" dirty="0"/>
          </a:p>
          <a:p>
            <a:pPr marL="117475" indent="0">
              <a:buClr>
                <a:srgbClr val="00B050"/>
              </a:buClr>
              <a:buNone/>
            </a:pPr>
            <a:r>
              <a:rPr lang="en-US" dirty="0"/>
              <a:t>Use words that imply actual device or medical operation, for example:</a:t>
            </a:r>
          </a:p>
          <a:p>
            <a:pPr lvl="1">
              <a:buClr>
                <a:srgbClr val="00B050"/>
              </a:buClr>
            </a:pPr>
            <a:r>
              <a:rPr lang="en-US" dirty="0"/>
              <a:t>User injects</a:t>
            </a:r>
          </a:p>
          <a:p>
            <a:pPr lvl="1">
              <a:buClr>
                <a:srgbClr val="00B050"/>
              </a:buClr>
            </a:pPr>
            <a:r>
              <a:rPr lang="en-US" dirty="0"/>
              <a:t>User </a:t>
            </a:r>
            <a:r>
              <a:rPr lang="en-US" i="1" dirty="0"/>
              <a:t>infuses</a:t>
            </a:r>
          </a:p>
          <a:p>
            <a:pPr lvl="1">
              <a:buClr>
                <a:srgbClr val="00B050"/>
              </a:buClr>
            </a:pPr>
            <a:r>
              <a:rPr lang="en-US" dirty="0"/>
              <a:t>User </a:t>
            </a:r>
            <a:r>
              <a:rPr lang="en-US" i="1" dirty="0"/>
              <a:t>operates</a:t>
            </a:r>
          </a:p>
          <a:p>
            <a:pPr lvl="1">
              <a:buClr>
                <a:srgbClr val="00B050"/>
              </a:buClr>
            </a:pPr>
            <a:r>
              <a:rPr lang="en-US" dirty="0"/>
              <a:t>..</a:t>
            </a:r>
            <a:r>
              <a:rPr lang="en-US" dirty="0" err="1"/>
              <a:t>etc</a:t>
            </a:r>
            <a:endParaRPr lang="en-US" dirty="0"/>
          </a:p>
          <a:p>
            <a:endParaRPr lang="en-US" dirty="0"/>
          </a:p>
        </p:txBody>
      </p:sp>
      <p:sp>
        <p:nvSpPr>
          <p:cNvPr id="4" name="Title 3">
            <a:extLst>
              <a:ext uri="{FF2B5EF4-FFF2-40B4-BE49-F238E27FC236}">
                <a16:creationId xmlns:a16="http://schemas.microsoft.com/office/drawing/2014/main" id="{198D4E09-46CC-7BAF-5BDE-B82429267E3E}"/>
              </a:ext>
            </a:extLst>
          </p:cNvPr>
          <p:cNvSpPr>
            <a:spLocks noGrp="1"/>
          </p:cNvSpPr>
          <p:nvPr>
            <p:ph type="title"/>
          </p:nvPr>
        </p:nvSpPr>
        <p:spPr/>
        <p:txBody>
          <a:bodyPr>
            <a:normAutofit fontScale="90000"/>
          </a:bodyPr>
          <a:lstStyle/>
          <a:p>
            <a:r>
              <a:rPr lang="en-US" dirty="0"/>
              <a:t>Bonus! </a:t>
            </a:r>
          </a:p>
        </p:txBody>
      </p:sp>
      <p:grpSp>
        <p:nvGrpSpPr>
          <p:cNvPr id="13" name="Group 12">
            <a:extLst>
              <a:ext uri="{FF2B5EF4-FFF2-40B4-BE49-F238E27FC236}">
                <a16:creationId xmlns:a16="http://schemas.microsoft.com/office/drawing/2014/main" id="{BBD70325-7E53-386C-B5A2-53702ADAA409}"/>
              </a:ext>
            </a:extLst>
          </p:cNvPr>
          <p:cNvGrpSpPr/>
          <p:nvPr/>
        </p:nvGrpSpPr>
        <p:grpSpPr>
          <a:xfrm>
            <a:off x="1977080" y="800099"/>
            <a:ext cx="5642920" cy="923330"/>
            <a:chOff x="1977080" y="800099"/>
            <a:chExt cx="5642920" cy="923330"/>
          </a:xfrm>
        </p:grpSpPr>
        <p:sp>
          <p:nvSpPr>
            <p:cNvPr id="12" name="Left-Up Arrow 11">
              <a:extLst>
                <a:ext uri="{FF2B5EF4-FFF2-40B4-BE49-F238E27FC236}">
                  <a16:creationId xmlns:a16="http://schemas.microsoft.com/office/drawing/2014/main" id="{C10B9F38-B685-25D7-6DC3-DC03110D8C2A}"/>
                </a:ext>
              </a:extLst>
            </p:cNvPr>
            <p:cNvSpPr/>
            <p:nvPr/>
          </p:nvSpPr>
          <p:spPr>
            <a:xfrm rot="10800000">
              <a:off x="1977080" y="800100"/>
              <a:ext cx="1223320" cy="457200"/>
            </a:xfrm>
            <a:custGeom>
              <a:avLst/>
              <a:gdLst>
                <a:gd name="connsiteX0" fmla="*/ 0 w 1223320"/>
                <a:gd name="connsiteY0" fmla="*/ 342900 h 457200"/>
                <a:gd name="connsiteX1" fmla="*/ 114300 w 1223320"/>
                <a:gd name="connsiteY1" fmla="*/ 228600 h 457200"/>
                <a:gd name="connsiteX2" fmla="*/ 114300 w 1223320"/>
                <a:gd name="connsiteY2" fmla="*/ 285750 h 457200"/>
                <a:gd name="connsiteX3" fmla="*/ 1051870 w 1223320"/>
                <a:gd name="connsiteY3" fmla="*/ 285750 h 457200"/>
                <a:gd name="connsiteX4" fmla="*/ 1051870 w 1223320"/>
                <a:gd name="connsiteY4" fmla="*/ 114300 h 457200"/>
                <a:gd name="connsiteX5" fmla="*/ 994720 w 1223320"/>
                <a:gd name="connsiteY5" fmla="*/ 114300 h 457200"/>
                <a:gd name="connsiteX6" fmla="*/ 1109020 w 1223320"/>
                <a:gd name="connsiteY6" fmla="*/ 0 h 457200"/>
                <a:gd name="connsiteX7" fmla="*/ 1223320 w 1223320"/>
                <a:gd name="connsiteY7" fmla="*/ 114300 h 457200"/>
                <a:gd name="connsiteX8" fmla="*/ 1166170 w 1223320"/>
                <a:gd name="connsiteY8" fmla="*/ 114300 h 457200"/>
                <a:gd name="connsiteX9" fmla="*/ 1166170 w 1223320"/>
                <a:gd name="connsiteY9" fmla="*/ 400050 h 457200"/>
                <a:gd name="connsiteX10" fmla="*/ 114300 w 1223320"/>
                <a:gd name="connsiteY10" fmla="*/ 400050 h 457200"/>
                <a:gd name="connsiteX11" fmla="*/ 114300 w 1223320"/>
                <a:gd name="connsiteY11" fmla="*/ 457200 h 457200"/>
                <a:gd name="connsiteX12" fmla="*/ 0 w 1223320"/>
                <a:gd name="connsiteY12" fmla="*/ 3429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320" h="457200" fill="none" extrusionOk="0">
                  <a:moveTo>
                    <a:pt x="0" y="342900"/>
                  </a:moveTo>
                  <a:cubicBezTo>
                    <a:pt x="12819" y="317118"/>
                    <a:pt x="75885" y="250833"/>
                    <a:pt x="114300" y="228600"/>
                  </a:cubicBezTo>
                  <a:cubicBezTo>
                    <a:pt x="113747" y="243649"/>
                    <a:pt x="111094" y="259108"/>
                    <a:pt x="114300" y="285750"/>
                  </a:cubicBezTo>
                  <a:cubicBezTo>
                    <a:pt x="490533" y="319095"/>
                    <a:pt x="832766" y="360442"/>
                    <a:pt x="1051870" y="285750"/>
                  </a:cubicBezTo>
                  <a:cubicBezTo>
                    <a:pt x="1043100" y="248107"/>
                    <a:pt x="1048579" y="180688"/>
                    <a:pt x="1051870" y="114300"/>
                  </a:cubicBezTo>
                  <a:cubicBezTo>
                    <a:pt x="1043932" y="114688"/>
                    <a:pt x="1012220" y="113629"/>
                    <a:pt x="994720" y="114300"/>
                  </a:cubicBezTo>
                  <a:cubicBezTo>
                    <a:pt x="1039705" y="89352"/>
                    <a:pt x="1073217" y="40733"/>
                    <a:pt x="1109020" y="0"/>
                  </a:cubicBezTo>
                  <a:cubicBezTo>
                    <a:pt x="1130866" y="8699"/>
                    <a:pt x="1209225" y="101561"/>
                    <a:pt x="1223320" y="114300"/>
                  </a:cubicBezTo>
                  <a:cubicBezTo>
                    <a:pt x="1203280" y="114897"/>
                    <a:pt x="1189080" y="114332"/>
                    <a:pt x="1166170" y="114300"/>
                  </a:cubicBezTo>
                  <a:cubicBezTo>
                    <a:pt x="1155939" y="189076"/>
                    <a:pt x="1155063" y="294663"/>
                    <a:pt x="1166170" y="400050"/>
                  </a:cubicBezTo>
                  <a:cubicBezTo>
                    <a:pt x="953878" y="359249"/>
                    <a:pt x="412192" y="478140"/>
                    <a:pt x="114300" y="400050"/>
                  </a:cubicBezTo>
                  <a:cubicBezTo>
                    <a:pt x="110002" y="424567"/>
                    <a:pt x="110363" y="440960"/>
                    <a:pt x="114300" y="457200"/>
                  </a:cubicBezTo>
                  <a:cubicBezTo>
                    <a:pt x="91705" y="435946"/>
                    <a:pt x="34336" y="374035"/>
                    <a:pt x="0" y="342900"/>
                  </a:cubicBezTo>
                  <a:close/>
                </a:path>
                <a:path w="1223320" h="457200" stroke="0" extrusionOk="0">
                  <a:moveTo>
                    <a:pt x="0" y="342900"/>
                  </a:moveTo>
                  <a:cubicBezTo>
                    <a:pt x="47403" y="308295"/>
                    <a:pt x="104561" y="252884"/>
                    <a:pt x="114300" y="228600"/>
                  </a:cubicBezTo>
                  <a:cubicBezTo>
                    <a:pt x="109589" y="235006"/>
                    <a:pt x="111321" y="260664"/>
                    <a:pt x="114300" y="285750"/>
                  </a:cubicBezTo>
                  <a:cubicBezTo>
                    <a:pt x="552159" y="239987"/>
                    <a:pt x="780998" y="314577"/>
                    <a:pt x="1051870" y="285750"/>
                  </a:cubicBezTo>
                  <a:cubicBezTo>
                    <a:pt x="1048347" y="260258"/>
                    <a:pt x="1038304" y="195642"/>
                    <a:pt x="1051870" y="114300"/>
                  </a:cubicBezTo>
                  <a:cubicBezTo>
                    <a:pt x="1036309" y="113751"/>
                    <a:pt x="1004671" y="110722"/>
                    <a:pt x="994720" y="114300"/>
                  </a:cubicBezTo>
                  <a:cubicBezTo>
                    <a:pt x="1039768" y="73019"/>
                    <a:pt x="1099253" y="21474"/>
                    <a:pt x="1109020" y="0"/>
                  </a:cubicBezTo>
                  <a:cubicBezTo>
                    <a:pt x="1165330" y="44528"/>
                    <a:pt x="1184311" y="92545"/>
                    <a:pt x="1223320" y="114300"/>
                  </a:cubicBezTo>
                  <a:cubicBezTo>
                    <a:pt x="1215446" y="111857"/>
                    <a:pt x="1189373" y="116812"/>
                    <a:pt x="1166170" y="114300"/>
                  </a:cubicBezTo>
                  <a:cubicBezTo>
                    <a:pt x="1179375" y="177293"/>
                    <a:pt x="1181035" y="280052"/>
                    <a:pt x="1166170" y="400050"/>
                  </a:cubicBezTo>
                  <a:cubicBezTo>
                    <a:pt x="854109" y="468823"/>
                    <a:pt x="499757" y="477939"/>
                    <a:pt x="114300" y="400050"/>
                  </a:cubicBezTo>
                  <a:cubicBezTo>
                    <a:pt x="118144" y="423616"/>
                    <a:pt x="118844" y="439716"/>
                    <a:pt x="114300" y="457200"/>
                  </a:cubicBezTo>
                  <a:cubicBezTo>
                    <a:pt x="89819" y="435477"/>
                    <a:pt x="35535" y="375489"/>
                    <a:pt x="0" y="342900"/>
                  </a:cubicBezTo>
                  <a:close/>
                </a:path>
              </a:pathLst>
            </a:custGeom>
            <a:solidFill>
              <a:srgbClr val="FFFF00"/>
            </a:solidFill>
            <a:ln w="25400" cap="flat">
              <a:solidFill>
                <a:schemeClr val="tx1"/>
              </a:solidFill>
              <a:prstDash val="solid"/>
              <a:bevel/>
              <a:extLst>
                <a:ext uri="{C807C97D-BFC1-408E-A445-0C87EB9F89A2}">
                  <ask:lineSketchStyleProps xmlns:ask="http://schemas.microsoft.com/office/drawing/2018/sketchyshapes" sd="1219033472">
                    <a:prstGeom prst="leftUpArrow">
                      <a:avLst/>
                    </a:prstGeom>
                    <ask:type>
                      <ask:lineSketchCurved/>
                    </ask:type>
                  </ask:lineSketchStyleProps>
                </a:ext>
              </a:extLst>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Arial"/>
                <a:ea typeface="Arial"/>
                <a:cs typeface="Arial"/>
                <a:sym typeface="Arial"/>
              </a:endParaRPr>
            </a:p>
          </p:txBody>
        </p:sp>
        <p:sp>
          <p:nvSpPr>
            <p:cNvPr id="6" name="TextBox 5">
              <a:extLst>
                <a:ext uri="{FF2B5EF4-FFF2-40B4-BE49-F238E27FC236}">
                  <a16:creationId xmlns:a16="http://schemas.microsoft.com/office/drawing/2014/main" id="{8A21C719-3793-0724-6BF4-77510DE704CD}"/>
                </a:ext>
              </a:extLst>
            </p:cNvPr>
            <p:cNvSpPr txBox="1"/>
            <p:nvPr/>
          </p:nvSpPr>
          <p:spPr>
            <a:xfrm>
              <a:off x="3048000" y="800099"/>
              <a:ext cx="4572000" cy="923330"/>
            </a:xfrm>
            <a:custGeom>
              <a:avLst/>
              <a:gdLst>
                <a:gd name="connsiteX0" fmla="*/ 0 w 4572000"/>
                <a:gd name="connsiteY0" fmla="*/ 0 h 923330"/>
                <a:gd name="connsiteX1" fmla="*/ 607423 w 4572000"/>
                <a:gd name="connsiteY1" fmla="*/ 0 h 923330"/>
                <a:gd name="connsiteX2" fmla="*/ 1352006 w 4572000"/>
                <a:gd name="connsiteY2" fmla="*/ 0 h 923330"/>
                <a:gd name="connsiteX3" fmla="*/ 2005149 w 4572000"/>
                <a:gd name="connsiteY3" fmla="*/ 0 h 923330"/>
                <a:gd name="connsiteX4" fmla="*/ 2658291 w 4572000"/>
                <a:gd name="connsiteY4" fmla="*/ 0 h 923330"/>
                <a:gd name="connsiteX5" fmla="*/ 3174274 w 4572000"/>
                <a:gd name="connsiteY5" fmla="*/ 0 h 923330"/>
                <a:gd name="connsiteX6" fmla="*/ 3690257 w 4572000"/>
                <a:gd name="connsiteY6" fmla="*/ 0 h 923330"/>
                <a:gd name="connsiteX7" fmla="*/ 4572000 w 4572000"/>
                <a:gd name="connsiteY7" fmla="*/ 0 h 923330"/>
                <a:gd name="connsiteX8" fmla="*/ 4572000 w 4572000"/>
                <a:gd name="connsiteY8" fmla="*/ 470898 h 923330"/>
                <a:gd name="connsiteX9" fmla="*/ 4572000 w 4572000"/>
                <a:gd name="connsiteY9" fmla="*/ 923330 h 923330"/>
                <a:gd name="connsiteX10" fmla="*/ 3873137 w 4572000"/>
                <a:gd name="connsiteY10" fmla="*/ 923330 h 923330"/>
                <a:gd name="connsiteX11" fmla="*/ 3311434 w 4572000"/>
                <a:gd name="connsiteY11" fmla="*/ 923330 h 923330"/>
                <a:gd name="connsiteX12" fmla="*/ 2612571 w 4572000"/>
                <a:gd name="connsiteY12" fmla="*/ 923330 h 923330"/>
                <a:gd name="connsiteX13" fmla="*/ 1913709 w 4572000"/>
                <a:gd name="connsiteY13" fmla="*/ 923330 h 923330"/>
                <a:gd name="connsiteX14" fmla="*/ 1397726 w 4572000"/>
                <a:gd name="connsiteY14" fmla="*/ 923330 h 923330"/>
                <a:gd name="connsiteX15" fmla="*/ 744583 w 4572000"/>
                <a:gd name="connsiteY15" fmla="*/ 923330 h 923330"/>
                <a:gd name="connsiteX16" fmla="*/ 0 w 4572000"/>
                <a:gd name="connsiteY16" fmla="*/ 923330 h 923330"/>
                <a:gd name="connsiteX17" fmla="*/ 0 w 4572000"/>
                <a:gd name="connsiteY17" fmla="*/ 480132 h 923330"/>
                <a:gd name="connsiteX18" fmla="*/ 0 w 4572000"/>
                <a:gd name="connsiteY18" fmla="*/ 0 h 92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72000" h="923330" fill="none" extrusionOk="0">
                  <a:moveTo>
                    <a:pt x="0" y="0"/>
                  </a:moveTo>
                  <a:cubicBezTo>
                    <a:pt x="135837" y="-269"/>
                    <a:pt x="318502" y="-18154"/>
                    <a:pt x="607423" y="0"/>
                  </a:cubicBezTo>
                  <a:cubicBezTo>
                    <a:pt x="896344" y="18154"/>
                    <a:pt x="1013076" y="-17404"/>
                    <a:pt x="1352006" y="0"/>
                  </a:cubicBezTo>
                  <a:cubicBezTo>
                    <a:pt x="1690936" y="17404"/>
                    <a:pt x="1687958" y="-20506"/>
                    <a:pt x="2005149" y="0"/>
                  </a:cubicBezTo>
                  <a:cubicBezTo>
                    <a:pt x="2322340" y="20506"/>
                    <a:pt x="2475907" y="-12523"/>
                    <a:pt x="2658291" y="0"/>
                  </a:cubicBezTo>
                  <a:cubicBezTo>
                    <a:pt x="2840675" y="12523"/>
                    <a:pt x="3036151" y="-10493"/>
                    <a:pt x="3174274" y="0"/>
                  </a:cubicBezTo>
                  <a:cubicBezTo>
                    <a:pt x="3312397" y="10493"/>
                    <a:pt x="3565987" y="-22875"/>
                    <a:pt x="3690257" y="0"/>
                  </a:cubicBezTo>
                  <a:cubicBezTo>
                    <a:pt x="3814527" y="22875"/>
                    <a:pt x="4173319" y="-16785"/>
                    <a:pt x="4572000" y="0"/>
                  </a:cubicBezTo>
                  <a:cubicBezTo>
                    <a:pt x="4562602" y="142911"/>
                    <a:pt x="4579971" y="322815"/>
                    <a:pt x="4572000" y="470898"/>
                  </a:cubicBezTo>
                  <a:cubicBezTo>
                    <a:pt x="4564029" y="618981"/>
                    <a:pt x="4569773" y="828571"/>
                    <a:pt x="4572000" y="923330"/>
                  </a:cubicBezTo>
                  <a:cubicBezTo>
                    <a:pt x="4387974" y="905453"/>
                    <a:pt x="4206509" y="916551"/>
                    <a:pt x="3873137" y="923330"/>
                  </a:cubicBezTo>
                  <a:cubicBezTo>
                    <a:pt x="3539765" y="930109"/>
                    <a:pt x="3435771" y="895688"/>
                    <a:pt x="3311434" y="923330"/>
                  </a:cubicBezTo>
                  <a:cubicBezTo>
                    <a:pt x="3187097" y="950972"/>
                    <a:pt x="2859967" y="954523"/>
                    <a:pt x="2612571" y="923330"/>
                  </a:cubicBezTo>
                  <a:cubicBezTo>
                    <a:pt x="2365175" y="892137"/>
                    <a:pt x="2132120" y="920463"/>
                    <a:pt x="1913709" y="923330"/>
                  </a:cubicBezTo>
                  <a:cubicBezTo>
                    <a:pt x="1695298" y="926197"/>
                    <a:pt x="1530017" y="948960"/>
                    <a:pt x="1397726" y="923330"/>
                  </a:cubicBezTo>
                  <a:cubicBezTo>
                    <a:pt x="1265435" y="897700"/>
                    <a:pt x="945705" y="903864"/>
                    <a:pt x="744583" y="923330"/>
                  </a:cubicBezTo>
                  <a:cubicBezTo>
                    <a:pt x="543461" y="942796"/>
                    <a:pt x="263478" y="940542"/>
                    <a:pt x="0" y="923330"/>
                  </a:cubicBezTo>
                  <a:cubicBezTo>
                    <a:pt x="11377" y="751712"/>
                    <a:pt x="2413" y="695332"/>
                    <a:pt x="0" y="480132"/>
                  </a:cubicBezTo>
                  <a:cubicBezTo>
                    <a:pt x="-2413" y="264932"/>
                    <a:pt x="-20876" y="163115"/>
                    <a:pt x="0" y="0"/>
                  </a:cubicBezTo>
                  <a:close/>
                </a:path>
                <a:path w="4572000" h="923330" stroke="0" extrusionOk="0">
                  <a:moveTo>
                    <a:pt x="0" y="0"/>
                  </a:moveTo>
                  <a:cubicBezTo>
                    <a:pt x="185639" y="13063"/>
                    <a:pt x="406154" y="12237"/>
                    <a:pt x="515983" y="0"/>
                  </a:cubicBezTo>
                  <a:cubicBezTo>
                    <a:pt x="625812" y="-12237"/>
                    <a:pt x="856187" y="19553"/>
                    <a:pt x="1077686" y="0"/>
                  </a:cubicBezTo>
                  <a:cubicBezTo>
                    <a:pt x="1299185" y="-19553"/>
                    <a:pt x="1586770" y="6736"/>
                    <a:pt x="1822269" y="0"/>
                  </a:cubicBezTo>
                  <a:cubicBezTo>
                    <a:pt x="2057768" y="-6736"/>
                    <a:pt x="2099559" y="-934"/>
                    <a:pt x="2338251" y="0"/>
                  </a:cubicBezTo>
                  <a:cubicBezTo>
                    <a:pt x="2576943" y="934"/>
                    <a:pt x="2792760" y="-626"/>
                    <a:pt x="3082834" y="0"/>
                  </a:cubicBezTo>
                  <a:cubicBezTo>
                    <a:pt x="3372908" y="626"/>
                    <a:pt x="3472874" y="-17770"/>
                    <a:pt x="3827417" y="0"/>
                  </a:cubicBezTo>
                  <a:cubicBezTo>
                    <a:pt x="4181960" y="17770"/>
                    <a:pt x="4368697" y="31279"/>
                    <a:pt x="4572000" y="0"/>
                  </a:cubicBezTo>
                  <a:cubicBezTo>
                    <a:pt x="4586285" y="115630"/>
                    <a:pt x="4583773" y="370008"/>
                    <a:pt x="4572000" y="470898"/>
                  </a:cubicBezTo>
                  <a:cubicBezTo>
                    <a:pt x="4560227" y="571788"/>
                    <a:pt x="4564292" y="738956"/>
                    <a:pt x="4572000" y="923330"/>
                  </a:cubicBezTo>
                  <a:cubicBezTo>
                    <a:pt x="4318957" y="948390"/>
                    <a:pt x="4191104" y="938791"/>
                    <a:pt x="4010297" y="923330"/>
                  </a:cubicBezTo>
                  <a:cubicBezTo>
                    <a:pt x="3829490" y="907869"/>
                    <a:pt x="3628975" y="921192"/>
                    <a:pt x="3494314" y="923330"/>
                  </a:cubicBezTo>
                  <a:cubicBezTo>
                    <a:pt x="3359653" y="925468"/>
                    <a:pt x="3114209" y="900606"/>
                    <a:pt x="2749731" y="923330"/>
                  </a:cubicBezTo>
                  <a:cubicBezTo>
                    <a:pt x="2385253" y="946054"/>
                    <a:pt x="2273904" y="897419"/>
                    <a:pt x="2142309" y="923330"/>
                  </a:cubicBezTo>
                  <a:cubicBezTo>
                    <a:pt x="2010714" y="949241"/>
                    <a:pt x="1854394" y="920670"/>
                    <a:pt x="1626326" y="923330"/>
                  </a:cubicBezTo>
                  <a:cubicBezTo>
                    <a:pt x="1398258" y="925990"/>
                    <a:pt x="1215058" y="928348"/>
                    <a:pt x="927463" y="923330"/>
                  </a:cubicBezTo>
                  <a:cubicBezTo>
                    <a:pt x="639868" y="918312"/>
                    <a:pt x="236176" y="911147"/>
                    <a:pt x="0" y="923330"/>
                  </a:cubicBezTo>
                  <a:cubicBezTo>
                    <a:pt x="8881" y="769048"/>
                    <a:pt x="-18314" y="618563"/>
                    <a:pt x="0" y="452432"/>
                  </a:cubicBezTo>
                  <a:cubicBezTo>
                    <a:pt x="18314" y="286301"/>
                    <a:pt x="-19012" y="105389"/>
                    <a:pt x="0" y="0"/>
                  </a:cubicBezTo>
                  <a:close/>
                </a:path>
              </a:pathLst>
            </a:custGeom>
            <a:solidFill>
              <a:srgbClr val="FFFF00"/>
            </a:solidFill>
            <a:ln w="25400" cap="flat">
              <a:solidFill>
                <a:schemeClr val="tx1"/>
              </a:solidFill>
              <a:miter lim="400000"/>
              <a:extLst>
                <a:ext uri="{C807C97D-BFC1-408E-A445-0C87EB9F89A2}">
                  <ask:lineSketchStyleProps xmlns:ask="http://schemas.microsoft.com/office/drawing/2018/sketchyshapes" sd="1825056982">
                    <a:prstGeom prst="rect">
                      <a:avLst/>
                    </a:prstGeom>
                    <ask:type>
                      <ask:lineSketchFreehand/>
                    </ask:type>
                  </ask:lineSketchStyleProps>
                </a:ext>
              </a:extLst>
            </a:ln>
            <a:effectLst/>
          </p:spPr>
          <p:style>
            <a:lnRef idx="0">
              <a:scrgbClr r="0" g="0" b="0"/>
            </a:lnRef>
            <a:fillRef idx="0">
              <a:scrgbClr r="0" g="0" b="0"/>
            </a:fillRef>
            <a:effectRef idx="0">
              <a:scrgbClr r="0" g="0" b="0"/>
            </a:effectRef>
            <a:fontRef idx="none"/>
          </p:style>
          <p:txBody>
            <a:bodyPr wrap="square">
              <a:spAutoFit/>
            </a:bodyPr>
            <a:lstStyle/>
            <a:p>
              <a:r>
                <a:rPr lang="en-US" dirty="0"/>
                <a:t>Where possible, write use actions so that they directly link to the action that can cause harm</a:t>
              </a:r>
            </a:p>
          </p:txBody>
        </p:sp>
      </p:grpSp>
    </p:spTree>
    <p:extLst>
      <p:ext uri="{BB962C8B-B14F-4D97-AF65-F5344CB8AC3E}">
        <p14:creationId xmlns:p14="http://schemas.microsoft.com/office/powerpoint/2010/main" val="107911255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6EA0B0"/>
      </a:accent1>
      <a:accent2>
        <a:srgbClr val="CCAF0A"/>
      </a:accent2>
      <a:accent3>
        <a:srgbClr val="8F8F8F"/>
      </a:accent3>
      <a:accent4>
        <a:srgbClr val="707070"/>
      </a:accent4>
      <a:accent5>
        <a:srgbClr val="BACBD2"/>
      </a:accent5>
      <a:accent6>
        <a:srgbClr val="B99F0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6EA0B0"/>
          </a:solidFill>
          <a:prstDash val="solid"/>
          <a:bevel/>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EA0B0"/>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8825</TotalTime>
  <Words>1981</Words>
  <Application>Microsoft Macintosh PowerPoint</Application>
  <PresentationFormat>On-screen Show (4:3)</PresentationFormat>
  <Paragraphs>187</Paragraphs>
  <Slides>22</Slides>
  <Notes>20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Avenir Roman</vt:lpstr>
      <vt:lpstr>Franklin Gothic Book</vt:lpstr>
      <vt:lpstr>Helvetica</vt:lpstr>
      <vt:lpstr>Roboto</vt:lpstr>
      <vt:lpstr>System Font Regular</vt:lpstr>
      <vt:lpstr>Wingdings</vt:lpstr>
      <vt:lpstr>Wingdings 2</vt:lpstr>
      <vt:lpstr>Default</vt:lpstr>
      <vt:lpstr>PowerPoint Presentation</vt:lpstr>
      <vt:lpstr>What is a use error?</vt:lpstr>
      <vt:lpstr>PowerPoint Presentation</vt:lpstr>
      <vt:lpstr>Hospital Bed</vt:lpstr>
      <vt:lpstr>Hospital Bed</vt:lpstr>
      <vt:lpstr>Hospital Bed</vt:lpstr>
      <vt:lpstr>Previous scenario as a poem</vt:lpstr>
      <vt:lpstr>Hospital Bed</vt:lpstr>
      <vt:lpstr>Hospital Bed</vt:lpstr>
      <vt:lpstr>Hospital Bed</vt:lpstr>
      <vt:lpstr>Hospital Bed</vt:lpstr>
      <vt:lpstr>Hospital Bed</vt:lpstr>
      <vt:lpstr>Automated External Defibrillator (AED)</vt:lpstr>
      <vt:lpstr>PowerPoint Presentation</vt:lpstr>
      <vt:lpstr>Not being specific enough</vt:lpstr>
      <vt:lpstr>Before we go on: PCA model refresher</vt:lpstr>
      <vt:lpstr>Use error definition refresher</vt:lpstr>
      <vt:lpstr>Writing use errors that don’t include an action</vt:lpstr>
      <vt:lpstr>Incorrectly writing causes as use errors</vt:lpstr>
      <vt:lpstr>Use errors that are not testable/observable</vt:lpstr>
      <vt:lpstr>Writing a sequence of events as a use error</vt:lpstr>
      <vt:lpstr>Bonus!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Durrani, Sami</dc:creator>
  <cp:lastModifiedBy>Sami Durrani</cp:lastModifiedBy>
  <cp:revision>79</cp:revision>
  <cp:lastPrinted>2016-09-11T23:21:58Z</cp:lastPrinted>
  <dcterms:modified xsi:type="dcterms:W3CDTF">2023-11-07T01:51:51Z</dcterms:modified>
</cp:coreProperties>
</file>