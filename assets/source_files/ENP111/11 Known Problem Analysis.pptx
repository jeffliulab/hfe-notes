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1104" r:id="rId3"/>
    <p:sldId id="1111" r:id="rId4"/>
    <p:sldId id="1112" r:id="rId5"/>
    <p:sldId id="1106" r:id="rId6"/>
    <p:sldId id="1108" r:id="rId7"/>
    <p:sldId id="1107" r:id="rId8"/>
    <p:sldId id="1110" r:id="rId9"/>
  </p:sldIdLst>
  <p:sldSz cx="9144000" cy="6858000" type="screen4x3"/>
  <p:notesSz cx="6858000" cy="9144000"/>
  <p:defaultTextStyle>
    <a:lvl1pPr>
      <a:defRPr>
        <a:latin typeface="Arial"/>
        <a:ea typeface="Arial"/>
        <a:cs typeface="Arial"/>
        <a:sym typeface="Arial"/>
      </a:defRPr>
    </a:lvl1pPr>
    <a:lvl2pPr indent="457200">
      <a:defRPr>
        <a:latin typeface="Arial"/>
        <a:ea typeface="Arial"/>
        <a:cs typeface="Arial"/>
        <a:sym typeface="Arial"/>
      </a:defRPr>
    </a:lvl2pPr>
    <a:lvl3pPr indent="914400">
      <a:defRPr>
        <a:latin typeface="Arial"/>
        <a:ea typeface="Arial"/>
        <a:cs typeface="Arial"/>
        <a:sym typeface="Arial"/>
      </a:defRPr>
    </a:lvl3pPr>
    <a:lvl4pPr indent="1371600">
      <a:defRPr>
        <a:latin typeface="Arial"/>
        <a:ea typeface="Arial"/>
        <a:cs typeface="Arial"/>
        <a:sym typeface="Arial"/>
      </a:defRPr>
    </a:lvl4pPr>
    <a:lvl5pPr indent="1828800">
      <a:defRPr>
        <a:latin typeface="Arial"/>
        <a:ea typeface="Arial"/>
        <a:cs typeface="Arial"/>
        <a:sym typeface="Arial"/>
      </a:defRPr>
    </a:lvl5pPr>
    <a:lvl6pPr>
      <a:defRPr>
        <a:latin typeface="Arial"/>
        <a:ea typeface="Arial"/>
        <a:cs typeface="Arial"/>
        <a:sym typeface="Arial"/>
      </a:defRPr>
    </a:lvl6pPr>
    <a:lvl7pPr>
      <a:defRPr>
        <a:latin typeface="Arial"/>
        <a:ea typeface="Arial"/>
        <a:cs typeface="Arial"/>
        <a:sym typeface="Arial"/>
      </a:defRPr>
    </a:lvl7pPr>
    <a:lvl8pPr>
      <a:defRPr>
        <a:latin typeface="Arial"/>
        <a:ea typeface="Arial"/>
        <a:cs typeface="Arial"/>
        <a:sym typeface="Arial"/>
      </a:defRPr>
    </a:lvl8pPr>
    <a:lvl9pPr>
      <a:defRPr>
        <a:latin typeface="Arial"/>
        <a:ea typeface="Arial"/>
        <a:cs typeface="Arial"/>
        <a:sym typeface="Arial"/>
      </a:defRPr>
    </a:lvl9pPr>
  </p:defaultTextStyle>
  <p:extLst>
    <p:ext uri="{521415D9-36F7-43E2-AB2F-B90AF26B5E84}">
      <p14:sectionLst xmlns:p14="http://schemas.microsoft.com/office/powerpoint/2010/main">
        <p14:section name="Default Section" id="{7303AD67-7F52-4D43-A45F-99F4A6AA0DA2}">
          <p14:sldIdLst>
            <p14:sldId id="256"/>
            <p14:sldId id="1104"/>
            <p14:sldId id="1111"/>
            <p14:sldId id="1112"/>
            <p14:sldId id="1106"/>
            <p14:sldId id="1108"/>
            <p14:sldId id="1107"/>
            <p14:sldId id="1110"/>
          </p14:sldIdLst>
        </p14:section>
      </p14:sectionLst>
    </p:ext>
    <p:ext uri="{EFAFB233-063F-42B5-8137-9DF3F51BA10A}">
      <p15:sldGuideLst xmlns:p15="http://schemas.microsoft.com/office/powerpoint/2012/main">
        <p15:guide id="1" orient="horz" pos="768" userDrawn="1">
          <p15:clr>
            <a:srgbClr val="A4A3A4"/>
          </p15:clr>
        </p15:guide>
        <p15:guide id="2" pos="336" userDrawn="1">
          <p15:clr>
            <a:srgbClr val="A4A3A4"/>
          </p15:clr>
        </p15:guide>
        <p15:guide id="3" orient="horz" pos="41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 Bergman" initials="EB" lastIdx="9" clrIdx="0">
    <p:extLst>
      <p:ext uri="{19B8F6BF-5375-455C-9EA6-DF929625EA0E}">
        <p15:presenceInfo xmlns:p15="http://schemas.microsoft.com/office/powerpoint/2012/main" userId="9ca5c043083c1f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AEF"/>
    <a:srgbClr val="0081D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5D3766-8002-444C-BED0-025532CD5821}" v="671" dt="2023-11-27T19:52:49.058"/>
  </p1510:revLst>
</p1510:revInfo>
</file>

<file path=ppt/tableStyles.xml><?xml version="1.0" encoding="utf-8"?>
<a:tblStyleLst xmlns:a="http://schemas.openxmlformats.org/drawingml/2006/main" def="{5940675A-B579-460E-94D1-54222C63F5DA}">
  <a:tblStyle styleId="{4C3C2611-4C71-4FC5-86AE-919BDF0F9419}"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4DFE3"/>
          </a:solidFill>
        </a:fill>
      </a:tcStyle>
    </a:wholeTbl>
    <a:band2H>
      <a:tcTxStyle/>
      <a:tcStyle>
        <a:tcBdr/>
        <a:fill>
          <a:solidFill>
            <a:srgbClr val="EAF0F2"/>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firstRow>
  </a:tblStyle>
  <a:tblStyle styleId="{C7B018BB-80A7-4F77-B60F-C8B233D01FF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6DFCA"/>
          </a:solidFill>
        </a:fill>
      </a:tcStyle>
    </a:wholeTbl>
    <a:band2H>
      <a:tcTxStyle/>
      <a:tcStyle>
        <a:tcBdr/>
        <a:fill>
          <a:solidFill>
            <a:srgbClr val="F3EF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firstRow>
  </a:tblStyle>
  <a:tblStyle styleId="{CF821DB8-F4EB-4A41-A1BA-3FCAFE7338EE}" styleName="">
    <a:tblBg/>
    <a:wholeTbl>
      <a:tcTxStyle b="on" i="on">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EA0B0"/>
          </a:solidFill>
        </a:fill>
      </a:tcStyle>
    </a:firstCol>
    <a:lastRow>
      <a:tcTxStyle b="on" i="on">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6EA0B0"/>
          </a:solidFill>
        </a:fill>
      </a:tcStyle>
    </a:firstRow>
  </a:tblStyle>
  <a:tblStyle styleId="{33BA23B1-9221-436E-865A-0063620EA4FD}"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80136" autoAdjust="0"/>
  </p:normalViewPr>
  <p:slideViewPr>
    <p:cSldViewPr showGuides="1">
      <p:cViewPr varScale="1">
        <p:scale>
          <a:sx n="50" d="100"/>
          <a:sy n="50" d="100"/>
        </p:scale>
        <p:origin x="1668" y="32"/>
      </p:cViewPr>
      <p:guideLst>
        <p:guide orient="horz" pos="768"/>
        <p:guide pos="336"/>
        <p:guide orient="horz" pos="4176"/>
      </p:guideLst>
    </p:cSldViewPr>
  </p:slideViewPr>
  <p:outlineViewPr>
    <p:cViewPr>
      <p:scale>
        <a:sx n="33" d="100"/>
        <a:sy n="33" d="100"/>
      </p:scale>
      <p:origin x="0" y="-2368"/>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8" name="Shape 58"/>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59" name="Shape 59"/>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3179586001"/>
      </p:ext>
    </p:extLst>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developing a product, you need to identify all of the different use errors – or mistakes – a user could potentially make. </a:t>
            </a:r>
          </a:p>
          <a:p>
            <a:r>
              <a:rPr lang="en-US" dirty="0"/>
              <a:t>In previous sessions, you’ve learned about different methods for identifying these use errors, and why that’s important to developing a use-related risk analysis. Today we’ll cover a specific method for identifying use errors, which is Known Problems Analysis. </a:t>
            </a:r>
          </a:p>
          <a:p>
            <a:r>
              <a:rPr lang="en-US" dirty="0"/>
              <a:t>At a high level, Known Problems Analysis (or a KPA), is the process of reviewing use-related issues that have occurred with devices that are already on the market that are similar to the new one being developed. The idea is to understand these issues, and then design the new product so that it isn’t prone to same sorts of known problems. So basically, don’t let history repeat itself, and instead, make the new product better. </a:t>
            </a:r>
          </a:p>
        </p:txBody>
      </p:sp>
    </p:spTree>
    <p:extLst>
      <p:ext uri="{BB962C8B-B14F-4D97-AF65-F5344CB8AC3E}">
        <p14:creationId xmlns:p14="http://schemas.microsoft.com/office/powerpoint/2010/main" val="143590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9944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6342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6052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8617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13815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5" name="Shape 15"/>
          <p:cNvSpPr>
            <a:spLocks noGrp="1"/>
          </p:cNvSpPr>
          <p:nvPr>
            <p:ph type="sldNum" sz="quarter" idx="2"/>
          </p:nvPr>
        </p:nvSpPr>
        <p:spPr>
          <a:xfrm>
            <a:off x="8153400" y="6632675"/>
            <a:ext cx="762000" cy="153888"/>
          </a:xfrm>
          <a:prstGeom prst="rect">
            <a:avLst/>
          </a:prstGeom>
        </p:spPr>
        <p:txBody>
          <a:bodyPr/>
          <a:lstStyle>
            <a:lvl1pPr>
              <a:defRPr sz="1000"/>
            </a:lvl1pPr>
          </a:lstStyle>
          <a:p>
            <a:fld id="{86CB4B4D-7CA3-9044-876B-883B54F8677D}" type="slidenum">
              <a:rPr lang="en-US" smtClean="0"/>
              <a:pPr/>
              <a:t>‹#›</a:t>
            </a:fld>
            <a:endParaRPr lang="en-US"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0">
    <p:spTree>
      <p:nvGrpSpPr>
        <p:cNvPr id="1" name=""/>
        <p:cNvGrpSpPr/>
        <p:nvPr/>
      </p:nvGrpSpPr>
      <p:grpSpPr>
        <a:xfrm>
          <a:off x="0" y="0"/>
          <a:ext cx="0" cy="0"/>
          <a:chOff x="0" y="0"/>
          <a:chExt cx="0" cy="0"/>
        </a:xfrm>
      </p:grpSpPr>
      <p:sp>
        <p:nvSpPr>
          <p:cNvPr id="19" name="Shape 19"/>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lass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153400" y="6629400"/>
            <a:ext cx="762000" cy="184666"/>
          </a:xfrm>
        </p:spPr>
        <p:txBody>
          <a:bodyPr/>
          <a:lstStyle/>
          <a:p>
            <a:fld id="{86CB4B4D-7CA3-9044-876B-883B54F8677D}" type="slidenum">
              <a:rPr lang="en-US" smtClean="0"/>
              <a:pPr/>
              <a:t>‹#›</a:t>
            </a:fld>
            <a:endParaRPr lang="en-US" dirty="0"/>
          </a:p>
        </p:txBody>
      </p:sp>
      <p:sp>
        <p:nvSpPr>
          <p:cNvPr id="7" name="Content Placeholder 6"/>
          <p:cNvSpPr>
            <a:spLocks noGrp="1"/>
          </p:cNvSpPr>
          <p:nvPr>
            <p:ph sz="quarter" idx="11"/>
          </p:nvPr>
        </p:nvSpPr>
        <p:spPr>
          <a:xfrm>
            <a:off x="453080" y="1143000"/>
            <a:ext cx="7886700" cy="5486400"/>
          </a:xfrm>
        </p:spPr>
        <p:txBody>
          <a:bodyPr/>
          <a:lstStyle>
            <a:lvl1pPr marL="344488" indent="-227013">
              <a:buFont typeface="Wingdings" charset="2"/>
              <a:buChar char="§"/>
              <a:tabLst/>
              <a:defRPr sz="2800">
                <a:latin typeface="+mn-ea"/>
                <a:ea typeface="+mn-ea"/>
              </a:defRPr>
            </a:lvl1pPr>
            <a:lvl2pPr marL="688975" indent="-239713">
              <a:buFont typeface="Wingdings" charset="2"/>
              <a:buChar char="§"/>
              <a:tabLst/>
              <a:defRPr sz="2400">
                <a:latin typeface="+mn-ea"/>
                <a:ea typeface="+mn-ea"/>
              </a:defRPr>
            </a:lvl2pPr>
            <a:lvl3pPr marL="979488" indent="-230188">
              <a:buFont typeface="Wingdings" charset="2"/>
              <a:buChar char="§"/>
              <a:tabLst/>
              <a:defRPr sz="2400">
                <a:latin typeface="+mn-ea"/>
                <a:ea typeface="+mn-ea"/>
              </a:defRPr>
            </a:lvl3pPr>
            <a:lvl4pPr marL="1397793" indent="-354806">
              <a:buFont typeface="Wingdings" charset="2"/>
              <a:buChar char="§"/>
              <a:defRPr sz="2800">
                <a:latin typeface="+mn-ea"/>
                <a:ea typeface="+mn-ea"/>
              </a:defRPr>
            </a:lvl4pPr>
            <a:lvl5pPr marL="1610783" indent="-304270">
              <a:buFont typeface="Wingdings" charset="2"/>
              <a:buChar char="§"/>
              <a:defRPr sz="2800">
                <a:latin typeface="+mn-ea"/>
                <a:ea typeface="+mn-ea"/>
              </a:defRPr>
            </a:lvl5pPr>
          </a:lstStyle>
          <a:p>
            <a:pPr lvl="0"/>
            <a:r>
              <a:rPr lang="en-US" dirty="0"/>
              <a:t>Click to edit Master text styles</a:t>
            </a:r>
          </a:p>
          <a:p>
            <a:pPr lvl="1"/>
            <a:r>
              <a:rPr lang="en-US" dirty="0"/>
              <a:t>Second level</a:t>
            </a:r>
          </a:p>
          <a:p>
            <a:pPr lvl="2"/>
            <a:r>
              <a:rPr lang="en-US" dirty="0"/>
              <a:t>Third level</a:t>
            </a:r>
          </a:p>
        </p:txBody>
      </p:sp>
      <p:sp>
        <p:nvSpPr>
          <p:cNvPr id="16" name="Title 15"/>
          <p:cNvSpPr>
            <a:spLocks noGrp="1"/>
          </p:cNvSpPr>
          <p:nvPr>
            <p:ph type="title"/>
          </p:nvPr>
        </p:nvSpPr>
        <p:spPr>
          <a:xfrm>
            <a:off x="453080" y="381000"/>
            <a:ext cx="7886700" cy="533400"/>
          </a:xfrm>
        </p:spPr>
        <p:txBody>
          <a:bodyPr/>
          <a:lstStyle/>
          <a:p>
            <a:r>
              <a:rPr lang="en-US" dirty="0"/>
              <a:t>Click to edit Master title style</a:t>
            </a:r>
          </a:p>
        </p:txBody>
      </p:sp>
    </p:spTree>
    <p:extLst>
      <p:ext uri="{BB962C8B-B14F-4D97-AF65-F5344CB8AC3E}">
        <p14:creationId xmlns:p14="http://schemas.microsoft.com/office/powerpoint/2010/main" val="1268405620"/>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www.id-book.com</a:t>
            </a:r>
          </a:p>
        </p:txBody>
      </p:sp>
    </p:spTree>
    <p:extLst>
      <p:ext uri="{BB962C8B-B14F-4D97-AF65-F5344CB8AC3E}">
        <p14:creationId xmlns:p14="http://schemas.microsoft.com/office/powerpoint/2010/main" val="836535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1"/>
        <p:cNvGrpSpPr/>
        <p:nvPr/>
      </p:nvGrpSpPr>
      <p:grpSpPr>
        <a:xfrm>
          <a:off x="0" y="0"/>
          <a:ext cx="0" cy="0"/>
          <a:chOff x="0" y="0"/>
          <a:chExt cx="0" cy="0"/>
        </a:xfrm>
      </p:grpSpPr>
      <p:cxnSp>
        <p:nvCxnSpPr>
          <p:cNvPr id="22" name="Shape 22"/>
          <p:cNvCxnSpPr/>
          <p:nvPr/>
        </p:nvCxnSpPr>
        <p:spPr>
          <a:xfrm>
            <a:off x="2477724" y="554200"/>
            <a:ext cx="6244200" cy="0"/>
          </a:xfrm>
          <a:prstGeom prst="straightConnector1">
            <a:avLst/>
          </a:prstGeom>
          <a:noFill/>
          <a:ln w="38100" cap="flat" cmpd="sng">
            <a:solidFill>
              <a:schemeClr val="dk2"/>
            </a:solidFill>
            <a:prstDash val="solid"/>
            <a:round/>
            <a:headEnd type="none" w="med" len="med"/>
            <a:tailEnd type="none" w="med" len="med"/>
          </a:ln>
        </p:spPr>
      </p:cxnSp>
      <p:cxnSp>
        <p:nvCxnSpPr>
          <p:cNvPr id="23" name="Shape 23"/>
          <p:cNvCxnSpPr/>
          <p:nvPr/>
        </p:nvCxnSpPr>
        <p:spPr>
          <a:xfrm>
            <a:off x="2477724" y="6320000"/>
            <a:ext cx="6244200" cy="0"/>
          </a:xfrm>
          <a:prstGeom prst="straightConnector1">
            <a:avLst/>
          </a:prstGeom>
          <a:noFill/>
          <a:ln w="19050" cap="flat" cmpd="sng">
            <a:solidFill>
              <a:schemeClr val="dk2"/>
            </a:solidFill>
            <a:prstDash val="solid"/>
            <a:round/>
            <a:headEnd type="none" w="med" len="med"/>
            <a:tailEnd type="none" w="med" len="med"/>
          </a:ln>
        </p:spPr>
      </p:cxnSp>
      <p:cxnSp>
        <p:nvCxnSpPr>
          <p:cNvPr id="24" name="Shape 24"/>
          <p:cNvCxnSpPr/>
          <p:nvPr/>
        </p:nvCxnSpPr>
        <p:spPr>
          <a:xfrm>
            <a:off x="425198" y="554200"/>
            <a:ext cx="183300" cy="0"/>
          </a:xfrm>
          <a:prstGeom prst="straightConnector1">
            <a:avLst/>
          </a:prstGeom>
          <a:noFill/>
          <a:ln w="19050" cap="flat" cmpd="sng">
            <a:solidFill>
              <a:schemeClr val="dk2"/>
            </a:solidFill>
            <a:prstDash val="solid"/>
            <a:round/>
            <a:headEnd type="none" w="med" len="med"/>
            <a:tailEnd type="none" w="med" len="med"/>
          </a:ln>
        </p:spPr>
      </p:cxnSp>
      <p:sp>
        <p:nvSpPr>
          <p:cNvPr id="25" name="Shape 25"/>
          <p:cNvSpPr txBox="1">
            <a:spLocks noGrp="1"/>
          </p:cNvSpPr>
          <p:nvPr>
            <p:ph type="title"/>
          </p:nvPr>
        </p:nvSpPr>
        <p:spPr>
          <a:xfrm>
            <a:off x="2400250" y="767933"/>
            <a:ext cx="63216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6" name="Shape 26"/>
          <p:cNvSpPr txBox="1">
            <a:spLocks noGrp="1"/>
          </p:cNvSpPr>
          <p:nvPr>
            <p:ph type="body" idx="1"/>
          </p:nvPr>
        </p:nvSpPr>
        <p:spPr>
          <a:xfrm>
            <a:off x="2400250" y="1683455"/>
            <a:ext cx="6321600" cy="4003200"/>
          </a:xfrm>
          <a:prstGeom prst="rect">
            <a:avLst/>
          </a:prstGeom>
        </p:spPr>
        <p:txBody>
          <a:bodyPr lIns="91425" tIns="91425" rIns="91425" bIns="91425" anchor="t" anchorCtr="0"/>
          <a:lstStyle>
            <a:lvl1pPr lvl="0">
              <a:spcBef>
                <a:spcPts val="0"/>
              </a:spcBef>
              <a:spcAft>
                <a:spcPts val="1200"/>
              </a:spcAft>
              <a:buChar char="●"/>
              <a:defRPr/>
            </a:lvl1pPr>
            <a:lvl2pPr lvl="1">
              <a:spcBef>
                <a:spcPts val="0"/>
              </a:spcBef>
              <a:buChar char="○"/>
              <a:defRPr/>
            </a:lvl2pPr>
            <a:lvl3pPr lvl="2">
              <a:spcBef>
                <a:spcPts val="0"/>
              </a:spcBef>
              <a:spcAft>
                <a:spcPts val="1200"/>
              </a:spcAft>
              <a:buChar char="■"/>
              <a:defRPr/>
            </a:lvl3pPr>
            <a:lvl4pPr lvl="3">
              <a:spcBef>
                <a:spcPts val="0"/>
              </a:spcBef>
              <a:spcAft>
                <a:spcPts val="1200"/>
              </a:spcAft>
              <a:buChar char="●"/>
              <a:defRPr/>
            </a:lvl4pPr>
            <a:lvl5pPr lvl="4">
              <a:spcBef>
                <a:spcPts val="0"/>
              </a:spcBef>
              <a:spcAft>
                <a:spcPts val="1200"/>
              </a:spcAft>
              <a:buChar char="○"/>
              <a:defRPr/>
            </a:lvl5pPr>
            <a:lvl6pPr lvl="5">
              <a:spcBef>
                <a:spcPts val="0"/>
              </a:spcBef>
              <a:spcAft>
                <a:spcPts val="1200"/>
              </a:spcAft>
              <a:buChar char="■"/>
              <a:defRPr/>
            </a:lvl6pPr>
            <a:lvl7pPr lvl="6">
              <a:spcBef>
                <a:spcPts val="0"/>
              </a:spcBef>
              <a:spcAft>
                <a:spcPts val="1200"/>
              </a:spcAft>
              <a:buChar char="●"/>
              <a:defRPr/>
            </a:lvl7pPr>
            <a:lvl8pPr lvl="7">
              <a:spcBef>
                <a:spcPts val="0"/>
              </a:spcBef>
              <a:spcAft>
                <a:spcPts val="1200"/>
              </a:spcAft>
              <a:buChar char="○"/>
              <a:defRPr/>
            </a:lvl8pPr>
            <a:lvl9pPr lvl="8">
              <a:spcBef>
                <a:spcPts val="0"/>
              </a:spcBef>
              <a:buChar char="■"/>
              <a:defRPr/>
            </a:lvl9pPr>
          </a:lstStyle>
          <a:p>
            <a:endParaRPr/>
          </a:p>
        </p:txBody>
      </p:sp>
      <p:sp>
        <p:nvSpPr>
          <p:cNvPr id="27" name="Shape 27"/>
          <p:cNvSpPr txBox="1">
            <a:spLocks noGrp="1"/>
          </p:cNvSpPr>
          <p:nvPr>
            <p:ph type="sldNum" idx="12"/>
          </p:nvPr>
        </p:nvSpPr>
        <p:spPr>
          <a:xfrm>
            <a:off x="8497999" y="6251678"/>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80131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8"/>
        <p:cNvGrpSpPr/>
        <p:nvPr/>
      </p:nvGrpSpPr>
      <p:grpSpPr>
        <a:xfrm>
          <a:off x="0" y="0"/>
          <a:ext cx="0" cy="0"/>
          <a:chOff x="0" y="0"/>
          <a:chExt cx="0" cy="0"/>
        </a:xfrm>
      </p:grpSpPr>
      <p:cxnSp>
        <p:nvCxnSpPr>
          <p:cNvPr id="29" name="Shape 29"/>
          <p:cNvCxnSpPr/>
          <p:nvPr/>
        </p:nvCxnSpPr>
        <p:spPr>
          <a:xfrm>
            <a:off x="2477724" y="554200"/>
            <a:ext cx="6244200" cy="0"/>
          </a:xfrm>
          <a:prstGeom prst="straightConnector1">
            <a:avLst/>
          </a:prstGeom>
          <a:noFill/>
          <a:ln w="38100" cap="flat" cmpd="sng">
            <a:solidFill>
              <a:schemeClr val="dk2"/>
            </a:solidFill>
            <a:prstDash val="solid"/>
            <a:round/>
            <a:headEnd type="none" w="med" len="med"/>
            <a:tailEnd type="none" w="med" len="med"/>
          </a:ln>
        </p:spPr>
      </p:cxnSp>
      <p:cxnSp>
        <p:nvCxnSpPr>
          <p:cNvPr id="30" name="Shape 30"/>
          <p:cNvCxnSpPr/>
          <p:nvPr/>
        </p:nvCxnSpPr>
        <p:spPr>
          <a:xfrm>
            <a:off x="2477724" y="6320000"/>
            <a:ext cx="6244200" cy="0"/>
          </a:xfrm>
          <a:prstGeom prst="straightConnector1">
            <a:avLst/>
          </a:prstGeom>
          <a:noFill/>
          <a:ln w="19050" cap="flat" cmpd="sng">
            <a:solidFill>
              <a:schemeClr val="dk2"/>
            </a:solidFill>
            <a:prstDash val="solid"/>
            <a:round/>
            <a:headEnd type="none" w="med" len="med"/>
            <a:tailEnd type="none" w="med" len="med"/>
          </a:ln>
        </p:spPr>
      </p:cxnSp>
      <p:cxnSp>
        <p:nvCxnSpPr>
          <p:cNvPr id="31" name="Shape 31"/>
          <p:cNvCxnSpPr/>
          <p:nvPr/>
        </p:nvCxnSpPr>
        <p:spPr>
          <a:xfrm>
            <a:off x="425198" y="554200"/>
            <a:ext cx="183300" cy="0"/>
          </a:xfrm>
          <a:prstGeom prst="straightConnector1">
            <a:avLst/>
          </a:prstGeom>
          <a:noFill/>
          <a:ln w="19050" cap="flat" cmpd="sng">
            <a:solidFill>
              <a:schemeClr val="dk2"/>
            </a:solidFill>
            <a:prstDash val="solid"/>
            <a:round/>
            <a:headEnd type="none" w="med" len="med"/>
            <a:tailEnd type="none" w="med" len="med"/>
          </a:ln>
        </p:spPr>
      </p:cxnSp>
      <p:sp>
        <p:nvSpPr>
          <p:cNvPr id="32" name="Shape 32"/>
          <p:cNvSpPr txBox="1">
            <a:spLocks noGrp="1"/>
          </p:cNvSpPr>
          <p:nvPr>
            <p:ph type="title"/>
          </p:nvPr>
        </p:nvSpPr>
        <p:spPr>
          <a:xfrm>
            <a:off x="2400250" y="767933"/>
            <a:ext cx="63216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3" name="Shape 33"/>
          <p:cNvSpPr txBox="1">
            <a:spLocks noGrp="1"/>
          </p:cNvSpPr>
          <p:nvPr>
            <p:ph type="body" idx="1"/>
          </p:nvPr>
        </p:nvSpPr>
        <p:spPr>
          <a:xfrm>
            <a:off x="2386533" y="1683455"/>
            <a:ext cx="3071400" cy="4003200"/>
          </a:xfrm>
          <a:prstGeom prst="rect">
            <a:avLst/>
          </a:prstGeom>
        </p:spPr>
        <p:txBody>
          <a:bodyPr lIns="91425" tIns="91425" rIns="91425" bIns="91425" anchor="t" anchorCtr="0"/>
          <a:lstStyle>
            <a:lvl1pPr lvl="0">
              <a:spcBef>
                <a:spcPts val="0"/>
              </a:spcBef>
              <a:spcAft>
                <a:spcPts val="1200"/>
              </a:spcAft>
              <a:buSzPct val="100000"/>
              <a:defRPr sz="1400"/>
            </a:lvl1pPr>
            <a:lvl2pPr lvl="1">
              <a:spcBef>
                <a:spcPts val="0"/>
              </a:spcBef>
              <a:spcAft>
                <a:spcPts val="1200"/>
              </a:spcAft>
              <a:buSzPct val="100000"/>
              <a:defRPr sz="1200"/>
            </a:lvl2pPr>
            <a:lvl3pPr lvl="2">
              <a:spcBef>
                <a:spcPts val="0"/>
              </a:spcBef>
              <a:spcAft>
                <a:spcPts val="1200"/>
              </a:spcAft>
              <a:buSzPct val="100000"/>
              <a:defRPr sz="1200"/>
            </a:lvl3pPr>
            <a:lvl4pPr lvl="3">
              <a:spcBef>
                <a:spcPts val="0"/>
              </a:spcBef>
              <a:spcAft>
                <a:spcPts val="1200"/>
              </a:spcAft>
              <a:buSzPct val="100000"/>
              <a:defRPr sz="1200"/>
            </a:lvl4pPr>
            <a:lvl5pPr lvl="4">
              <a:spcBef>
                <a:spcPts val="0"/>
              </a:spcBef>
              <a:spcAft>
                <a:spcPts val="1200"/>
              </a:spcAft>
              <a:buSzPct val="100000"/>
              <a:defRPr sz="1200"/>
            </a:lvl5pPr>
            <a:lvl6pPr lvl="5">
              <a:spcBef>
                <a:spcPts val="0"/>
              </a:spcBef>
              <a:spcAft>
                <a:spcPts val="1200"/>
              </a:spcAft>
              <a:buSzPct val="100000"/>
              <a:defRPr sz="1200"/>
            </a:lvl6pPr>
            <a:lvl7pPr lvl="6">
              <a:spcBef>
                <a:spcPts val="0"/>
              </a:spcBef>
              <a:spcAft>
                <a:spcPts val="1200"/>
              </a:spcAft>
              <a:buSzPct val="100000"/>
              <a:defRPr sz="1200"/>
            </a:lvl7pPr>
            <a:lvl8pPr lvl="7">
              <a:spcBef>
                <a:spcPts val="0"/>
              </a:spcBef>
              <a:spcAft>
                <a:spcPts val="1200"/>
              </a:spcAft>
              <a:buSzPct val="100000"/>
              <a:defRPr sz="1200"/>
            </a:lvl8pPr>
            <a:lvl9pPr lvl="8">
              <a:spcBef>
                <a:spcPts val="0"/>
              </a:spcBef>
              <a:spcAft>
                <a:spcPts val="1200"/>
              </a:spcAft>
              <a:buSzPct val="100000"/>
              <a:defRPr sz="1200"/>
            </a:lvl9pPr>
          </a:lstStyle>
          <a:p>
            <a:endParaRPr/>
          </a:p>
        </p:txBody>
      </p:sp>
      <p:sp>
        <p:nvSpPr>
          <p:cNvPr id="34" name="Shape 34"/>
          <p:cNvSpPr txBox="1">
            <a:spLocks noGrp="1"/>
          </p:cNvSpPr>
          <p:nvPr>
            <p:ph type="body" idx="2"/>
          </p:nvPr>
        </p:nvSpPr>
        <p:spPr>
          <a:xfrm>
            <a:off x="5636802" y="1683455"/>
            <a:ext cx="3071400" cy="4003200"/>
          </a:xfrm>
          <a:prstGeom prst="rect">
            <a:avLst/>
          </a:prstGeom>
        </p:spPr>
        <p:txBody>
          <a:bodyPr lIns="91425" tIns="91425" rIns="91425" bIns="91425" anchor="t" anchorCtr="0"/>
          <a:lstStyle>
            <a:lvl1pPr lvl="0">
              <a:spcBef>
                <a:spcPts val="0"/>
              </a:spcBef>
              <a:spcAft>
                <a:spcPts val="1200"/>
              </a:spcAft>
              <a:buSzPct val="100000"/>
              <a:defRPr sz="1400"/>
            </a:lvl1pPr>
            <a:lvl2pPr lvl="1">
              <a:spcBef>
                <a:spcPts val="0"/>
              </a:spcBef>
              <a:spcAft>
                <a:spcPts val="1200"/>
              </a:spcAft>
              <a:buSzPct val="100000"/>
              <a:defRPr sz="1200"/>
            </a:lvl2pPr>
            <a:lvl3pPr lvl="2">
              <a:spcBef>
                <a:spcPts val="0"/>
              </a:spcBef>
              <a:spcAft>
                <a:spcPts val="1200"/>
              </a:spcAft>
              <a:buSzPct val="100000"/>
              <a:defRPr sz="1200"/>
            </a:lvl3pPr>
            <a:lvl4pPr lvl="3">
              <a:spcBef>
                <a:spcPts val="0"/>
              </a:spcBef>
              <a:spcAft>
                <a:spcPts val="1200"/>
              </a:spcAft>
              <a:buSzPct val="100000"/>
              <a:defRPr sz="1200"/>
            </a:lvl4pPr>
            <a:lvl5pPr lvl="4">
              <a:spcBef>
                <a:spcPts val="0"/>
              </a:spcBef>
              <a:spcAft>
                <a:spcPts val="1200"/>
              </a:spcAft>
              <a:buSzPct val="100000"/>
              <a:defRPr sz="1200"/>
            </a:lvl5pPr>
            <a:lvl6pPr lvl="5">
              <a:spcBef>
                <a:spcPts val="0"/>
              </a:spcBef>
              <a:spcAft>
                <a:spcPts val="1200"/>
              </a:spcAft>
              <a:buSzPct val="100000"/>
              <a:defRPr sz="1200"/>
            </a:lvl6pPr>
            <a:lvl7pPr lvl="6">
              <a:spcBef>
                <a:spcPts val="0"/>
              </a:spcBef>
              <a:spcAft>
                <a:spcPts val="1200"/>
              </a:spcAft>
              <a:buSzPct val="100000"/>
              <a:defRPr sz="1200"/>
            </a:lvl7pPr>
            <a:lvl8pPr lvl="7">
              <a:spcBef>
                <a:spcPts val="0"/>
              </a:spcBef>
              <a:spcAft>
                <a:spcPts val="1200"/>
              </a:spcAft>
              <a:buSzPct val="100000"/>
              <a:defRPr sz="1200"/>
            </a:lvl8pPr>
            <a:lvl9pPr lvl="8">
              <a:spcBef>
                <a:spcPts val="0"/>
              </a:spcBef>
              <a:spcAft>
                <a:spcPts val="1200"/>
              </a:spcAft>
              <a:buSzPct val="100000"/>
              <a:defRPr sz="1200"/>
            </a:lvl9pPr>
          </a:lstStyle>
          <a:p>
            <a:endParaRPr/>
          </a:p>
        </p:txBody>
      </p:sp>
      <p:sp>
        <p:nvSpPr>
          <p:cNvPr id="35" name="Shape 35"/>
          <p:cNvSpPr txBox="1">
            <a:spLocks noGrp="1"/>
          </p:cNvSpPr>
          <p:nvPr>
            <p:ph type="sldNum" idx="12"/>
          </p:nvPr>
        </p:nvSpPr>
        <p:spPr>
          <a:xfrm>
            <a:off x="8497999" y="6251678"/>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19200802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 4"/>
          <p:cNvSpPr/>
          <p:nvPr/>
        </p:nvSpPr>
        <p:spPr>
          <a:xfrm>
            <a:off x="457199" y="989014"/>
            <a:ext cx="7882581" cy="1586"/>
          </a:xfrm>
          <a:prstGeom prst="line">
            <a:avLst/>
          </a:prstGeom>
          <a:ln>
            <a:solidFill>
              <a:srgbClr val="6A9DAE"/>
            </a:solidFill>
            <a:round/>
          </a:ln>
        </p:spPr>
        <p:txBody>
          <a:bodyPr lIns="0" tIns="0" rIns="0" bIns="0"/>
          <a:lstStyle/>
          <a:p>
            <a:pPr lvl="0" defTabSz="457200">
              <a:defRPr sz="1200">
                <a:latin typeface="+mj-lt"/>
                <a:ea typeface="+mj-ea"/>
                <a:cs typeface="+mj-cs"/>
                <a:sym typeface="Helvetica"/>
              </a:defRPr>
            </a:pPr>
            <a:endParaRPr/>
          </a:p>
        </p:txBody>
      </p:sp>
      <p:sp>
        <p:nvSpPr>
          <p:cNvPr id="6" name="Shape 6"/>
          <p:cNvSpPr>
            <a:spLocks noGrp="1"/>
          </p:cNvSpPr>
          <p:nvPr>
            <p:ph type="body" idx="1"/>
          </p:nvPr>
        </p:nvSpPr>
        <p:spPr>
          <a:xfrm>
            <a:off x="457200" y="1246703"/>
            <a:ext cx="7882580" cy="5611297"/>
          </a:xfrm>
          <a:prstGeom prst="rect">
            <a:avLst/>
          </a:prstGeom>
          <a:ln w="12700">
            <a:miter lim="400000"/>
          </a:ln>
          <a:extLst>
            <a:ext uri="{C572A759-6A51-4108-AA02-DFA0A04FC94B}">
              <ma14:wrappingTextBoxFlag xmlns="" xmlns:ma14="http://schemas.microsoft.com/office/mac/drawingml/2011/main" val="1"/>
            </a:ext>
          </a:extLst>
        </p:spPr>
        <p:txBody>
          <a:bodyPr lIns="45719" rIns="45719"/>
          <a:lstStyle/>
          <a:p>
            <a:pPr marL="419100" lvl="0" indent="-382587">
              <a:spcBef>
                <a:spcPts val="700"/>
              </a:spcBef>
              <a:buClr>
                <a:srgbClr val="6EA0B0"/>
              </a:buClr>
              <a:buSzPct val="80000"/>
              <a:buFont typeface="Wingdings" panose="05000000000000000000" pitchFamily="2" charset="2"/>
              <a:buChar char="§"/>
              <a:defRPr sz="1800"/>
            </a:pPr>
            <a:r>
              <a:rPr sz="3000" dirty="0"/>
              <a:t>Body Level One</a:t>
            </a:r>
          </a:p>
          <a:p>
            <a:pPr lvl="1">
              <a:defRPr sz="1800"/>
            </a:pPr>
            <a:r>
              <a:rPr sz="3000" dirty="0"/>
              <a:t>Body Level Two</a:t>
            </a:r>
          </a:p>
          <a:p>
            <a:pPr lvl="2">
              <a:defRPr sz="1800"/>
            </a:pPr>
            <a:r>
              <a:rPr sz="3000" dirty="0"/>
              <a:t>Body Level Three</a:t>
            </a:r>
          </a:p>
          <a:p>
            <a:pPr lvl="3">
              <a:defRPr sz="1800"/>
            </a:pPr>
            <a:r>
              <a:rPr sz="3000" dirty="0"/>
              <a:t>Body Level Four</a:t>
            </a:r>
          </a:p>
          <a:p>
            <a:pPr lvl="4">
              <a:defRPr sz="1800"/>
            </a:pPr>
            <a:r>
              <a:rPr sz="3000" dirty="0"/>
              <a:t>Body Level Five</a:t>
            </a:r>
          </a:p>
        </p:txBody>
      </p:sp>
      <p:sp>
        <p:nvSpPr>
          <p:cNvPr id="7" name="Shape 7"/>
          <p:cNvSpPr>
            <a:spLocks noGrp="1"/>
          </p:cNvSpPr>
          <p:nvPr>
            <p:ph type="sldNum" sz="quarter" idx="2"/>
          </p:nvPr>
        </p:nvSpPr>
        <p:spPr>
          <a:xfrm>
            <a:off x="8153400" y="6601897"/>
            <a:ext cx="762000" cy="184666"/>
          </a:xfrm>
          <a:prstGeom prst="rect">
            <a:avLst/>
          </a:prstGeom>
          <a:ln w="12700">
            <a:miter lim="400000"/>
          </a:ln>
        </p:spPr>
        <p:txBody>
          <a:bodyPr lIns="0" tIns="0" rIns="0" bIns="0" anchor="b">
            <a:spAutoFit/>
          </a:bodyPr>
          <a:lstStyle>
            <a:lvl1pPr algn="r">
              <a:defRPr sz="1200"/>
            </a:lvl1pPr>
          </a:lstStyle>
          <a:p>
            <a:fld id="{86CB4B4D-7CA3-9044-876B-883B54F8677D}" type="slidenum">
              <a:rPr lang="en-US" smtClean="0"/>
              <a:pPr/>
              <a:t>‹#›</a:t>
            </a:fld>
            <a:endParaRPr lang="en-US" dirty="0"/>
          </a:p>
        </p:txBody>
      </p:sp>
      <p:sp>
        <p:nvSpPr>
          <p:cNvPr id="10" name="Title Placeholder 9"/>
          <p:cNvSpPr>
            <a:spLocks noGrp="1"/>
          </p:cNvSpPr>
          <p:nvPr>
            <p:ph type="title"/>
          </p:nvPr>
        </p:nvSpPr>
        <p:spPr>
          <a:xfrm>
            <a:off x="453080" y="152400"/>
            <a:ext cx="7886700" cy="563563"/>
          </a:xfrm>
          <a:prstGeom prst="rect">
            <a:avLst/>
          </a:prstGeom>
        </p:spPr>
        <p:txBody>
          <a:bodyPr vert="horz" lIns="91440" tIns="45720" rIns="91440" bIns="45720" rtlCol="0" anchor="ctr">
            <a:normAutofit/>
          </a:bodyPr>
          <a:lstStyle/>
          <a:p>
            <a:r>
              <a:rPr lang="en-US" dirty="0"/>
              <a:t>Click to edit Master title style</a:t>
            </a: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7" r:id="rId4"/>
    <p:sldLayoutId id="2147483658" r:id="rId5"/>
    <p:sldLayoutId id="2147483659" r:id="rId6"/>
  </p:sldLayoutIdLst>
  <p:transition spd="med"/>
  <p:hf hdr="0" ftr="0" dt="0"/>
  <p:txStyles>
    <p:titleStyle>
      <a:lvl1pPr>
        <a:defRPr sz="3200">
          <a:latin typeface="+mn-lt"/>
          <a:ea typeface="Franklin Gothic Book"/>
          <a:cs typeface="Franklin Gothic Book"/>
          <a:sym typeface="Franklin Gothic Book"/>
        </a:defRPr>
      </a:lvl1pPr>
      <a:lvl2pPr>
        <a:defRPr sz="4600">
          <a:latin typeface="Franklin Gothic Book"/>
          <a:ea typeface="Franklin Gothic Book"/>
          <a:cs typeface="Franklin Gothic Book"/>
          <a:sym typeface="Franklin Gothic Book"/>
        </a:defRPr>
      </a:lvl2pPr>
      <a:lvl3pPr>
        <a:defRPr sz="4600">
          <a:latin typeface="Franklin Gothic Book"/>
          <a:ea typeface="Franklin Gothic Book"/>
          <a:cs typeface="Franklin Gothic Book"/>
          <a:sym typeface="Franklin Gothic Book"/>
        </a:defRPr>
      </a:lvl3pPr>
      <a:lvl4pPr>
        <a:defRPr sz="4600">
          <a:latin typeface="Franklin Gothic Book"/>
          <a:ea typeface="Franklin Gothic Book"/>
          <a:cs typeface="Franklin Gothic Book"/>
          <a:sym typeface="Franklin Gothic Book"/>
        </a:defRPr>
      </a:lvl4pPr>
      <a:lvl5pPr>
        <a:defRPr sz="4600">
          <a:latin typeface="Franklin Gothic Book"/>
          <a:ea typeface="Franklin Gothic Book"/>
          <a:cs typeface="Franklin Gothic Book"/>
          <a:sym typeface="Franklin Gothic Book"/>
        </a:defRPr>
      </a:lvl5pPr>
      <a:lvl6pPr indent="457200">
        <a:defRPr sz="4600">
          <a:latin typeface="Franklin Gothic Book"/>
          <a:ea typeface="Franklin Gothic Book"/>
          <a:cs typeface="Franklin Gothic Book"/>
          <a:sym typeface="Franklin Gothic Book"/>
        </a:defRPr>
      </a:lvl6pPr>
      <a:lvl7pPr indent="914400">
        <a:defRPr sz="4600">
          <a:latin typeface="Franklin Gothic Book"/>
          <a:ea typeface="Franklin Gothic Book"/>
          <a:cs typeface="Franklin Gothic Book"/>
          <a:sym typeface="Franklin Gothic Book"/>
        </a:defRPr>
      </a:lvl7pPr>
      <a:lvl8pPr indent="1371600">
        <a:defRPr sz="4600">
          <a:latin typeface="Franklin Gothic Book"/>
          <a:ea typeface="Franklin Gothic Book"/>
          <a:cs typeface="Franklin Gothic Book"/>
          <a:sym typeface="Franklin Gothic Book"/>
        </a:defRPr>
      </a:lvl8pPr>
      <a:lvl9pPr indent="1828800">
        <a:defRPr sz="4600">
          <a:latin typeface="Franklin Gothic Book"/>
          <a:ea typeface="Franklin Gothic Book"/>
          <a:cs typeface="Franklin Gothic Book"/>
          <a:sym typeface="Franklin Gothic Book"/>
        </a:defRPr>
      </a:lvl9pPr>
    </p:titleStyle>
    <p:bodyStyle>
      <a:lvl1pPr marL="550863" indent="-514350">
        <a:spcBef>
          <a:spcPts val="700"/>
        </a:spcBef>
        <a:buClr>
          <a:srgbClr val="6EA0B0"/>
        </a:buClr>
        <a:buSzPct val="80000"/>
        <a:buFont typeface="Arial" panose="020B0604020202020204" pitchFamily="34" charset="0"/>
        <a:buChar char="•"/>
        <a:defRPr sz="3000" dirty="0">
          <a:latin typeface="+mn-lt"/>
          <a:ea typeface="Arial"/>
          <a:cs typeface="Arial"/>
          <a:sym typeface="Arial"/>
        </a:defRPr>
      </a:lvl1pPr>
      <a:lvl2pPr marL="764320" indent="-315057">
        <a:spcBef>
          <a:spcPts val="700"/>
        </a:spcBef>
        <a:buClr>
          <a:srgbClr val="6EA0B0"/>
        </a:buClr>
        <a:buSzPct val="90000"/>
        <a:buFont typeface="Arial" panose="020B0604020202020204" pitchFamily="34" charset="0"/>
        <a:buChar char="•"/>
        <a:defRPr sz="3000">
          <a:latin typeface="+mn-lt"/>
          <a:ea typeface="Arial"/>
          <a:cs typeface="Arial"/>
          <a:sym typeface="Arial"/>
        </a:defRPr>
      </a:lvl2pPr>
      <a:lvl3pPr marL="1068784" indent="-319484">
        <a:spcBef>
          <a:spcPts val="700"/>
        </a:spcBef>
        <a:buClr>
          <a:srgbClr val="6EA0B0"/>
        </a:buClr>
        <a:buSzPct val="85000"/>
        <a:buFont typeface="Arial" panose="020B0604020202020204" pitchFamily="34" charset="0"/>
        <a:buChar char="•"/>
        <a:defRPr sz="3000">
          <a:latin typeface="+mn-lt"/>
          <a:ea typeface="Arial"/>
          <a:cs typeface="Arial"/>
          <a:sym typeface="Arial"/>
        </a:defRPr>
      </a:lvl3pPr>
      <a:lvl4pPr marL="1397793" indent="-354806">
        <a:spcBef>
          <a:spcPts val="700"/>
        </a:spcBef>
        <a:buClr>
          <a:srgbClr val="6EA0B0"/>
        </a:buClr>
        <a:buSzPct val="90000"/>
        <a:buFont typeface="Arial" panose="020B0604020202020204" pitchFamily="34" charset="0"/>
        <a:buChar char="•"/>
        <a:defRPr sz="3000">
          <a:latin typeface="+mn-lt"/>
          <a:ea typeface="Arial"/>
          <a:cs typeface="Arial"/>
          <a:sym typeface="Arial"/>
        </a:defRPr>
      </a:lvl4pPr>
      <a:lvl5pPr marL="1610783" indent="-304270">
        <a:spcBef>
          <a:spcPts val="700"/>
        </a:spcBef>
        <a:buClr>
          <a:srgbClr val="6EA0B0"/>
        </a:buClr>
        <a:buSzPct val="100000"/>
        <a:buFont typeface="Arial" panose="020B0604020202020204" pitchFamily="34" charset="0"/>
        <a:buChar char="•"/>
        <a:defRPr sz="3000">
          <a:latin typeface="+mn-lt"/>
          <a:ea typeface="Arial"/>
          <a:cs typeface="Arial"/>
          <a:sym typeface="Arial"/>
        </a:defRPr>
      </a:lvl5pPr>
      <a:lvl6pPr marL="2067983" indent="-304270">
        <a:spcBef>
          <a:spcPts val="700"/>
        </a:spcBef>
        <a:buClr>
          <a:srgbClr val="6EA0B0"/>
        </a:buClr>
        <a:buSzPct val="100000"/>
        <a:buFont typeface="Wingdings 2"/>
        <a:buChar char="•"/>
        <a:defRPr sz="3000">
          <a:latin typeface="Arial"/>
          <a:ea typeface="Arial"/>
          <a:cs typeface="Arial"/>
          <a:sym typeface="Arial"/>
        </a:defRPr>
      </a:lvl6pPr>
      <a:lvl7pPr marL="2525183" indent="-304270">
        <a:spcBef>
          <a:spcPts val="700"/>
        </a:spcBef>
        <a:buClr>
          <a:srgbClr val="6EA0B0"/>
        </a:buClr>
        <a:buSzPct val="100000"/>
        <a:buFont typeface="Wingdings 2"/>
        <a:buChar char="•"/>
        <a:defRPr sz="3000">
          <a:latin typeface="Arial"/>
          <a:ea typeface="Arial"/>
          <a:cs typeface="Arial"/>
          <a:sym typeface="Arial"/>
        </a:defRPr>
      </a:lvl7pPr>
      <a:lvl8pPr marL="2982383" indent="-304270">
        <a:spcBef>
          <a:spcPts val="700"/>
        </a:spcBef>
        <a:buClr>
          <a:srgbClr val="6EA0B0"/>
        </a:buClr>
        <a:buSzPct val="100000"/>
        <a:buFont typeface="Wingdings 2"/>
        <a:buChar char="•"/>
        <a:defRPr sz="3000">
          <a:latin typeface="Arial"/>
          <a:ea typeface="Arial"/>
          <a:cs typeface="Arial"/>
          <a:sym typeface="Arial"/>
        </a:defRPr>
      </a:lvl8pPr>
      <a:lvl9pPr marL="3439583" indent="-304270">
        <a:spcBef>
          <a:spcPts val="700"/>
        </a:spcBef>
        <a:buClr>
          <a:srgbClr val="6EA0B0"/>
        </a:buClr>
        <a:buSzPct val="100000"/>
        <a:buFont typeface="Wingdings 2"/>
        <a:buChar char="•"/>
        <a:defRPr sz="3000">
          <a:latin typeface="Arial"/>
          <a:ea typeface="Arial"/>
          <a:cs typeface="Arial"/>
          <a:sym typeface="Arial"/>
        </a:defRPr>
      </a:lvl9pPr>
    </p:bodyStyle>
    <p:otherStyle>
      <a:lvl1pPr>
        <a:defRPr>
          <a:solidFill>
            <a:schemeClr val="tx1"/>
          </a:solidFill>
          <a:latin typeface="+mn-lt"/>
          <a:ea typeface="+mn-ea"/>
          <a:cs typeface="+mn-cs"/>
          <a:sym typeface="Arial"/>
        </a:defRPr>
      </a:lvl1pPr>
      <a:lvl2pPr indent="457200">
        <a:defRPr>
          <a:solidFill>
            <a:schemeClr val="tx1"/>
          </a:solidFill>
          <a:latin typeface="+mn-lt"/>
          <a:ea typeface="+mn-ea"/>
          <a:cs typeface="+mn-cs"/>
          <a:sym typeface="Arial"/>
        </a:defRPr>
      </a:lvl2pPr>
      <a:lvl3pPr indent="914400">
        <a:defRPr>
          <a:solidFill>
            <a:schemeClr val="tx1"/>
          </a:solidFill>
          <a:latin typeface="+mn-lt"/>
          <a:ea typeface="+mn-ea"/>
          <a:cs typeface="+mn-cs"/>
          <a:sym typeface="Arial"/>
        </a:defRPr>
      </a:lvl3pPr>
      <a:lvl4pPr indent="1371600">
        <a:defRPr>
          <a:solidFill>
            <a:schemeClr val="tx1"/>
          </a:solidFill>
          <a:latin typeface="+mn-lt"/>
          <a:ea typeface="+mn-ea"/>
          <a:cs typeface="+mn-cs"/>
          <a:sym typeface="Arial"/>
        </a:defRPr>
      </a:lvl4pPr>
      <a:lvl5pPr indent="1828800">
        <a:defRPr>
          <a:solidFill>
            <a:schemeClr val="tx1"/>
          </a:solidFill>
          <a:latin typeface="+mn-lt"/>
          <a:ea typeface="+mn-ea"/>
          <a:cs typeface="+mn-cs"/>
          <a:sym typeface="Arial"/>
        </a:defRPr>
      </a:lvl5pPr>
      <a:lvl6pPr>
        <a:defRPr>
          <a:solidFill>
            <a:schemeClr val="tx1"/>
          </a:solidFill>
          <a:latin typeface="+mn-lt"/>
          <a:ea typeface="+mn-ea"/>
          <a:cs typeface="+mn-cs"/>
          <a:sym typeface="Arial"/>
        </a:defRPr>
      </a:lvl6pPr>
      <a:lvl7pPr>
        <a:defRPr>
          <a:solidFill>
            <a:schemeClr val="tx1"/>
          </a:solidFill>
          <a:latin typeface="+mn-lt"/>
          <a:ea typeface="+mn-ea"/>
          <a:cs typeface="+mn-cs"/>
          <a:sym typeface="Arial"/>
        </a:defRPr>
      </a:lvl7pPr>
      <a:lvl8pPr>
        <a:defRPr>
          <a:solidFill>
            <a:schemeClr val="tx1"/>
          </a:solidFill>
          <a:latin typeface="+mn-lt"/>
          <a:ea typeface="+mn-ea"/>
          <a:cs typeface="+mn-cs"/>
          <a:sym typeface="Arial"/>
        </a:defRPr>
      </a:lvl8pPr>
      <a:lvl9pPr>
        <a:defRPr>
          <a:solidFill>
            <a:schemeClr val="tx1"/>
          </a:solid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eg"/><Relationship Id="rId7"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0.svg"/><Relationship Id="rId4" Type="http://schemas.openxmlformats.org/officeDocument/2006/relationships/image" Target="../media/image2.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1.sv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 name="Shape 62"/>
          <p:cNvSpPr/>
          <p:nvPr/>
        </p:nvSpPr>
        <p:spPr>
          <a:xfrm>
            <a:off x="556910" y="3352800"/>
            <a:ext cx="7520290" cy="0"/>
          </a:xfrm>
          <a:prstGeom prst="line">
            <a:avLst/>
          </a:prstGeom>
          <a:ln>
            <a:solidFill>
              <a:srgbClr val="6A9DAE"/>
            </a:solidFill>
            <a:round/>
          </a:ln>
        </p:spPr>
        <p:txBody>
          <a:bodyPr lIns="0" tIns="0" rIns="0" bIns="0"/>
          <a:lstStyle/>
          <a:p>
            <a:pPr lvl="0" defTabSz="457200">
              <a:defRPr sz="1200">
                <a:latin typeface="+mj-lt"/>
                <a:ea typeface="+mj-ea"/>
                <a:cs typeface="+mj-cs"/>
                <a:sym typeface="Helvetica"/>
              </a:defRPr>
            </a:pPr>
            <a:endParaRPr/>
          </a:p>
        </p:txBody>
      </p:sp>
      <p:sp>
        <p:nvSpPr>
          <p:cNvPr id="64" name="Shape 64"/>
          <p:cNvSpPr/>
          <p:nvPr/>
        </p:nvSpPr>
        <p:spPr>
          <a:xfrm>
            <a:off x="1597023" y="6266021"/>
            <a:ext cx="6480177" cy="215444"/>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b">
            <a:spAutoFit/>
          </a:bodyPr>
          <a:lstStyle>
            <a:lvl1pPr algn="r">
              <a:spcBef>
                <a:spcPts val="200"/>
              </a:spcBef>
              <a:defRPr sz="1200"/>
            </a:lvl1pPr>
          </a:lstStyle>
          <a:p>
            <a:pPr lvl="0">
              <a:defRPr sz="1800"/>
            </a:pPr>
            <a:r>
              <a:rPr lang="en-US" sz="1400" dirty="0">
                <a:latin typeface="+mj-lt"/>
              </a:rPr>
              <a:t>Erin Davis, MS, </a:t>
            </a:r>
            <a:r>
              <a:rPr lang="en-US" sz="1400" dirty="0" err="1">
                <a:latin typeface="+mj-lt"/>
              </a:rPr>
              <a:t>CHFP</a:t>
            </a:r>
            <a:endParaRPr sz="1400" dirty="0">
              <a:latin typeface="+mj-lt"/>
            </a:endParaRPr>
          </a:p>
        </p:txBody>
      </p:sp>
      <p:sp>
        <p:nvSpPr>
          <p:cNvPr id="4" name="TextBox 3">
            <a:extLst>
              <a:ext uri="{FF2B5EF4-FFF2-40B4-BE49-F238E27FC236}">
                <a16:creationId xmlns:a16="http://schemas.microsoft.com/office/drawing/2014/main" id="{FD5F1C20-1729-502B-6468-FFD00C5A83A8}"/>
              </a:ext>
            </a:extLst>
          </p:cNvPr>
          <p:cNvSpPr txBox="1"/>
          <p:nvPr/>
        </p:nvSpPr>
        <p:spPr>
          <a:xfrm>
            <a:off x="532256" y="3407628"/>
            <a:ext cx="7621143"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r"/>
            <a:r>
              <a:rPr lang="en-US" sz="2400" dirty="0"/>
              <a:t>Known Problems Analysis (KPA)</a:t>
            </a:r>
            <a:endParaRPr lang="en-US" sz="2400" i="1" dirty="0"/>
          </a:p>
        </p:txBody>
      </p:sp>
      <p:pic>
        <p:nvPicPr>
          <p:cNvPr id="2" name="Tufts_univ_seal_blue.jpg">
            <a:extLst>
              <a:ext uri="{FF2B5EF4-FFF2-40B4-BE49-F238E27FC236}">
                <a16:creationId xmlns:a16="http://schemas.microsoft.com/office/drawing/2014/main" id="{C013F735-3FCA-1210-BE7A-ECC80AB53D69}"/>
              </a:ext>
            </a:extLst>
          </p:cNvPr>
          <p:cNvPicPr/>
          <p:nvPr/>
        </p:nvPicPr>
        <p:blipFill>
          <a:blip r:embed="rId3">
            <a:extLst>
              <a:ext uri="{28A0092B-C50C-407E-A947-70E740481C1C}">
                <a14:useLocalDpi xmlns:a14="http://schemas.microsoft.com/office/drawing/2010/main" val="0"/>
              </a:ext>
            </a:extLst>
          </a:blip>
          <a:srcRect/>
          <a:stretch/>
        </p:blipFill>
        <p:spPr>
          <a:xfrm>
            <a:off x="29936" y="2133600"/>
            <a:ext cx="2774496" cy="1635583"/>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3E27D2A7-8186-3AA0-1FF8-DE7152248CF6}"/>
              </a:ext>
            </a:extLst>
          </p:cNvPr>
          <p:cNvSpPr txBox="1">
            <a:spLocks/>
          </p:cNvSpPr>
          <p:nvPr/>
        </p:nvSpPr>
        <p:spPr>
          <a:xfrm>
            <a:off x="453080" y="381000"/>
            <a:ext cx="8309920" cy="533400"/>
          </a:xfrm>
          <a:prstGeom prst="rect">
            <a:avLst/>
          </a:prstGeom>
        </p:spPr>
        <p:txBody>
          <a:bodyPr>
            <a:normAutofit fontScale="97500" lnSpcReduction="10000"/>
          </a:bodyPr>
          <a:lstStyle>
            <a:lvl1pPr>
              <a:defRPr sz="3200">
                <a:latin typeface="+mn-lt"/>
                <a:ea typeface="Franklin Gothic Book"/>
                <a:cs typeface="Franklin Gothic Book"/>
                <a:sym typeface="Franklin Gothic Book"/>
              </a:defRPr>
            </a:lvl1pPr>
            <a:lvl2pPr>
              <a:defRPr sz="4600">
                <a:latin typeface="Franklin Gothic Book"/>
                <a:ea typeface="Franklin Gothic Book"/>
                <a:cs typeface="Franklin Gothic Book"/>
                <a:sym typeface="Franklin Gothic Book"/>
              </a:defRPr>
            </a:lvl2pPr>
            <a:lvl3pPr>
              <a:defRPr sz="4600">
                <a:latin typeface="Franklin Gothic Book"/>
                <a:ea typeface="Franklin Gothic Book"/>
                <a:cs typeface="Franklin Gothic Book"/>
                <a:sym typeface="Franklin Gothic Book"/>
              </a:defRPr>
            </a:lvl3pPr>
            <a:lvl4pPr>
              <a:defRPr sz="4600">
                <a:latin typeface="Franklin Gothic Book"/>
                <a:ea typeface="Franklin Gothic Book"/>
                <a:cs typeface="Franklin Gothic Book"/>
                <a:sym typeface="Franklin Gothic Book"/>
              </a:defRPr>
            </a:lvl4pPr>
            <a:lvl5pPr>
              <a:defRPr sz="4600">
                <a:latin typeface="Franklin Gothic Book"/>
                <a:ea typeface="Franklin Gothic Book"/>
                <a:cs typeface="Franklin Gothic Book"/>
                <a:sym typeface="Franklin Gothic Book"/>
              </a:defRPr>
            </a:lvl5pPr>
            <a:lvl6pPr indent="457200">
              <a:defRPr sz="4600">
                <a:latin typeface="Franklin Gothic Book"/>
                <a:ea typeface="Franklin Gothic Book"/>
                <a:cs typeface="Franklin Gothic Book"/>
                <a:sym typeface="Franklin Gothic Book"/>
              </a:defRPr>
            </a:lvl6pPr>
            <a:lvl7pPr indent="914400">
              <a:defRPr sz="4600">
                <a:latin typeface="Franklin Gothic Book"/>
                <a:ea typeface="Franklin Gothic Book"/>
                <a:cs typeface="Franklin Gothic Book"/>
                <a:sym typeface="Franklin Gothic Book"/>
              </a:defRPr>
            </a:lvl7pPr>
            <a:lvl8pPr indent="1371600">
              <a:defRPr sz="4600">
                <a:latin typeface="Franklin Gothic Book"/>
                <a:ea typeface="Franklin Gothic Book"/>
                <a:cs typeface="Franklin Gothic Book"/>
                <a:sym typeface="Franklin Gothic Book"/>
              </a:defRPr>
            </a:lvl8pPr>
            <a:lvl9pPr indent="1828800">
              <a:defRPr sz="4600">
                <a:latin typeface="Franklin Gothic Book"/>
                <a:ea typeface="Franklin Gothic Book"/>
                <a:cs typeface="Franklin Gothic Book"/>
                <a:sym typeface="Franklin Gothic Book"/>
              </a:defRPr>
            </a:lvl9pPr>
          </a:lstStyle>
          <a:p>
            <a:r>
              <a:rPr lang="en-US" dirty="0"/>
              <a:t>Example: Developing a new blood glucose meter</a:t>
            </a:r>
          </a:p>
        </p:txBody>
      </p:sp>
      <p:pic>
        <p:nvPicPr>
          <p:cNvPr id="9" name="Picture 4" descr="OneTouch® Ultra® 2 | Blood Glucose Meter | OneTouch®">
            <a:extLst>
              <a:ext uri="{FF2B5EF4-FFF2-40B4-BE49-F238E27FC236}">
                <a16:creationId xmlns:a16="http://schemas.microsoft.com/office/drawing/2014/main" id="{21913DEB-77D3-FF1B-FDB6-BE8D0BF90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1312" y="1447800"/>
            <a:ext cx="3381375" cy="4374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70573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2" name="Picture 14" descr="Glucose Meter, Microdot® Xtra - EMS Superstore">
            <a:extLst>
              <a:ext uri="{FF2B5EF4-FFF2-40B4-BE49-F238E27FC236}">
                <a16:creationId xmlns:a16="http://schemas.microsoft.com/office/drawing/2014/main" id="{7706BD94-AF57-0B43-7B18-0C61DC6DE9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7876" y="3840766"/>
            <a:ext cx="2603724" cy="195028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3">
            <a:extLst>
              <a:ext uri="{FF2B5EF4-FFF2-40B4-BE49-F238E27FC236}">
                <a16:creationId xmlns:a16="http://schemas.microsoft.com/office/drawing/2014/main" id="{3666A5AC-D5E9-2AD0-C85B-93E6B49FD291}"/>
              </a:ext>
            </a:extLst>
          </p:cNvPr>
          <p:cNvSpPr txBox="1">
            <a:spLocks/>
          </p:cNvSpPr>
          <p:nvPr/>
        </p:nvSpPr>
        <p:spPr>
          <a:xfrm>
            <a:off x="453080" y="381000"/>
            <a:ext cx="7886700" cy="533400"/>
          </a:xfrm>
          <a:prstGeom prst="rect">
            <a:avLst/>
          </a:prstGeom>
        </p:spPr>
        <p:txBody>
          <a:bodyPr>
            <a:normAutofit fontScale="97500" lnSpcReduction="10000"/>
          </a:bodyPr>
          <a:lstStyle>
            <a:lvl1pPr>
              <a:defRPr sz="3200">
                <a:latin typeface="+mn-lt"/>
                <a:ea typeface="Franklin Gothic Book"/>
                <a:cs typeface="Franklin Gothic Book"/>
                <a:sym typeface="Franklin Gothic Book"/>
              </a:defRPr>
            </a:lvl1pPr>
            <a:lvl2pPr>
              <a:defRPr sz="4600">
                <a:latin typeface="Franklin Gothic Book"/>
                <a:ea typeface="Franklin Gothic Book"/>
                <a:cs typeface="Franklin Gothic Book"/>
                <a:sym typeface="Franklin Gothic Book"/>
              </a:defRPr>
            </a:lvl2pPr>
            <a:lvl3pPr>
              <a:defRPr sz="4600">
                <a:latin typeface="Franklin Gothic Book"/>
                <a:ea typeface="Franklin Gothic Book"/>
                <a:cs typeface="Franklin Gothic Book"/>
                <a:sym typeface="Franklin Gothic Book"/>
              </a:defRPr>
            </a:lvl3pPr>
            <a:lvl4pPr>
              <a:defRPr sz="4600">
                <a:latin typeface="Franklin Gothic Book"/>
                <a:ea typeface="Franklin Gothic Book"/>
                <a:cs typeface="Franklin Gothic Book"/>
                <a:sym typeface="Franklin Gothic Book"/>
              </a:defRPr>
            </a:lvl4pPr>
            <a:lvl5pPr>
              <a:defRPr sz="4600">
                <a:latin typeface="Franklin Gothic Book"/>
                <a:ea typeface="Franklin Gothic Book"/>
                <a:cs typeface="Franklin Gothic Book"/>
                <a:sym typeface="Franklin Gothic Book"/>
              </a:defRPr>
            </a:lvl5pPr>
            <a:lvl6pPr indent="457200">
              <a:defRPr sz="4600">
                <a:latin typeface="Franklin Gothic Book"/>
                <a:ea typeface="Franklin Gothic Book"/>
                <a:cs typeface="Franklin Gothic Book"/>
                <a:sym typeface="Franklin Gothic Book"/>
              </a:defRPr>
            </a:lvl6pPr>
            <a:lvl7pPr indent="914400">
              <a:defRPr sz="4600">
                <a:latin typeface="Franklin Gothic Book"/>
                <a:ea typeface="Franklin Gothic Book"/>
                <a:cs typeface="Franklin Gothic Book"/>
                <a:sym typeface="Franklin Gothic Book"/>
              </a:defRPr>
            </a:lvl7pPr>
            <a:lvl8pPr indent="1371600">
              <a:defRPr sz="4600">
                <a:latin typeface="Franklin Gothic Book"/>
                <a:ea typeface="Franklin Gothic Book"/>
                <a:cs typeface="Franklin Gothic Book"/>
                <a:sym typeface="Franklin Gothic Book"/>
              </a:defRPr>
            </a:lvl8pPr>
            <a:lvl9pPr indent="1828800">
              <a:defRPr sz="4600">
                <a:latin typeface="Franklin Gothic Book"/>
                <a:ea typeface="Franklin Gothic Book"/>
                <a:cs typeface="Franklin Gothic Book"/>
                <a:sym typeface="Franklin Gothic Book"/>
              </a:defRPr>
            </a:lvl9pPr>
          </a:lstStyle>
          <a:p>
            <a:r>
              <a:rPr lang="en-US" dirty="0"/>
              <a:t>Learn about use problems with existing devices</a:t>
            </a:r>
          </a:p>
        </p:txBody>
      </p:sp>
      <p:sp>
        <p:nvSpPr>
          <p:cNvPr id="10" name="AutoShape 9">
            <a:extLst>
              <a:ext uri="{FF2B5EF4-FFF2-40B4-BE49-F238E27FC236}">
                <a16:creationId xmlns:a16="http://schemas.microsoft.com/office/drawing/2014/main" id="{FA7B1411-8389-ABF3-6C3D-920CC1565C36}"/>
              </a:ext>
            </a:extLst>
          </p:cNvPr>
          <p:cNvSpPr>
            <a:spLocks noChangeArrowheads="1"/>
          </p:cNvSpPr>
          <p:nvPr/>
        </p:nvSpPr>
        <p:spPr bwMode="auto">
          <a:xfrm>
            <a:off x="4807438" y="3142924"/>
            <a:ext cx="678962" cy="758138"/>
          </a:xfrm>
          <a:prstGeom prst="rightArrow">
            <a:avLst>
              <a:gd name="adj1" fmla="val 40241"/>
              <a:gd name="adj2" fmla="val 55766"/>
            </a:avLst>
          </a:prstGeom>
          <a:solidFill>
            <a:srgbClr val="D8DBD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defRPr sz="2000">
                <a:solidFill>
                  <a:schemeClr val="tx1"/>
                </a:solidFill>
                <a:latin typeface="Arial" pitchFamily="34" charset="0"/>
                <a:ea typeface="MS PGothic" pitchFamily="34" charset="-128"/>
                <a:cs typeface="MS PGothic" pitchFamily="34" charset="-128"/>
              </a:defRPr>
            </a:lvl1pPr>
            <a:lvl2pPr marL="742950" indent="-285750" eaLnBrk="0" hangingPunct="0">
              <a:spcBef>
                <a:spcPts val="1200"/>
              </a:spcBef>
              <a:buFont typeface="Arial" pitchFamily="34" charset="0"/>
              <a:buChar char="•"/>
              <a:defRPr>
                <a:solidFill>
                  <a:schemeClr val="tx1"/>
                </a:solidFill>
                <a:latin typeface="Arial" pitchFamily="34" charset="0"/>
                <a:ea typeface="MS PGothic" pitchFamily="34" charset="-128"/>
                <a:cs typeface="Arial Unicode MS" pitchFamily="34" charset="-128"/>
              </a:defRPr>
            </a:lvl2pPr>
            <a:lvl3pPr marL="1143000" indent="-228600" eaLnBrk="0" hangingPunct="0">
              <a:spcBef>
                <a:spcPts val="600"/>
              </a:spcBef>
              <a:buFont typeface="Arial" pitchFamily="34" charset="0"/>
              <a:buChar char="-"/>
              <a:defRPr sz="1600">
                <a:solidFill>
                  <a:schemeClr val="tx1"/>
                </a:solidFill>
                <a:latin typeface="Arial" pitchFamily="34" charset="0"/>
                <a:ea typeface="Arial Unicode MS" pitchFamily="34" charset="-128"/>
                <a:cs typeface="Arial Unicode MS" pitchFamily="34" charset="-128"/>
              </a:defRPr>
            </a:lvl3pPr>
            <a:lvl4pPr marL="1600200" indent="-228600" eaLnBrk="0" hangingPunct="0">
              <a:spcBef>
                <a:spcPts val="600"/>
              </a:spcBef>
              <a:buFont typeface="Arial" pitchFamily="34" charset="0"/>
              <a:buChar char="•"/>
              <a:defRPr sz="1600">
                <a:solidFill>
                  <a:schemeClr val="tx1"/>
                </a:solidFill>
                <a:latin typeface="Arial" pitchFamily="34" charset="0"/>
                <a:ea typeface="Arial Unicode MS" pitchFamily="34" charset="-128"/>
                <a:cs typeface="Arial Unicode MS" pitchFamily="34" charset="-128"/>
              </a:defRPr>
            </a:lvl4pPr>
            <a:lvl5pPr marL="2057400" indent="-228600" eaLnBrk="0" hangingPunct="0">
              <a:spcBef>
                <a:spcPts val="600"/>
              </a:spcBef>
              <a:buFont typeface="Arial" pitchFamily="34" charset="0"/>
              <a:buChar char="-"/>
              <a:defRPr sz="1600">
                <a:solidFill>
                  <a:schemeClr val="tx1"/>
                </a:solidFill>
                <a:latin typeface="Arial" pitchFamily="34" charset="0"/>
                <a:ea typeface="Arial Unicode MS" pitchFamily="34" charset="-128"/>
                <a:cs typeface="Arial Unicode MS" pitchFamily="34" charset="-128"/>
              </a:defRPr>
            </a:lvl5pPr>
            <a:lvl6pPr marL="2514600" indent="-228600" defTabSz="457200" eaLnBrk="0" fontAlgn="base" hangingPunct="0">
              <a:spcBef>
                <a:spcPts val="600"/>
              </a:spcBef>
              <a:spcAft>
                <a:spcPct val="0"/>
              </a:spcAft>
              <a:buFont typeface="Arial" pitchFamily="34" charset="0"/>
              <a:buChar char="-"/>
              <a:defRPr sz="1600">
                <a:solidFill>
                  <a:schemeClr val="tx1"/>
                </a:solidFill>
                <a:latin typeface="Arial" pitchFamily="34" charset="0"/>
                <a:ea typeface="Arial Unicode MS" pitchFamily="34" charset="-128"/>
                <a:cs typeface="Arial Unicode MS" pitchFamily="34" charset="-128"/>
              </a:defRPr>
            </a:lvl6pPr>
            <a:lvl7pPr marL="2971800" indent="-228600" defTabSz="457200" eaLnBrk="0" fontAlgn="base" hangingPunct="0">
              <a:spcBef>
                <a:spcPts val="600"/>
              </a:spcBef>
              <a:spcAft>
                <a:spcPct val="0"/>
              </a:spcAft>
              <a:buFont typeface="Arial" pitchFamily="34" charset="0"/>
              <a:buChar char="-"/>
              <a:defRPr sz="1600">
                <a:solidFill>
                  <a:schemeClr val="tx1"/>
                </a:solidFill>
                <a:latin typeface="Arial" pitchFamily="34" charset="0"/>
                <a:ea typeface="Arial Unicode MS" pitchFamily="34" charset="-128"/>
                <a:cs typeface="Arial Unicode MS" pitchFamily="34" charset="-128"/>
              </a:defRPr>
            </a:lvl7pPr>
            <a:lvl8pPr marL="3429000" indent="-228600" defTabSz="457200" eaLnBrk="0" fontAlgn="base" hangingPunct="0">
              <a:spcBef>
                <a:spcPts val="600"/>
              </a:spcBef>
              <a:spcAft>
                <a:spcPct val="0"/>
              </a:spcAft>
              <a:buFont typeface="Arial" pitchFamily="34" charset="0"/>
              <a:buChar char="-"/>
              <a:defRPr sz="1600">
                <a:solidFill>
                  <a:schemeClr val="tx1"/>
                </a:solidFill>
                <a:latin typeface="Arial" pitchFamily="34" charset="0"/>
                <a:ea typeface="Arial Unicode MS" pitchFamily="34" charset="-128"/>
                <a:cs typeface="Arial Unicode MS" pitchFamily="34" charset="-128"/>
              </a:defRPr>
            </a:lvl8pPr>
            <a:lvl9pPr marL="3886200" indent="-228600" defTabSz="457200" eaLnBrk="0" fontAlgn="base" hangingPunct="0">
              <a:spcBef>
                <a:spcPts val="600"/>
              </a:spcBef>
              <a:spcAft>
                <a:spcPct val="0"/>
              </a:spcAft>
              <a:buFont typeface="Arial" pitchFamily="34" charset="0"/>
              <a:buChar char="-"/>
              <a:defRPr sz="1600">
                <a:solidFill>
                  <a:schemeClr val="tx1"/>
                </a:solidFill>
                <a:latin typeface="Arial" pitchFamily="34" charset="0"/>
                <a:ea typeface="Arial Unicode MS" pitchFamily="34" charset="-128"/>
                <a:cs typeface="Arial Unicode MS" pitchFamily="34" charset="-128"/>
              </a:defRPr>
            </a:lvl9pPr>
          </a:lstStyle>
          <a:p>
            <a:pPr eaLnBrk="1" hangingPunct="1">
              <a:spcBef>
                <a:spcPct val="0"/>
              </a:spcBef>
            </a:pPr>
            <a:endParaRPr lang="en-US" altLang="en-US" sz="1350"/>
          </a:p>
        </p:txBody>
      </p:sp>
      <p:pic>
        <p:nvPicPr>
          <p:cNvPr id="2050" name="Picture 2" descr="Abbott Precision Xtra Monitor System - Precision Xtra Blood Glucose Meter - 9983720">
            <a:extLst>
              <a:ext uri="{FF2B5EF4-FFF2-40B4-BE49-F238E27FC236}">
                <a16:creationId xmlns:a16="http://schemas.microsoft.com/office/drawing/2014/main" id="{6E271255-FA05-BD56-EB8A-6F0295CF0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7555" y="1652249"/>
            <a:ext cx="1288245" cy="22339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OneTouch® Ultra® 2 | Blood Glucose Meter | OneTouch®">
            <a:extLst>
              <a:ext uri="{FF2B5EF4-FFF2-40B4-BE49-F238E27FC236}">
                <a16:creationId xmlns:a16="http://schemas.microsoft.com/office/drawing/2014/main" id="{59C3F2F3-9EE0-015A-59C2-F45E195E36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8313" y="1252826"/>
            <a:ext cx="3381375" cy="437426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luLink Glucometer Blood Glucose Meter Monitor Diabetes with Bluetooth, 1  count - City Market">
            <a:extLst>
              <a:ext uri="{FF2B5EF4-FFF2-40B4-BE49-F238E27FC236}">
                <a16:creationId xmlns:a16="http://schemas.microsoft.com/office/drawing/2014/main" id="{925660F1-C1D7-2E24-E584-1FB7DD23E8C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896" t="18483" r="16249" b="21517"/>
          <a:stretch/>
        </p:blipFill>
        <p:spPr bwMode="auto">
          <a:xfrm>
            <a:off x="223063" y="1574599"/>
            <a:ext cx="1337244" cy="179662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dvocate Redi-Code+ Speaking Blood Glucose Meter - Advocate Meters">
            <a:extLst>
              <a:ext uri="{FF2B5EF4-FFF2-40B4-BE49-F238E27FC236}">
                <a16:creationId xmlns:a16="http://schemas.microsoft.com/office/drawing/2014/main" id="{B0A60AC2-45DE-9D0C-C29F-F9E08005B25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3622" r="10549"/>
          <a:stretch/>
        </p:blipFill>
        <p:spPr bwMode="auto">
          <a:xfrm>
            <a:off x="1708373" y="3840766"/>
            <a:ext cx="1342158" cy="176997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Products | Glucose Meters &amp; Diabetic Test Strips | OneTouch®">
            <a:extLst>
              <a:ext uri="{FF2B5EF4-FFF2-40B4-BE49-F238E27FC236}">
                <a16:creationId xmlns:a16="http://schemas.microsoft.com/office/drawing/2014/main" id="{76D96485-CDE9-1C3D-5B3A-1F19123EB6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9200" y="1438603"/>
            <a:ext cx="2318570" cy="223395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ForaCare Suisse AG - FORA Diamond MINI: An Innovative Compact Blood Glucose  Meter">
            <a:extLst>
              <a:ext uri="{FF2B5EF4-FFF2-40B4-BE49-F238E27FC236}">
                <a16:creationId xmlns:a16="http://schemas.microsoft.com/office/drawing/2014/main" id="{F13A3F32-7449-0243-6AE4-D07DA8172B1F}"/>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37685" r="33622"/>
          <a:stretch/>
        </p:blipFill>
        <p:spPr bwMode="auto">
          <a:xfrm>
            <a:off x="609600" y="3429000"/>
            <a:ext cx="655924" cy="2286000"/>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50607D1B-2B25-4A63-CF8A-4FE6E9437F8E}"/>
              </a:ext>
            </a:extLst>
          </p:cNvPr>
          <p:cNvGrpSpPr/>
          <p:nvPr/>
        </p:nvGrpSpPr>
        <p:grpSpPr>
          <a:xfrm>
            <a:off x="1463510" y="2546679"/>
            <a:ext cx="1764642" cy="1764642"/>
            <a:chOff x="1682783" y="2950062"/>
            <a:chExt cx="1393338" cy="1393338"/>
          </a:xfrm>
        </p:grpSpPr>
        <p:sp>
          <p:nvSpPr>
            <p:cNvPr id="8" name="Rectangle 7">
              <a:extLst>
                <a:ext uri="{FF2B5EF4-FFF2-40B4-BE49-F238E27FC236}">
                  <a16:creationId xmlns:a16="http://schemas.microsoft.com/office/drawing/2014/main" id="{3A43E5A4-329F-2665-7ECD-551D2F9BB48E}"/>
                </a:ext>
              </a:extLst>
            </p:cNvPr>
            <p:cNvSpPr/>
            <p:nvPr/>
          </p:nvSpPr>
          <p:spPr>
            <a:xfrm>
              <a:off x="2249525" y="3352800"/>
              <a:ext cx="252151" cy="825534"/>
            </a:xfrm>
            <a:prstGeom prst="rect">
              <a:avLst/>
            </a:prstGeom>
            <a:solidFill>
              <a:schemeClr val="bg1"/>
            </a:solidFill>
            <a:ln w="25400" cap="flat">
              <a:no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pic>
          <p:nvPicPr>
            <p:cNvPr id="9" name="Graphic 8" descr="Warning with solid fill">
              <a:extLst>
                <a:ext uri="{FF2B5EF4-FFF2-40B4-BE49-F238E27FC236}">
                  <a16:creationId xmlns:a16="http://schemas.microsoft.com/office/drawing/2014/main" id="{7D253348-E9F4-9CDE-61D3-6B0BFF9EB18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682783" y="2950062"/>
              <a:ext cx="1393338" cy="1393338"/>
            </a:xfrm>
            <a:prstGeom prst="rect">
              <a:avLst/>
            </a:prstGeom>
          </p:spPr>
        </p:pic>
      </p:grpSp>
    </p:spTree>
    <p:extLst>
      <p:ext uri="{BB962C8B-B14F-4D97-AF65-F5344CB8AC3E}">
        <p14:creationId xmlns:p14="http://schemas.microsoft.com/office/powerpoint/2010/main" val="137719099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374C4-2422-287E-6330-AA6764D35540}"/>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4</a:t>
            </a:fld>
            <a:endParaRPr lang="en-US" dirty="0"/>
          </a:p>
        </p:txBody>
      </p:sp>
      <p:sp>
        <p:nvSpPr>
          <p:cNvPr id="3" name="Content Placeholder 2">
            <a:extLst>
              <a:ext uri="{FF2B5EF4-FFF2-40B4-BE49-F238E27FC236}">
                <a16:creationId xmlns:a16="http://schemas.microsoft.com/office/drawing/2014/main" id="{AA514C80-CC5B-3C6F-874E-7B93F9D97E0A}"/>
              </a:ext>
            </a:extLst>
          </p:cNvPr>
          <p:cNvSpPr>
            <a:spLocks noGrp="1"/>
          </p:cNvSpPr>
          <p:nvPr>
            <p:ph sz="quarter" idx="11"/>
          </p:nvPr>
        </p:nvSpPr>
        <p:spPr>
          <a:xfrm>
            <a:off x="1066800" y="1143000"/>
            <a:ext cx="7272338" cy="5486400"/>
          </a:xfrm>
        </p:spPr>
        <p:txBody>
          <a:bodyPr/>
          <a:lstStyle/>
          <a:p>
            <a:pPr marL="631825" indent="-514350">
              <a:lnSpc>
                <a:spcPct val="200000"/>
              </a:lnSpc>
              <a:buFont typeface="+mj-lt"/>
              <a:buAutoNum type="arabicPeriod"/>
            </a:pPr>
            <a:r>
              <a:rPr lang="en-US" dirty="0"/>
              <a:t>Select sources </a:t>
            </a:r>
          </a:p>
          <a:p>
            <a:pPr marL="631825" indent="-514350">
              <a:lnSpc>
                <a:spcPct val="200000"/>
              </a:lnSpc>
              <a:buFont typeface="+mj-lt"/>
              <a:buAutoNum type="arabicPeriod"/>
            </a:pPr>
            <a:r>
              <a:rPr lang="en-US" dirty="0"/>
              <a:t>Collect and analyze data </a:t>
            </a:r>
          </a:p>
          <a:p>
            <a:pPr marL="631825" indent="-514350">
              <a:lnSpc>
                <a:spcPct val="200000"/>
              </a:lnSpc>
              <a:buFont typeface="+mj-lt"/>
              <a:buAutoNum type="arabicPeriod"/>
            </a:pPr>
            <a:r>
              <a:rPr lang="en-US" dirty="0"/>
              <a:t>Document findings </a:t>
            </a:r>
          </a:p>
          <a:p>
            <a:endParaRPr lang="en-US" dirty="0"/>
          </a:p>
        </p:txBody>
      </p:sp>
      <p:sp>
        <p:nvSpPr>
          <p:cNvPr id="4" name="Title 3">
            <a:extLst>
              <a:ext uri="{FF2B5EF4-FFF2-40B4-BE49-F238E27FC236}">
                <a16:creationId xmlns:a16="http://schemas.microsoft.com/office/drawing/2014/main" id="{079B8E92-0E07-BD36-526A-1111CC71FEAD}"/>
              </a:ext>
            </a:extLst>
          </p:cNvPr>
          <p:cNvSpPr>
            <a:spLocks noGrp="1"/>
          </p:cNvSpPr>
          <p:nvPr>
            <p:ph type="title"/>
          </p:nvPr>
        </p:nvSpPr>
        <p:spPr>
          <a:xfrm>
            <a:off x="453080" y="381000"/>
            <a:ext cx="7886700" cy="533400"/>
          </a:xfrm>
        </p:spPr>
        <p:txBody>
          <a:bodyPr>
            <a:normAutofit fontScale="90000"/>
          </a:bodyPr>
          <a:lstStyle/>
          <a:p>
            <a:r>
              <a:rPr lang="en-US" dirty="0"/>
              <a:t>KPA process </a:t>
            </a:r>
          </a:p>
        </p:txBody>
      </p:sp>
      <p:pic>
        <p:nvPicPr>
          <p:cNvPr id="14" name="Graphic 13" descr="Magnifying glass with solid fill">
            <a:extLst>
              <a:ext uri="{FF2B5EF4-FFF2-40B4-BE49-F238E27FC236}">
                <a16:creationId xmlns:a16="http://schemas.microsoft.com/office/drawing/2014/main" id="{1A82C1E0-360F-2312-A9AD-DE50BFC10E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03615" y="1447800"/>
            <a:ext cx="457200" cy="457200"/>
          </a:xfrm>
          <a:prstGeom prst="rect">
            <a:avLst/>
          </a:prstGeom>
        </p:spPr>
      </p:pic>
      <p:pic>
        <p:nvPicPr>
          <p:cNvPr id="15" name="Graphic 14" descr="Bar chart with solid fill">
            <a:extLst>
              <a:ext uri="{FF2B5EF4-FFF2-40B4-BE49-F238E27FC236}">
                <a16:creationId xmlns:a16="http://schemas.microsoft.com/office/drawing/2014/main" id="{AFBA1091-82FD-686E-D6AB-3F35D59929F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39652" y="2305852"/>
            <a:ext cx="585126" cy="585126"/>
          </a:xfrm>
          <a:prstGeom prst="rect">
            <a:avLst/>
          </a:prstGeom>
        </p:spPr>
      </p:pic>
      <p:pic>
        <p:nvPicPr>
          <p:cNvPr id="16" name="Graphic 15" descr="Document with solid fill">
            <a:extLst>
              <a:ext uri="{FF2B5EF4-FFF2-40B4-BE49-F238E27FC236}">
                <a16:creationId xmlns:a16="http://schemas.microsoft.com/office/drawing/2014/main" id="{A92AA168-C8DE-7769-592B-837A62BAE3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35031" y="3291831"/>
            <a:ext cx="594369" cy="594369"/>
          </a:xfrm>
          <a:prstGeom prst="rect">
            <a:avLst/>
          </a:prstGeom>
        </p:spPr>
      </p:pic>
    </p:spTree>
    <p:extLst>
      <p:ext uri="{BB962C8B-B14F-4D97-AF65-F5344CB8AC3E}">
        <p14:creationId xmlns:p14="http://schemas.microsoft.com/office/powerpoint/2010/main" val="109088602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374C4-2422-287E-6330-AA6764D35540}"/>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5</a:t>
            </a:fld>
            <a:endParaRPr lang="en-US" dirty="0"/>
          </a:p>
        </p:txBody>
      </p:sp>
      <p:sp>
        <p:nvSpPr>
          <p:cNvPr id="3" name="Content Placeholder 2">
            <a:extLst>
              <a:ext uri="{FF2B5EF4-FFF2-40B4-BE49-F238E27FC236}">
                <a16:creationId xmlns:a16="http://schemas.microsoft.com/office/drawing/2014/main" id="{AA514C80-CC5B-3C6F-874E-7B93F9D97E0A}"/>
              </a:ext>
            </a:extLst>
          </p:cNvPr>
          <p:cNvSpPr>
            <a:spLocks noGrp="1"/>
          </p:cNvSpPr>
          <p:nvPr>
            <p:ph sz="quarter" idx="11"/>
          </p:nvPr>
        </p:nvSpPr>
        <p:spPr>
          <a:xfrm>
            <a:off x="452438" y="1143000"/>
            <a:ext cx="7886700" cy="5486400"/>
          </a:xfrm>
        </p:spPr>
        <p:txBody>
          <a:bodyPr/>
          <a:lstStyle/>
          <a:p>
            <a:r>
              <a:rPr lang="en-US" dirty="0"/>
              <a:t>Public regulatory databases </a:t>
            </a:r>
          </a:p>
          <a:p>
            <a:pPr lvl="1"/>
            <a:r>
              <a:rPr lang="en-US" dirty="0"/>
              <a:t>FDA’s MAUDE database</a:t>
            </a:r>
          </a:p>
          <a:p>
            <a:pPr lvl="1"/>
            <a:r>
              <a:rPr lang="en-US" dirty="0"/>
              <a:t>Recall notices </a:t>
            </a:r>
          </a:p>
          <a:p>
            <a:pPr lvl="1"/>
            <a:endParaRPr lang="en-US" dirty="0"/>
          </a:p>
          <a:p>
            <a:r>
              <a:rPr lang="en-US" dirty="0"/>
              <a:t>Public safety publications</a:t>
            </a:r>
          </a:p>
          <a:p>
            <a:pPr lvl="1"/>
            <a:r>
              <a:rPr lang="en-US" dirty="0" err="1"/>
              <a:t>ECRI</a:t>
            </a:r>
            <a:r>
              <a:rPr lang="en-US" dirty="0"/>
              <a:t> Medical Device Safety Reports</a:t>
            </a:r>
          </a:p>
          <a:p>
            <a:pPr lvl="1"/>
            <a:r>
              <a:rPr lang="en-US" dirty="0" err="1"/>
              <a:t>ISMP</a:t>
            </a:r>
            <a:r>
              <a:rPr lang="en-US" dirty="0"/>
              <a:t> Medication Safety Alert Newsletters </a:t>
            </a:r>
          </a:p>
          <a:p>
            <a:pPr lvl="1"/>
            <a:endParaRPr lang="en-US" dirty="0"/>
          </a:p>
          <a:p>
            <a:r>
              <a:rPr lang="en-US" dirty="0"/>
              <a:t>Internal resources </a:t>
            </a:r>
          </a:p>
          <a:p>
            <a:pPr lvl="1"/>
            <a:r>
              <a:rPr lang="en-US" dirty="0"/>
              <a:t>Post-market surveillance data</a:t>
            </a:r>
          </a:p>
          <a:p>
            <a:pPr lvl="1"/>
            <a:r>
              <a:rPr lang="en-US" dirty="0"/>
              <a:t>Feedback from sales, trainers, etc. </a:t>
            </a:r>
          </a:p>
          <a:p>
            <a:pPr lvl="1"/>
            <a:endParaRPr lang="en-US" dirty="0"/>
          </a:p>
          <a:p>
            <a:r>
              <a:rPr lang="en-US" dirty="0"/>
              <a:t> </a:t>
            </a:r>
          </a:p>
          <a:p>
            <a:endParaRPr lang="en-US" dirty="0"/>
          </a:p>
        </p:txBody>
      </p:sp>
      <p:sp>
        <p:nvSpPr>
          <p:cNvPr id="4" name="Title 3">
            <a:extLst>
              <a:ext uri="{FF2B5EF4-FFF2-40B4-BE49-F238E27FC236}">
                <a16:creationId xmlns:a16="http://schemas.microsoft.com/office/drawing/2014/main" id="{079B8E92-0E07-BD36-526A-1111CC71FEAD}"/>
              </a:ext>
            </a:extLst>
          </p:cNvPr>
          <p:cNvSpPr>
            <a:spLocks noGrp="1"/>
          </p:cNvSpPr>
          <p:nvPr>
            <p:ph type="title"/>
          </p:nvPr>
        </p:nvSpPr>
        <p:spPr>
          <a:xfrm>
            <a:off x="453080" y="381000"/>
            <a:ext cx="7886700" cy="533400"/>
          </a:xfrm>
        </p:spPr>
        <p:txBody>
          <a:bodyPr>
            <a:normAutofit fontScale="90000"/>
          </a:bodyPr>
          <a:lstStyle/>
          <a:p>
            <a:r>
              <a:rPr lang="en-US" dirty="0"/>
              <a:t>Step 1: Select sources </a:t>
            </a:r>
          </a:p>
        </p:txBody>
      </p:sp>
    </p:spTree>
    <p:extLst>
      <p:ext uri="{BB962C8B-B14F-4D97-AF65-F5344CB8AC3E}">
        <p14:creationId xmlns:p14="http://schemas.microsoft.com/office/powerpoint/2010/main" val="190010600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374C4-2422-287E-6330-AA6764D35540}"/>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6</a:t>
            </a:fld>
            <a:endParaRPr lang="en-US" dirty="0"/>
          </a:p>
        </p:txBody>
      </p:sp>
      <p:sp>
        <p:nvSpPr>
          <p:cNvPr id="4" name="Title 3">
            <a:extLst>
              <a:ext uri="{FF2B5EF4-FFF2-40B4-BE49-F238E27FC236}">
                <a16:creationId xmlns:a16="http://schemas.microsoft.com/office/drawing/2014/main" id="{079B8E92-0E07-BD36-526A-1111CC71FEAD}"/>
              </a:ext>
            </a:extLst>
          </p:cNvPr>
          <p:cNvSpPr>
            <a:spLocks noGrp="1"/>
          </p:cNvSpPr>
          <p:nvPr>
            <p:ph type="title"/>
          </p:nvPr>
        </p:nvSpPr>
        <p:spPr>
          <a:xfrm>
            <a:off x="453080" y="381000"/>
            <a:ext cx="7886700" cy="533400"/>
          </a:xfrm>
        </p:spPr>
        <p:txBody>
          <a:bodyPr>
            <a:normAutofit fontScale="90000"/>
          </a:bodyPr>
          <a:lstStyle/>
          <a:p>
            <a:r>
              <a:rPr lang="en-US" dirty="0"/>
              <a:t>Step 2: Collect and analyze data </a:t>
            </a:r>
          </a:p>
        </p:txBody>
      </p:sp>
      <p:pic>
        <p:nvPicPr>
          <p:cNvPr id="8" name="Picture 7">
            <a:extLst>
              <a:ext uri="{FF2B5EF4-FFF2-40B4-BE49-F238E27FC236}">
                <a16:creationId xmlns:a16="http://schemas.microsoft.com/office/drawing/2014/main" id="{1A3D1059-21B6-8730-FB1D-C5C5EE93CEAB}"/>
              </a:ext>
            </a:extLst>
          </p:cNvPr>
          <p:cNvPicPr>
            <a:picLocks noChangeAspect="1"/>
          </p:cNvPicPr>
          <p:nvPr/>
        </p:nvPicPr>
        <p:blipFill rotWithShape="1">
          <a:blip r:embed="rId3"/>
          <a:srcRect l="14474" t="57778" r="21789" b="6215"/>
          <a:stretch/>
        </p:blipFill>
        <p:spPr>
          <a:xfrm>
            <a:off x="478480" y="1295401"/>
            <a:ext cx="5635009" cy="3581400"/>
          </a:xfrm>
          <a:prstGeom prst="rect">
            <a:avLst/>
          </a:prstGeom>
          <a:ln>
            <a:solidFill>
              <a:schemeClr val="tx1">
                <a:lumMod val="50000"/>
                <a:lumOff val="50000"/>
              </a:schemeClr>
            </a:solidFill>
          </a:ln>
        </p:spPr>
      </p:pic>
      <p:pic>
        <p:nvPicPr>
          <p:cNvPr id="7" name="Picture 6">
            <a:extLst>
              <a:ext uri="{FF2B5EF4-FFF2-40B4-BE49-F238E27FC236}">
                <a16:creationId xmlns:a16="http://schemas.microsoft.com/office/drawing/2014/main" id="{0850D031-01F0-7339-ADD5-40A4A7BDE68E}"/>
              </a:ext>
            </a:extLst>
          </p:cNvPr>
          <p:cNvPicPr>
            <a:picLocks noChangeAspect="1"/>
          </p:cNvPicPr>
          <p:nvPr/>
        </p:nvPicPr>
        <p:blipFill rotWithShape="1">
          <a:blip r:embed="rId4"/>
          <a:srcRect l="10262" t="59883" r="38290" b="5840"/>
          <a:stretch/>
        </p:blipFill>
        <p:spPr>
          <a:xfrm>
            <a:off x="3622759" y="2514600"/>
            <a:ext cx="4981459" cy="3733800"/>
          </a:xfrm>
          <a:prstGeom prst="rect">
            <a:avLst/>
          </a:prstGeom>
          <a:ln>
            <a:solidFill>
              <a:schemeClr val="tx1">
                <a:lumMod val="50000"/>
                <a:lumOff val="50000"/>
              </a:schemeClr>
            </a:solidFill>
          </a:ln>
        </p:spPr>
      </p:pic>
    </p:spTree>
    <p:extLst>
      <p:ext uri="{BB962C8B-B14F-4D97-AF65-F5344CB8AC3E}">
        <p14:creationId xmlns:p14="http://schemas.microsoft.com/office/powerpoint/2010/main" val="99887261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374C4-2422-287E-6330-AA6764D35540}"/>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7</a:t>
            </a:fld>
            <a:endParaRPr lang="en-US" dirty="0"/>
          </a:p>
        </p:txBody>
      </p:sp>
      <p:sp>
        <p:nvSpPr>
          <p:cNvPr id="3" name="Content Placeholder 2">
            <a:extLst>
              <a:ext uri="{FF2B5EF4-FFF2-40B4-BE49-F238E27FC236}">
                <a16:creationId xmlns:a16="http://schemas.microsoft.com/office/drawing/2014/main" id="{AA514C80-CC5B-3C6F-874E-7B93F9D97E0A}"/>
              </a:ext>
            </a:extLst>
          </p:cNvPr>
          <p:cNvSpPr>
            <a:spLocks noGrp="1"/>
          </p:cNvSpPr>
          <p:nvPr>
            <p:ph sz="quarter" idx="11"/>
          </p:nvPr>
        </p:nvSpPr>
        <p:spPr>
          <a:xfrm>
            <a:off x="452438" y="1143000"/>
            <a:ext cx="7886700" cy="5486400"/>
          </a:xfrm>
        </p:spPr>
        <p:txBody>
          <a:bodyPr/>
          <a:lstStyle/>
          <a:p>
            <a:r>
              <a:rPr lang="en-US" dirty="0"/>
              <a:t>Concise description </a:t>
            </a:r>
          </a:p>
          <a:p>
            <a:r>
              <a:rPr lang="en-US" dirty="0"/>
              <a:t>Source</a:t>
            </a:r>
          </a:p>
          <a:p>
            <a:r>
              <a:rPr lang="en-US" dirty="0"/>
              <a:t>Mitigation</a:t>
            </a:r>
          </a:p>
        </p:txBody>
      </p:sp>
      <p:sp>
        <p:nvSpPr>
          <p:cNvPr id="4" name="Title 3">
            <a:extLst>
              <a:ext uri="{FF2B5EF4-FFF2-40B4-BE49-F238E27FC236}">
                <a16:creationId xmlns:a16="http://schemas.microsoft.com/office/drawing/2014/main" id="{079B8E92-0E07-BD36-526A-1111CC71FEAD}"/>
              </a:ext>
            </a:extLst>
          </p:cNvPr>
          <p:cNvSpPr>
            <a:spLocks noGrp="1"/>
          </p:cNvSpPr>
          <p:nvPr>
            <p:ph type="title"/>
          </p:nvPr>
        </p:nvSpPr>
        <p:spPr>
          <a:xfrm>
            <a:off x="453080" y="381000"/>
            <a:ext cx="7886700" cy="533400"/>
          </a:xfrm>
        </p:spPr>
        <p:txBody>
          <a:bodyPr>
            <a:normAutofit fontScale="90000"/>
          </a:bodyPr>
          <a:lstStyle/>
          <a:p>
            <a:r>
              <a:rPr lang="en-US" dirty="0"/>
              <a:t>Step 3: Document findings </a:t>
            </a:r>
          </a:p>
        </p:txBody>
      </p:sp>
      <p:graphicFrame>
        <p:nvGraphicFramePr>
          <p:cNvPr id="5" name="Chart Placeholder 9">
            <a:extLst>
              <a:ext uri="{FF2B5EF4-FFF2-40B4-BE49-F238E27FC236}">
                <a16:creationId xmlns:a16="http://schemas.microsoft.com/office/drawing/2014/main" id="{C4F52299-F274-30BB-FB07-58B8EC0326A6}"/>
              </a:ext>
            </a:extLst>
          </p:cNvPr>
          <p:cNvGraphicFramePr>
            <a:graphicFrameLocks/>
          </p:cNvGraphicFramePr>
          <p:nvPr>
            <p:extLst>
              <p:ext uri="{D42A27DB-BD31-4B8C-83A1-F6EECF244321}">
                <p14:modId xmlns:p14="http://schemas.microsoft.com/office/powerpoint/2010/main" val="2961539558"/>
              </p:ext>
            </p:extLst>
          </p:nvPr>
        </p:nvGraphicFramePr>
        <p:xfrm>
          <a:off x="609600" y="3276600"/>
          <a:ext cx="7729539" cy="2149765"/>
        </p:xfrm>
        <a:graphic>
          <a:graphicData uri="http://schemas.openxmlformats.org/drawingml/2006/table">
            <a:tbl>
              <a:tblPr firstRow="1" bandRow="1">
                <a:tableStyleId>{2D5ABB26-0587-4C30-8999-92F81FD0307C}</a:tableStyleId>
              </a:tblPr>
              <a:tblGrid>
                <a:gridCol w="2576513">
                  <a:extLst>
                    <a:ext uri="{9D8B030D-6E8A-4147-A177-3AD203B41FA5}">
                      <a16:colId xmlns:a16="http://schemas.microsoft.com/office/drawing/2014/main" val="20000"/>
                    </a:ext>
                  </a:extLst>
                </a:gridCol>
                <a:gridCol w="2576513">
                  <a:extLst>
                    <a:ext uri="{9D8B030D-6E8A-4147-A177-3AD203B41FA5}">
                      <a16:colId xmlns:a16="http://schemas.microsoft.com/office/drawing/2014/main" val="2277219787"/>
                    </a:ext>
                  </a:extLst>
                </a:gridCol>
                <a:gridCol w="2576513">
                  <a:extLst>
                    <a:ext uri="{9D8B030D-6E8A-4147-A177-3AD203B41FA5}">
                      <a16:colId xmlns:a16="http://schemas.microsoft.com/office/drawing/2014/main" val="729963726"/>
                    </a:ext>
                  </a:extLst>
                </a:gridCol>
              </a:tblGrid>
              <a:tr h="430423">
                <a:tc>
                  <a:txBody>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lang="en-US" sz="1600" b="1" dirty="0">
                          <a:solidFill>
                            <a:schemeClr val="bg1"/>
                          </a:solidFill>
                          <a:latin typeface="Calibri" panose="020F0502020204030204" pitchFamily="34" charset="0"/>
                          <a:cs typeface="Calibri" panose="020F0502020204030204" pitchFamily="34" charset="0"/>
                        </a:rPr>
                        <a:t>Known problem</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rgbClr val="0B3C61"/>
                    </a:solidFill>
                  </a:tcPr>
                </a:tc>
                <a:tc>
                  <a:txBody>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lang="en-US" sz="1600" b="1">
                          <a:solidFill>
                            <a:schemeClr val="bg1"/>
                          </a:solidFill>
                          <a:latin typeface="Calibri" panose="020F0502020204030204" pitchFamily="34" charset="0"/>
                          <a:cs typeface="Calibri" panose="020F0502020204030204" pitchFamily="34" charset="0"/>
                        </a:rPr>
                        <a:t>Source</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rgbClr val="0B3C61"/>
                    </a:solidFill>
                  </a:tcPr>
                </a:tc>
                <a:tc>
                  <a:txBody>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lang="en-US" sz="1600" b="1">
                          <a:solidFill>
                            <a:schemeClr val="bg1"/>
                          </a:solidFill>
                          <a:latin typeface="Calibri" panose="020F0502020204030204" pitchFamily="34" charset="0"/>
                          <a:cs typeface="Calibri" panose="020F0502020204030204" pitchFamily="34" charset="0"/>
                        </a:rPr>
                        <a:t>Mitigation</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rgbClr val="0B3C61"/>
                    </a:solidFill>
                  </a:tcPr>
                </a:tc>
                <a:extLst>
                  <a:ext uri="{0D108BD9-81ED-4DB2-BD59-A6C34878D82A}">
                    <a16:rowId xmlns:a16="http://schemas.microsoft.com/office/drawing/2014/main" val="10000"/>
                  </a:ext>
                </a:extLst>
              </a:tr>
              <a:tr h="623915">
                <a:tc>
                  <a:txBody>
                    <a:bodyPr/>
                    <a:lstStyle/>
                    <a:p>
                      <a:pPr marL="0" lvl="0" indent="0" rtl="0">
                        <a:lnSpc>
                          <a:spcPct val="100000"/>
                        </a:lnSpc>
                        <a:spcAft>
                          <a:spcPts val="300"/>
                        </a:spcAft>
                        <a:buFont typeface="Arial" charset="0"/>
                        <a:buNone/>
                        <a:tabLst/>
                      </a:pPr>
                      <a:r>
                        <a:rPr lang="en-US" sz="1400">
                          <a:latin typeface="Calibri" panose="020F0502020204030204" pitchFamily="34" charset="0"/>
                          <a:cs typeface="Calibri" panose="020F0502020204030204" pitchFamily="34" charset="0"/>
                        </a:rPr>
                        <a:t>Applied blood droplet to strip prematurely.</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chemeClr val="bg1"/>
                    </a:solidFill>
                  </a:tcPr>
                </a:tc>
                <a:tc>
                  <a:txBody>
                    <a:bodyPr/>
                    <a:lstStyle/>
                    <a:p>
                      <a:pPr marL="0" lvl="0" indent="0" rtl="0">
                        <a:lnSpc>
                          <a:spcPct val="100000"/>
                        </a:lnSpc>
                        <a:spcAft>
                          <a:spcPts val="300"/>
                        </a:spcAft>
                        <a:buFont typeface="Arial" charset="0"/>
                        <a:buNone/>
                        <a:tabLst/>
                      </a:pPr>
                      <a:r>
                        <a:rPr lang="en-US" sz="1400">
                          <a:latin typeface="Calibri" panose="020F0502020204030204" pitchFamily="34" charset="0"/>
                          <a:cs typeface="Calibri" panose="020F0502020204030204" pitchFamily="34" charset="0"/>
                        </a:rPr>
                        <a:t>MAUDE; report 2954323-2008-02271</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chemeClr val="bg1"/>
                    </a:solidFill>
                  </a:tcPr>
                </a:tc>
                <a:tc>
                  <a:txBody>
                    <a:bodyPr/>
                    <a:lstStyle/>
                    <a:p>
                      <a:pPr marL="0" lvl="0" indent="0" rtl="0">
                        <a:lnSpc>
                          <a:spcPct val="100000"/>
                        </a:lnSpc>
                        <a:spcAft>
                          <a:spcPts val="300"/>
                        </a:spcAft>
                        <a:buFont typeface="Arial" charset="0"/>
                        <a:buNone/>
                        <a:tabLst/>
                      </a:pPr>
                      <a:r>
                        <a:rPr lang="en-US" sz="1400">
                          <a:latin typeface="Calibri" panose="020F0502020204030204" pitchFamily="34" charset="0"/>
                          <a:cs typeface="Calibri" panose="020F0502020204030204" pitchFamily="34" charset="0"/>
                        </a:rPr>
                        <a:t>On-screen directions prompt user to add blood to test strip (using text and icons) at the appropriate time.</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10001"/>
                  </a:ext>
                </a:extLst>
              </a:tr>
              <a:tr h="774462">
                <a:tc>
                  <a:txBody>
                    <a:bodyPr/>
                    <a:lstStyle/>
                    <a:p>
                      <a:pPr marL="0" lvl="0" indent="0" rtl="0">
                        <a:lnSpc>
                          <a:spcPct val="100000"/>
                        </a:lnSpc>
                        <a:spcAft>
                          <a:spcPts val="300"/>
                        </a:spcAft>
                        <a:buFont typeface="Arial" charset="0"/>
                        <a:buNone/>
                        <a:tabLst/>
                      </a:pPr>
                      <a:r>
                        <a:rPr lang="en-US" sz="1400">
                          <a:latin typeface="Calibri" panose="020F0502020204030204" pitchFamily="34" charset="0"/>
                          <a:cs typeface="Calibri" panose="020F0502020204030204" pitchFamily="34" charset="0"/>
                        </a:rPr>
                        <a:t>Did not apply blood to test strip correctly</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chemeClr val="bg1"/>
                    </a:solidFill>
                  </a:tcPr>
                </a:tc>
                <a:tc>
                  <a:txBody>
                    <a:bodyPr/>
                    <a:lstStyle/>
                    <a:p>
                      <a:pPr marL="0" lvl="0" indent="0" rtl="0">
                        <a:lnSpc>
                          <a:spcPct val="100000"/>
                        </a:lnSpc>
                        <a:spcAft>
                          <a:spcPts val="300"/>
                        </a:spcAft>
                        <a:buFont typeface="Arial" charset="0"/>
                        <a:buNone/>
                        <a:tabLst/>
                      </a:pPr>
                      <a:r>
                        <a:rPr lang="en-US" sz="1400" dirty="0">
                          <a:latin typeface="Calibri" panose="020F0502020204030204" pitchFamily="34" charset="0"/>
                          <a:cs typeface="Calibri" panose="020F0502020204030204" pitchFamily="34" charset="0"/>
                        </a:rPr>
                        <a:t>MAUDE; report 2954323-2009-00280</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chemeClr val="bg1"/>
                    </a:solidFill>
                  </a:tcPr>
                </a:tc>
                <a:tc>
                  <a:txBody>
                    <a:bodyPr/>
                    <a:lstStyle/>
                    <a:p>
                      <a:pPr marL="0" lvl="0" indent="0" rtl="0">
                        <a:lnSpc>
                          <a:spcPct val="100000"/>
                        </a:lnSpc>
                        <a:spcAft>
                          <a:spcPts val="300"/>
                        </a:spcAft>
                        <a:buFont typeface="Arial" charset="0"/>
                        <a:buNone/>
                        <a:tabLst/>
                      </a:pPr>
                      <a:r>
                        <a:rPr lang="en-US" sz="1400" dirty="0">
                          <a:latin typeface="Calibri" panose="020F0502020204030204" pitchFamily="34" charset="0"/>
                          <a:cs typeface="Calibri" panose="020F0502020204030204" pitchFamily="34" charset="0"/>
                        </a:rPr>
                        <a:t>Test strips included in pack feature symbol showing user where to put blood.</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2742296514"/>
                  </a:ext>
                </a:extLst>
              </a:tr>
            </a:tbl>
          </a:graphicData>
        </a:graphic>
      </p:graphicFrame>
    </p:spTree>
    <p:extLst>
      <p:ext uri="{BB962C8B-B14F-4D97-AF65-F5344CB8AC3E}">
        <p14:creationId xmlns:p14="http://schemas.microsoft.com/office/powerpoint/2010/main" val="110185341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374C4-2422-287E-6330-AA6764D35540}"/>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8</a:t>
            </a:fld>
            <a:endParaRPr lang="en-US" dirty="0"/>
          </a:p>
        </p:txBody>
      </p:sp>
      <p:sp>
        <p:nvSpPr>
          <p:cNvPr id="3" name="Content Placeholder 2">
            <a:extLst>
              <a:ext uri="{FF2B5EF4-FFF2-40B4-BE49-F238E27FC236}">
                <a16:creationId xmlns:a16="http://schemas.microsoft.com/office/drawing/2014/main" id="{AA514C80-CC5B-3C6F-874E-7B93F9D97E0A}"/>
              </a:ext>
            </a:extLst>
          </p:cNvPr>
          <p:cNvSpPr>
            <a:spLocks noGrp="1"/>
          </p:cNvSpPr>
          <p:nvPr>
            <p:ph sz="quarter" idx="11"/>
          </p:nvPr>
        </p:nvSpPr>
        <p:spPr>
          <a:xfrm>
            <a:off x="452438" y="1143000"/>
            <a:ext cx="7886700" cy="5486400"/>
          </a:xfrm>
        </p:spPr>
        <p:txBody>
          <a:bodyPr/>
          <a:lstStyle/>
          <a:p>
            <a:r>
              <a:rPr lang="en-US" dirty="0"/>
              <a:t>Ensure use-related risk analysis contains all findings </a:t>
            </a:r>
          </a:p>
          <a:p>
            <a:r>
              <a:rPr lang="en-US" dirty="0"/>
              <a:t>Identify mitigations for any new use-related issues </a:t>
            </a:r>
          </a:p>
        </p:txBody>
      </p:sp>
      <p:sp>
        <p:nvSpPr>
          <p:cNvPr id="4" name="Title 3">
            <a:extLst>
              <a:ext uri="{FF2B5EF4-FFF2-40B4-BE49-F238E27FC236}">
                <a16:creationId xmlns:a16="http://schemas.microsoft.com/office/drawing/2014/main" id="{079B8E92-0E07-BD36-526A-1111CC71FEAD}"/>
              </a:ext>
            </a:extLst>
          </p:cNvPr>
          <p:cNvSpPr>
            <a:spLocks noGrp="1"/>
          </p:cNvSpPr>
          <p:nvPr>
            <p:ph type="title"/>
          </p:nvPr>
        </p:nvSpPr>
        <p:spPr>
          <a:xfrm>
            <a:off x="453080" y="381000"/>
            <a:ext cx="7886700" cy="533400"/>
          </a:xfrm>
        </p:spPr>
        <p:txBody>
          <a:bodyPr>
            <a:normAutofit fontScale="90000"/>
          </a:bodyPr>
          <a:lstStyle/>
          <a:p>
            <a:r>
              <a:rPr lang="en-US" dirty="0"/>
              <a:t>Next steps after performing a KPA </a:t>
            </a:r>
          </a:p>
        </p:txBody>
      </p:sp>
      <p:pic>
        <p:nvPicPr>
          <p:cNvPr id="1026" name="Picture 2" descr="13,700+ Glucometer Stock Photos, Pictures &amp; Royalty-Free ...">
            <a:extLst>
              <a:ext uri="{FF2B5EF4-FFF2-40B4-BE49-F238E27FC236}">
                <a16:creationId xmlns:a16="http://schemas.microsoft.com/office/drawing/2014/main" id="{C7E9A3B7-A24F-CCFC-EC44-53AF43C110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228" b="19039"/>
          <a:stretch/>
        </p:blipFill>
        <p:spPr bwMode="auto">
          <a:xfrm>
            <a:off x="628650" y="2476499"/>
            <a:ext cx="7886700" cy="3886201"/>
          </a:xfrm>
          <a:prstGeom prst="rect">
            <a:avLst/>
          </a:prstGeom>
          <a:noFill/>
          <a:extLst>
            <a:ext uri="{909E8E84-426E-40DD-AFC4-6F175D3DCCD1}">
              <a14:hiddenFill xmlns:a14="http://schemas.microsoft.com/office/drawing/2010/main">
                <a:solidFill>
                  <a:srgbClr val="FFFFFF"/>
                </a:solidFill>
              </a14:hiddenFill>
            </a:ext>
          </a:extLst>
        </p:spPr>
      </p:pic>
      <p:pic>
        <p:nvPicPr>
          <p:cNvPr id="7" name="Graphic 6" descr="Shield Tick with solid fill">
            <a:extLst>
              <a:ext uri="{FF2B5EF4-FFF2-40B4-BE49-F238E27FC236}">
                <a16:creationId xmlns:a16="http://schemas.microsoft.com/office/drawing/2014/main" id="{441EB293-B489-BC62-00D9-B180CB902F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905000" y="3695699"/>
            <a:ext cx="1447800" cy="1447800"/>
          </a:xfrm>
          <a:prstGeom prst="rect">
            <a:avLst/>
          </a:prstGeom>
        </p:spPr>
      </p:pic>
    </p:spTree>
    <p:extLst>
      <p:ext uri="{BB962C8B-B14F-4D97-AF65-F5344CB8AC3E}">
        <p14:creationId xmlns:p14="http://schemas.microsoft.com/office/powerpoint/2010/main" val="2058506900"/>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6EA0B0"/>
      </a:accent1>
      <a:accent2>
        <a:srgbClr val="CCAF0A"/>
      </a:accent2>
      <a:accent3>
        <a:srgbClr val="8F8F8F"/>
      </a:accent3>
      <a:accent4>
        <a:srgbClr val="707070"/>
      </a:accent4>
      <a:accent5>
        <a:srgbClr val="BACBD2"/>
      </a:accent5>
      <a:accent6>
        <a:srgbClr val="B99F0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6EA0B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EA0B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6EA0B0"/>
      </a:accent1>
      <a:accent2>
        <a:srgbClr val="CCAF0A"/>
      </a:accent2>
      <a:accent3>
        <a:srgbClr val="8F8F8F"/>
      </a:accent3>
      <a:accent4>
        <a:srgbClr val="707070"/>
      </a:accent4>
      <a:accent5>
        <a:srgbClr val="BACBD2"/>
      </a:accent5>
      <a:accent6>
        <a:srgbClr val="B99F0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6EA0B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EA0B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0115954-0ccd-45f0-87bd-03b2a3587569}" enabled="0" method="" siteId="{70115954-0ccd-45f0-87bd-03b2a3587569}" removed="1"/>
</clbl:labelList>
</file>

<file path=docProps/app.xml><?xml version="1.0" encoding="utf-8"?>
<Properties xmlns="http://schemas.openxmlformats.org/officeDocument/2006/extended-properties" xmlns:vt="http://schemas.openxmlformats.org/officeDocument/2006/docPropsVTypes">
  <Template>Retrospect</Template>
  <TotalTime>10049</TotalTime>
  <Words>333</Words>
  <Application>Microsoft Office PowerPoint</Application>
  <PresentationFormat>On-screen Show (4:3)</PresentationFormat>
  <Paragraphs>47</Paragraphs>
  <Slides>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Avenir Roman</vt:lpstr>
      <vt:lpstr>Calibri</vt:lpstr>
      <vt:lpstr>Franklin Gothic Book</vt:lpstr>
      <vt:lpstr>Helvetica</vt:lpstr>
      <vt:lpstr>Wingdings</vt:lpstr>
      <vt:lpstr>Wingdings 2</vt:lpstr>
      <vt:lpstr>Default</vt:lpstr>
      <vt:lpstr>PowerPoint Presentation</vt:lpstr>
      <vt:lpstr>PowerPoint Presentation</vt:lpstr>
      <vt:lpstr>PowerPoint Presentation</vt:lpstr>
      <vt:lpstr>KPA process </vt:lpstr>
      <vt:lpstr>Step 1: Select sources </vt:lpstr>
      <vt:lpstr>Step 2: Collect and analyze data </vt:lpstr>
      <vt:lpstr>Step 3: Document findings </vt:lpstr>
      <vt:lpstr>Next steps after performing a KPA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Durrani, Sami</dc:creator>
  <cp:lastModifiedBy>Erin Davis</cp:lastModifiedBy>
  <cp:revision>81</cp:revision>
  <cp:lastPrinted>2016-09-11T23:21:58Z</cp:lastPrinted>
  <dcterms:modified xsi:type="dcterms:W3CDTF">2023-11-28T15:27:00Z</dcterms:modified>
</cp:coreProperties>
</file>