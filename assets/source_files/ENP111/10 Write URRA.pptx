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908" r:id="rId3"/>
    <p:sldId id="1070" r:id="rId4"/>
    <p:sldId id="1071" r:id="rId5"/>
    <p:sldId id="1072" r:id="rId6"/>
    <p:sldId id="1069" r:id="rId7"/>
    <p:sldId id="1068" r:id="rId8"/>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EFAFB233-063F-42B5-8137-9DF3F51BA10A}">
      <p15:sldGuideLst xmlns:p15="http://schemas.microsoft.com/office/powerpoint/2012/main">
        <p15:guide id="1" orient="horz" pos="768" userDrawn="1">
          <p15:clr>
            <a:srgbClr val="A4A3A4"/>
          </p15:clr>
        </p15:guide>
        <p15:guide id="2" pos="336" userDrawn="1">
          <p15:clr>
            <a:srgbClr val="A4A3A4"/>
          </p15:clr>
        </p15:guide>
        <p15:guide id="3" orient="horz" pos="4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EF"/>
    <a:srgbClr val="0081D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E1DB1-3186-CB40-A49B-AACAAB9B82E1}" v="24" dt="2023-11-12T21:04:33.216"/>
  </p1510:revLst>
</p1510:revInfo>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4DFE3"/>
          </a:solidFill>
        </a:fill>
      </a:tcStyle>
    </a:wholeTbl>
    <a:band2H>
      <a:tcTxStyle/>
      <a:tcStyle>
        <a:tcBdr/>
        <a:fill>
          <a:solidFill>
            <a:srgbClr val="EAF0F2"/>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6DFCA"/>
          </a:solidFill>
        </a:fill>
      </a:tcStyle>
    </a:wholeTbl>
    <a:band2H>
      <a:tcTxStyle/>
      <a:tcStyle>
        <a:tcBdr/>
        <a:fill>
          <a:solidFill>
            <a:srgbClr val="F3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EA0B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6EA0B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6" autoAdjust="0"/>
    <p:restoredTop sz="80110" autoAdjust="0"/>
  </p:normalViewPr>
  <p:slideViewPr>
    <p:cSldViewPr showGuides="1">
      <p:cViewPr varScale="1">
        <p:scale>
          <a:sx n="162" d="100"/>
          <a:sy n="162" d="100"/>
        </p:scale>
        <p:origin x="1688" y="200"/>
      </p:cViewPr>
      <p:guideLst>
        <p:guide orient="horz" pos="768"/>
        <p:guide pos="336"/>
        <p:guide orient="horz" pos="4176"/>
      </p:guideLst>
    </p:cSldViewPr>
  </p:slideViewPr>
  <p:outlineViewPr>
    <p:cViewPr>
      <p:scale>
        <a:sx n="33" d="100"/>
        <a:sy n="33" d="100"/>
      </p:scale>
      <p:origin x="0" y="-2368"/>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 Durrani" userId="45205e84-0712-4dc9-bb96-ac9d5a682d17" providerId="ADAL" clId="{21FE1DB1-3186-CB40-A49B-AACAAB9B82E1}"/>
    <pc:docChg chg="undo custSel modSld sldOrd">
      <pc:chgData name="Sami Durrani" userId="45205e84-0712-4dc9-bb96-ac9d5a682d17" providerId="ADAL" clId="{21FE1DB1-3186-CB40-A49B-AACAAB9B82E1}" dt="2023-11-12T21:16:06.224" v="1058" actId="20577"/>
      <pc:docMkLst>
        <pc:docMk/>
      </pc:docMkLst>
      <pc:sldChg chg="addSp delSp modSp mod">
        <pc:chgData name="Sami Durrani" userId="45205e84-0712-4dc9-bb96-ac9d5a682d17" providerId="ADAL" clId="{21FE1DB1-3186-CB40-A49B-AACAAB9B82E1}" dt="2023-11-09T02:53:48.384" v="691" actId="20577"/>
        <pc:sldMkLst>
          <pc:docMk/>
          <pc:sldMk cId="0" sldId="256"/>
        </pc:sldMkLst>
        <pc:spChg chg="mod">
          <ac:chgData name="Sami Durrani" userId="45205e84-0712-4dc9-bb96-ac9d5a682d17" providerId="ADAL" clId="{21FE1DB1-3186-CB40-A49B-AACAAB9B82E1}" dt="2023-11-09T02:53:48.384" v="691" actId="20577"/>
          <ac:spMkLst>
            <pc:docMk/>
            <pc:sldMk cId="0" sldId="256"/>
            <ac:spMk id="4" creationId="{FD5F1C20-1729-502B-6468-FFD00C5A83A8}"/>
          </ac:spMkLst>
        </pc:spChg>
        <pc:spChg chg="mod">
          <ac:chgData name="Sami Durrani" userId="45205e84-0712-4dc9-bb96-ac9d5a682d17" providerId="ADAL" clId="{21FE1DB1-3186-CB40-A49B-AACAAB9B82E1}" dt="2023-11-09T02:53:14.823" v="648" actId="20577"/>
          <ac:spMkLst>
            <pc:docMk/>
            <pc:sldMk cId="0" sldId="256"/>
            <ac:spMk id="64" creationId="{00000000-0000-0000-0000-000000000000}"/>
          </ac:spMkLst>
        </pc:spChg>
        <pc:picChg chg="add mod">
          <ac:chgData name="Sami Durrani" userId="45205e84-0712-4dc9-bb96-ac9d5a682d17" providerId="ADAL" clId="{21FE1DB1-3186-CB40-A49B-AACAAB9B82E1}" dt="2023-11-09T02:52:38.126" v="626"/>
          <ac:picMkLst>
            <pc:docMk/>
            <pc:sldMk cId="0" sldId="256"/>
            <ac:picMk id="2" creationId="{9C5B2176-F82D-93A9-D74A-DAFB0C09A2FB}"/>
          </ac:picMkLst>
        </pc:picChg>
        <pc:picChg chg="del">
          <ac:chgData name="Sami Durrani" userId="45205e84-0712-4dc9-bb96-ac9d5a682d17" providerId="ADAL" clId="{21FE1DB1-3186-CB40-A49B-AACAAB9B82E1}" dt="2023-11-09T02:52:28.150" v="625" actId="478"/>
          <ac:picMkLst>
            <pc:docMk/>
            <pc:sldMk cId="0" sldId="256"/>
            <ac:picMk id="65" creationId="{00000000-0000-0000-0000-000000000000}"/>
          </ac:picMkLst>
        </pc:picChg>
      </pc:sldChg>
      <pc:sldChg chg="modAnim">
        <pc:chgData name="Sami Durrani" userId="45205e84-0712-4dc9-bb96-ac9d5a682d17" providerId="ADAL" clId="{21FE1DB1-3186-CB40-A49B-AACAAB9B82E1}" dt="2023-11-12T21:04:33.216" v="778"/>
        <pc:sldMkLst>
          <pc:docMk/>
          <pc:sldMk cId="0" sldId="908"/>
        </pc:sldMkLst>
      </pc:sldChg>
      <pc:sldChg chg="modSp mod ord modNotesTx">
        <pc:chgData name="Sami Durrani" userId="45205e84-0712-4dc9-bb96-ac9d5a682d17" providerId="ADAL" clId="{21FE1DB1-3186-CB40-A49B-AACAAB9B82E1}" dt="2023-11-12T21:16:06.224" v="1058" actId="20577"/>
        <pc:sldMkLst>
          <pc:docMk/>
          <pc:sldMk cId="3434125635" sldId="1068"/>
        </pc:sldMkLst>
        <pc:spChg chg="mod">
          <ac:chgData name="Sami Durrani" userId="45205e84-0712-4dc9-bb96-ac9d5a682d17" providerId="ADAL" clId="{21FE1DB1-3186-CB40-A49B-AACAAB9B82E1}" dt="2023-11-12T21:16:06.224" v="1058" actId="20577"/>
          <ac:spMkLst>
            <pc:docMk/>
            <pc:sldMk cId="3434125635" sldId="1068"/>
            <ac:spMk id="3" creationId="{C312C2B0-3EE9-06DC-7641-78CD8A55FEBE}"/>
          </ac:spMkLst>
        </pc:spChg>
      </pc:sldChg>
      <pc:sldChg chg="modSp mod ord modNotesTx">
        <pc:chgData name="Sami Durrani" userId="45205e84-0712-4dc9-bb96-ac9d5a682d17" providerId="ADAL" clId="{21FE1DB1-3186-CB40-A49B-AACAAB9B82E1}" dt="2023-11-12T21:14:43.542" v="1041" actId="20577"/>
        <pc:sldMkLst>
          <pc:docMk/>
          <pc:sldMk cId="3421611647" sldId="1069"/>
        </pc:sldMkLst>
        <pc:spChg chg="mod">
          <ac:chgData name="Sami Durrani" userId="45205e84-0712-4dc9-bb96-ac9d5a682d17" providerId="ADAL" clId="{21FE1DB1-3186-CB40-A49B-AACAAB9B82E1}" dt="2023-11-12T21:14:43.542" v="1041" actId="20577"/>
          <ac:spMkLst>
            <pc:docMk/>
            <pc:sldMk cId="3421611647" sldId="1069"/>
            <ac:spMk id="3" creationId="{D6CBE52E-1542-09DC-83BF-625E256D9EC4}"/>
          </ac:spMkLst>
        </pc:spChg>
        <pc:spChg chg="mod">
          <ac:chgData name="Sami Durrani" userId="45205e84-0712-4dc9-bb96-ac9d5a682d17" providerId="ADAL" clId="{21FE1DB1-3186-CB40-A49B-AACAAB9B82E1}" dt="2023-11-12T21:13:29.436" v="1029" actId="20577"/>
          <ac:spMkLst>
            <pc:docMk/>
            <pc:sldMk cId="3421611647" sldId="1069"/>
            <ac:spMk id="4" creationId="{F6BDF2FF-6B84-5BC5-75C1-B559EE2F7F64}"/>
          </ac:spMkLst>
        </pc:spChg>
      </pc:sldChg>
      <pc:sldChg chg="addSp delSp modSp mod">
        <pc:chgData name="Sami Durrani" userId="45205e84-0712-4dc9-bb96-ac9d5a682d17" providerId="ADAL" clId="{21FE1DB1-3186-CB40-A49B-AACAAB9B82E1}" dt="2023-11-12T21:02:31.134" v="777" actId="6549"/>
        <pc:sldMkLst>
          <pc:docMk/>
          <pc:sldMk cId="1179706059" sldId="1072"/>
        </pc:sldMkLst>
        <pc:spChg chg="del mod">
          <ac:chgData name="Sami Durrani" userId="45205e84-0712-4dc9-bb96-ac9d5a682d17" providerId="ADAL" clId="{21FE1DB1-3186-CB40-A49B-AACAAB9B82E1}" dt="2023-11-09T02:54:33.610" v="697" actId="478"/>
          <ac:spMkLst>
            <pc:docMk/>
            <pc:sldMk cId="1179706059" sldId="1072"/>
            <ac:spMk id="3" creationId="{CEECA0D9-6FE8-E105-13C1-A05FE2E4FF9B}"/>
          </ac:spMkLst>
        </pc:spChg>
        <pc:spChg chg="add mod">
          <ac:chgData name="Sami Durrani" userId="45205e84-0712-4dc9-bb96-ac9d5a682d17" providerId="ADAL" clId="{21FE1DB1-3186-CB40-A49B-AACAAB9B82E1}" dt="2023-11-12T21:02:31.134" v="777" actId="6549"/>
          <ac:spMkLst>
            <pc:docMk/>
            <pc:sldMk cId="1179706059" sldId="1072"/>
            <ac:spMk id="7" creationId="{40C6490E-27CE-36EB-143B-706C4AD48618}"/>
          </ac:spMkLst>
        </pc:spChg>
        <pc:picChg chg="add mod modCrop">
          <ac:chgData name="Sami Durrani" userId="45205e84-0712-4dc9-bb96-ac9d5a682d17" providerId="ADAL" clId="{21FE1DB1-3186-CB40-A49B-AACAAB9B82E1}" dt="2023-11-12T21:02:26.809" v="776" actId="14100"/>
          <ac:picMkLst>
            <pc:docMk/>
            <pc:sldMk cId="1179706059" sldId="1072"/>
            <ac:picMk id="5" creationId="{F27C5145-48EF-C934-7659-9261C2911FD2}"/>
          </ac:picMkLst>
        </pc:picChg>
        <pc:picChg chg="add del mod">
          <ac:chgData name="Sami Durrani" userId="45205e84-0712-4dc9-bb96-ac9d5a682d17" providerId="ADAL" clId="{21FE1DB1-3186-CB40-A49B-AACAAB9B82E1}" dt="2023-11-12T21:01:36.173" v="762" actId="478"/>
          <ac:picMkLst>
            <pc:docMk/>
            <pc:sldMk cId="1179706059" sldId="1072"/>
            <ac:picMk id="6" creationId="{0768306C-AAB1-EBD3-3BA2-9245539A335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3DC0B3-5EF0-664E-838F-04B083D0D31B}" type="doc">
      <dgm:prSet loTypeId="urn:microsoft.com/office/officeart/2005/8/layout/radial4" loCatId="icon" qsTypeId="urn:microsoft.com/office/officeart/2005/8/quickstyle/simple1" qsCatId="simple" csTypeId="urn:microsoft.com/office/officeart/2005/8/colors/colorful2" csCatId="colorful" phldr="1"/>
      <dgm:spPr/>
      <dgm:t>
        <a:bodyPr/>
        <a:lstStyle/>
        <a:p>
          <a:endParaRPr lang="en-US"/>
        </a:p>
      </dgm:t>
    </dgm:pt>
    <dgm:pt modelId="{3A183204-DE0C-804A-A29F-8F819836DC0C}">
      <dgm:prSet phldrT="[Text]"/>
      <dgm:spPr>
        <a:solidFill>
          <a:schemeClr val="accent1">
            <a:lumMod val="75000"/>
          </a:schemeClr>
        </a:solidFill>
      </dgm:spPr>
      <dgm:t>
        <a:bodyPr/>
        <a:lstStyle/>
        <a:p>
          <a:r>
            <a:rPr lang="en-US" dirty="0"/>
            <a:t>Potential use errors</a:t>
          </a:r>
        </a:p>
      </dgm:t>
    </dgm:pt>
    <dgm:pt modelId="{36ACB0E6-BA05-AE4C-8623-546C0B578D05}" type="parTrans" cxnId="{8FFB851A-8AEA-3A45-AA6F-2599F78F4C2C}">
      <dgm:prSet/>
      <dgm:spPr/>
      <dgm:t>
        <a:bodyPr/>
        <a:lstStyle/>
        <a:p>
          <a:endParaRPr lang="en-US"/>
        </a:p>
      </dgm:t>
    </dgm:pt>
    <dgm:pt modelId="{AE4CF756-26A4-E340-BEE0-9AAB2A10B068}" type="sibTrans" cxnId="{8FFB851A-8AEA-3A45-AA6F-2599F78F4C2C}">
      <dgm:prSet/>
      <dgm:spPr/>
      <dgm:t>
        <a:bodyPr/>
        <a:lstStyle/>
        <a:p>
          <a:endParaRPr lang="en-US"/>
        </a:p>
      </dgm:t>
    </dgm:pt>
    <dgm:pt modelId="{D1917F84-8EE2-4246-A780-EA60FC5B9B46}">
      <dgm:prSet phldrT="[Text]"/>
      <dgm:spPr/>
      <dgm:t>
        <a:bodyPr/>
        <a:lstStyle/>
        <a:p>
          <a:r>
            <a:rPr lang="en-US" dirty="0"/>
            <a:t>Post market surveillance </a:t>
          </a:r>
        </a:p>
      </dgm:t>
    </dgm:pt>
    <dgm:pt modelId="{C112FB30-13DF-3749-AA24-F191D58F23C9}" type="parTrans" cxnId="{DDFA5BEF-FE97-EF4A-989C-EE120E2C254A}">
      <dgm:prSet/>
      <dgm:spPr/>
      <dgm:t>
        <a:bodyPr/>
        <a:lstStyle/>
        <a:p>
          <a:endParaRPr lang="en-US"/>
        </a:p>
      </dgm:t>
    </dgm:pt>
    <dgm:pt modelId="{9C241D77-8862-AD4D-AE33-48BA6B9C841E}" type="sibTrans" cxnId="{DDFA5BEF-FE97-EF4A-989C-EE120E2C254A}">
      <dgm:prSet/>
      <dgm:spPr/>
      <dgm:t>
        <a:bodyPr/>
        <a:lstStyle/>
        <a:p>
          <a:endParaRPr lang="en-US"/>
        </a:p>
      </dgm:t>
    </dgm:pt>
    <dgm:pt modelId="{1DADAC15-D2DC-644C-B0ED-48DE98E19C4F}">
      <dgm:prSet phldrT="[Text]"/>
      <dgm:spPr/>
      <dgm:t>
        <a:bodyPr/>
        <a:lstStyle/>
        <a:p>
          <a:r>
            <a:rPr lang="en-US" dirty="0"/>
            <a:t>Known use- problems  analysis</a:t>
          </a:r>
        </a:p>
      </dgm:t>
    </dgm:pt>
    <dgm:pt modelId="{1554B203-6C69-7C49-B0AA-F1EB6426C7CF}" type="parTrans" cxnId="{B3E64FF7-0888-CC47-AD18-36574A661164}">
      <dgm:prSet/>
      <dgm:spPr/>
      <dgm:t>
        <a:bodyPr/>
        <a:lstStyle/>
        <a:p>
          <a:endParaRPr lang="en-US"/>
        </a:p>
      </dgm:t>
    </dgm:pt>
    <dgm:pt modelId="{D321AA5C-8D89-2A40-96FA-09359B28FEE1}" type="sibTrans" cxnId="{B3E64FF7-0888-CC47-AD18-36574A661164}">
      <dgm:prSet/>
      <dgm:spPr/>
      <dgm:t>
        <a:bodyPr/>
        <a:lstStyle/>
        <a:p>
          <a:endParaRPr lang="en-US"/>
        </a:p>
      </dgm:t>
    </dgm:pt>
    <dgm:pt modelId="{81AC88C6-2011-D641-ABC9-52704431E578}">
      <dgm:prSet phldrT="[Text]"/>
      <dgm:spPr/>
      <dgm:t>
        <a:bodyPr/>
        <a:lstStyle/>
        <a:p>
          <a:r>
            <a:rPr lang="en-US" dirty="0"/>
            <a:t>Task analysis</a:t>
          </a:r>
        </a:p>
      </dgm:t>
    </dgm:pt>
    <dgm:pt modelId="{E8678ACB-8C96-FB40-8E97-57A79E3F27B5}" type="parTrans" cxnId="{F825402F-C7E7-474B-9DC8-B0021458F538}">
      <dgm:prSet/>
      <dgm:spPr/>
      <dgm:t>
        <a:bodyPr/>
        <a:lstStyle/>
        <a:p>
          <a:endParaRPr lang="en-US"/>
        </a:p>
      </dgm:t>
    </dgm:pt>
    <dgm:pt modelId="{E6980CE0-3622-5A4A-9D23-49B15BCEC067}" type="sibTrans" cxnId="{F825402F-C7E7-474B-9DC8-B0021458F538}">
      <dgm:prSet/>
      <dgm:spPr/>
      <dgm:t>
        <a:bodyPr/>
        <a:lstStyle/>
        <a:p>
          <a:endParaRPr lang="en-US"/>
        </a:p>
      </dgm:t>
    </dgm:pt>
    <dgm:pt modelId="{330A33A2-CC9E-0145-B434-C4BC5ADF600A}">
      <dgm:prSet phldrT="[Text]"/>
      <dgm:spPr/>
      <dgm:t>
        <a:bodyPr/>
        <a:lstStyle/>
        <a:p>
          <a:r>
            <a:rPr lang="en-US" dirty="0"/>
            <a:t>HF testing data</a:t>
          </a:r>
        </a:p>
      </dgm:t>
    </dgm:pt>
    <dgm:pt modelId="{0005DF76-72DF-2A43-AE87-98D3644B0015}" type="parTrans" cxnId="{2A67DB26-B212-2D42-8404-CE4D8D85CBB5}">
      <dgm:prSet/>
      <dgm:spPr/>
      <dgm:t>
        <a:bodyPr/>
        <a:lstStyle/>
        <a:p>
          <a:endParaRPr lang="en-US"/>
        </a:p>
      </dgm:t>
    </dgm:pt>
    <dgm:pt modelId="{9C525F44-8703-D246-BB74-F599211727CD}" type="sibTrans" cxnId="{2A67DB26-B212-2D42-8404-CE4D8D85CBB5}">
      <dgm:prSet/>
      <dgm:spPr/>
      <dgm:t>
        <a:bodyPr/>
        <a:lstStyle/>
        <a:p>
          <a:endParaRPr lang="en-US"/>
        </a:p>
      </dgm:t>
    </dgm:pt>
    <dgm:pt modelId="{34374959-7553-7046-8A69-B2E1FA8F1E9F}">
      <dgm:prSet phldrT="[Text]"/>
      <dgm:spPr/>
      <dgm:t>
        <a:bodyPr/>
        <a:lstStyle/>
        <a:p>
          <a:r>
            <a:rPr lang="en-US" dirty="0"/>
            <a:t>Expert and heuristic analyses</a:t>
          </a:r>
        </a:p>
      </dgm:t>
    </dgm:pt>
    <dgm:pt modelId="{CB72BF6B-F1BC-BC4C-BA89-715FADC01973}" type="parTrans" cxnId="{2B929757-0728-5E4D-B241-EBB373BE155D}">
      <dgm:prSet/>
      <dgm:spPr/>
      <dgm:t>
        <a:bodyPr/>
        <a:lstStyle/>
        <a:p>
          <a:endParaRPr lang="en-US"/>
        </a:p>
      </dgm:t>
    </dgm:pt>
    <dgm:pt modelId="{18E0E616-023F-7642-8377-8873A17A8055}" type="sibTrans" cxnId="{2B929757-0728-5E4D-B241-EBB373BE155D}">
      <dgm:prSet/>
      <dgm:spPr/>
      <dgm:t>
        <a:bodyPr/>
        <a:lstStyle/>
        <a:p>
          <a:endParaRPr lang="en-US"/>
        </a:p>
      </dgm:t>
    </dgm:pt>
    <dgm:pt modelId="{957BE5CC-0443-4C41-8F48-C140D5009CD1}">
      <dgm:prSet phldrT="[Text]"/>
      <dgm:spPr/>
      <dgm:t>
        <a:bodyPr/>
        <a:lstStyle/>
        <a:p>
          <a:r>
            <a:rPr lang="en-US" dirty="0"/>
            <a:t>FMEAs</a:t>
          </a:r>
        </a:p>
      </dgm:t>
    </dgm:pt>
    <dgm:pt modelId="{56C461DA-43D5-BE4C-A23C-02647B694269}" type="parTrans" cxnId="{9FC897C8-1FC2-8E49-A536-BCEB7FC09C9D}">
      <dgm:prSet/>
      <dgm:spPr/>
      <dgm:t>
        <a:bodyPr/>
        <a:lstStyle/>
        <a:p>
          <a:endParaRPr lang="en-US"/>
        </a:p>
      </dgm:t>
    </dgm:pt>
    <dgm:pt modelId="{77E18EE0-601F-5B43-BA91-3EB3A895E7D0}" type="sibTrans" cxnId="{9FC897C8-1FC2-8E49-A536-BCEB7FC09C9D}">
      <dgm:prSet/>
      <dgm:spPr/>
      <dgm:t>
        <a:bodyPr/>
        <a:lstStyle/>
        <a:p>
          <a:endParaRPr lang="en-US"/>
        </a:p>
      </dgm:t>
    </dgm:pt>
    <dgm:pt modelId="{84FA6F7E-F61E-1A48-9ECD-E9E73FB2BEA9}">
      <dgm:prSet phldrT="[Text]"/>
      <dgm:spPr/>
      <dgm:t>
        <a:bodyPr/>
        <a:lstStyle/>
        <a:p>
          <a:r>
            <a:rPr lang="en-US" dirty="0"/>
            <a:t>Other sources</a:t>
          </a:r>
        </a:p>
      </dgm:t>
    </dgm:pt>
    <dgm:pt modelId="{483ED06E-9616-8744-97CC-20DEC21ABF7D}" type="parTrans" cxnId="{4C799704-97A1-0045-9930-0748C5E599E0}">
      <dgm:prSet/>
      <dgm:spPr/>
      <dgm:t>
        <a:bodyPr/>
        <a:lstStyle/>
        <a:p>
          <a:endParaRPr lang="en-US"/>
        </a:p>
      </dgm:t>
    </dgm:pt>
    <dgm:pt modelId="{0A7BE3EA-98C1-CA45-887C-B705B3C03B74}" type="sibTrans" cxnId="{4C799704-97A1-0045-9930-0748C5E599E0}">
      <dgm:prSet/>
      <dgm:spPr/>
      <dgm:t>
        <a:bodyPr/>
        <a:lstStyle/>
        <a:p>
          <a:endParaRPr lang="en-US"/>
        </a:p>
      </dgm:t>
    </dgm:pt>
    <dgm:pt modelId="{E9E91212-49B8-BD4C-BBB8-A26751BEE95B}" type="pres">
      <dgm:prSet presAssocID="{B83DC0B3-5EF0-664E-838F-04B083D0D31B}" presName="cycle" presStyleCnt="0">
        <dgm:presLayoutVars>
          <dgm:chMax val="1"/>
          <dgm:dir/>
          <dgm:animLvl val="ctr"/>
          <dgm:resizeHandles val="exact"/>
        </dgm:presLayoutVars>
      </dgm:prSet>
      <dgm:spPr/>
    </dgm:pt>
    <dgm:pt modelId="{A9E0D95A-4F2C-DF4B-B47A-4A18EEDDB266}" type="pres">
      <dgm:prSet presAssocID="{3A183204-DE0C-804A-A29F-8F819836DC0C}" presName="centerShape" presStyleLbl="node0" presStyleIdx="0" presStyleCnt="1"/>
      <dgm:spPr/>
    </dgm:pt>
    <dgm:pt modelId="{A5D9A5CB-1E09-1E45-9AD0-DC9B944E5842}" type="pres">
      <dgm:prSet presAssocID="{1554B203-6C69-7C49-B0AA-F1EB6426C7CF}" presName="parTrans" presStyleLbl="bgSibTrans2D1" presStyleIdx="0" presStyleCnt="7"/>
      <dgm:spPr/>
    </dgm:pt>
    <dgm:pt modelId="{3283BB18-5712-F04E-A317-454A3EE5A046}" type="pres">
      <dgm:prSet presAssocID="{1DADAC15-D2DC-644C-B0ED-48DE98E19C4F}" presName="node" presStyleLbl="node1" presStyleIdx="0" presStyleCnt="7">
        <dgm:presLayoutVars>
          <dgm:bulletEnabled val="1"/>
        </dgm:presLayoutVars>
      </dgm:prSet>
      <dgm:spPr/>
    </dgm:pt>
    <dgm:pt modelId="{DC985B95-B966-2F4E-9578-A3CC24751AE9}" type="pres">
      <dgm:prSet presAssocID="{C112FB30-13DF-3749-AA24-F191D58F23C9}" presName="parTrans" presStyleLbl="bgSibTrans2D1" presStyleIdx="1" presStyleCnt="7"/>
      <dgm:spPr/>
    </dgm:pt>
    <dgm:pt modelId="{B8988368-91BC-8A4F-8965-6BD733881FEF}" type="pres">
      <dgm:prSet presAssocID="{D1917F84-8EE2-4246-A780-EA60FC5B9B46}" presName="node" presStyleLbl="node1" presStyleIdx="1" presStyleCnt="7">
        <dgm:presLayoutVars>
          <dgm:bulletEnabled val="1"/>
        </dgm:presLayoutVars>
      </dgm:prSet>
      <dgm:spPr/>
    </dgm:pt>
    <dgm:pt modelId="{5E3F02FB-9B65-9F4E-95C9-28C3E105E66F}" type="pres">
      <dgm:prSet presAssocID="{E8678ACB-8C96-FB40-8E97-57A79E3F27B5}" presName="parTrans" presStyleLbl="bgSibTrans2D1" presStyleIdx="2" presStyleCnt="7"/>
      <dgm:spPr/>
    </dgm:pt>
    <dgm:pt modelId="{937606BD-42F5-E849-884E-8FAF21A3D249}" type="pres">
      <dgm:prSet presAssocID="{81AC88C6-2011-D641-ABC9-52704431E578}" presName="node" presStyleLbl="node1" presStyleIdx="2" presStyleCnt="7">
        <dgm:presLayoutVars>
          <dgm:bulletEnabled val="1"/>
        </dgm:presLayoutVars>
      </dgm:prSet>
      <dgm:spPr/>
    </dgm:pt>
    <dgm:pt modelId="{5F007BEC-E37A-7E4F-83ED-18A1E115F101}" type="pres">
      <dgm:prSet presAssocID="{0005DF76-72DF-2A43-AE87-98D3644B0015}" presName="parTrans" presStyleLbl="bgSibTrans2D1" presStyleIdx="3" presStyleCnt="7"/>
      <dgm:spPr/>
    </dgm:pt>
    <dgm:pt modelId="{298FA0D6-4720-1542-BF0E-D57188E062ED}" type="pres">
      <dgm:prSet presAssocID="{330A33A2-CC9E-0145-B434-C4BC5ADF600A}" presName="node" presStyleLbl="node1" presStyleIdx="3" presStyleCnt="7">
        <dgm:presLayoutVars>
          <dgm:bulletEnabled val="1"/>
        </dgm:presLayoutVars>
      </dgm:prSet>
      <dgm:spPr/>
    </dgm:pt>
    <dgm:pt modelId="{B43D319F-7906-1A4C-95EC-3E5FAEFBBDAA}" type="pres">
      <dgm:prSet presAssocID="{CB72BF6B-F1BC-BC4C-BA89-715FADC01973}" presName="parTrans" presStyleLbl="bgSibTrans2D1" presStyleIdx="4" presStyleCnt="7"/>
      <dgm:spPr/>
    </dgm:pt>
    <dgm:pt modelId="{14A603F6-8AF5-D94D-8E6A-237F6696D4A2}" type="pres">
      <dgm:prSet presAssocID="{34374959-7553-7046-8A69-B2E1FA8F1E9F}" presName="node" presStyleLbl="node1" presStyleIdx="4" presStyleCnt="7">
        <dgm:presLayoutVars>
          <dgm:bulletEnabled val="1"/>
        </dgm:presLayoutVars>
      </dgm:prSet>
      <dgm:spPr/>
    </dgm:pt>
    <dgm:pt modelId="{880B37FD-E843-034D-AE1C-73C22AA47AC1}" type="pres">
      <dgm:prSet presAssocID="{56C461DA-43D5-BE4C-A23C-02647B694269}" presName="parTrans" presStyleLbl="bgSibTrans2D1" presStyleIdx="5" presStyleCnt="7"/>
      <dgm:spPr/>
    </dgm:pt>
    <dgm:pt modelId="{B6CE7B36-EF1A-044F-8EE0-922FF6D68AC4}" type="pres">
      <dgm:prSet presAssocID="{957BE5CC-0443-4C41-8F48-C140D5009CD1}" presName="node" presStyleLbl="node1" presStyleIdx="5" presStyleCnt="7">
        <dgm:presLayoutVars>
          <dgm:bulletEnabled val="1"/>
        </dgm:presLayoutVars>
      </dgm:prSet>
      <dgm:spPr/>
    </dgm:pt>
    <dgm:pt modelId="{902491A5-A6BB-9B45-819A-07A6E04C25C5}" type="pres">
      <dgm:prSet presAssocID="{483ED06E-9616-8744-97CC-20DEC21ABF7D}" presName="parTrans" presStyleLbl="bgSibTrans2D1" presStyleIdx="6" presStyleCnt="7"/>
      <dgm:spPr/>
    </dgm:pt>
    <dgm:pt modelId="{05270862-A75E-5545-9910-7D29817E7CD5}" type="pres">
      <dgm:prSet presAssocID="{84FA6F7E-F61E-1A48-9ECD-E9E73FB2BEA9}" presName="node" presStyleLbl="node1" presStyleIdx="6" presStyleCnt="7">
        <dgm:presLayoutVars>
          <dgm:bulletEnabled val="1"/>
        </dgm:presLayoutVars>
      </dgm:prSet>
      <dgm:spPr/>
    </dgm:pt>
  </dgm:ptLst>
  <dgm:cxnLst>
    <dgm:cxn modelId="{4C799704-97A1-0045-9930-0748C5E599E0}" srcId="{3A183204-DE0C-804A-A29F-8F819836DC0C}" destId="{84FA6F7E-F61E-1A48-9ECD-E9E73FB2BEA9}" srcOrd="6" destOrd="0" parTransId="{483ED06E-9616-8744-97CC-20DEC21ABF7D}" sibTransId="{0A7BE3EA-98C1-CA45-887C-B705B3C03B74}"/>
    <dgm:cxn modelId="{A6C9E209-0910-7546-8D09-889960F442C0}" type="presOf" srcId="{D1917F84-8EE2-4246-A780-EA60FC5B9B46}" destId="{B8988368-91BC-8A4F-8965-6BD733881FEF}" srcOrd="0" destOrd="0" presId="urn:microsoft.com/office/officeart/2005/8/layout/radial4"/>
    <dgm:cxn modelId="{08BBF219-000A-EC41-AAC0-469C2F17BDF5}" type="presOf" srcId="{C112FB30-13DF-3749-AA24-F191D58F23C9}" destId="{DC985B95-B966-2F4E-9578-A3CC24751AE9}" srcOrd="0" destOrd="0" presId="urn:microsoft.com/office/officeart/2005/8/layout/radial4"/>
    <dgm:cxn modelId="{8FFB851A-8AEA-3A45-AA6F-2599F78F4C2C}" srcId="{B83DC0B3-5EF0-664E-838F-04B083D0D31B}" destId="{3A183204-DE0C-804A-A29F-8F819836DC0C}" srcOrd="0" destOrd="0" parTransId="{36ACB0E6-BA05-AE4C-8623-546C0B578D05}" sibTransId="{AE4CF756-26A4-E340-BEE0-9AAB2A10B068}"/>
    <dgm:cxn modelId="{B3E7CF21-944D-B24B-9CFD-61B2D6C5A183}" type="presOf" srcId="{81AC88C6-2011-D641-ABC9-52704431E578}" destId="{937606BD-42F5-E849-884E-8FAF21A3D249}" srcOrd="0" destOrd="0" presId="urn:microsoft.com/office/officeart/2005/8/layout/radial4"/>
    <dgm:cxn modelId="{F1285522-C1DF-B049-BE38-9C9F4AA3B52A}" type="presOf" srcId="{330A33A2-CC9E-0145-B434-C4BC5ADF600A}" destId="{298FA0D6-4720-1542-BF0E-D57188E062ED}" srcOrd="0" destOrd="0" presId="urn:microsoft.com/office/officeart/2005/8/layout/radial4"/>
    <dgm:cxn modelId="{2A67DB26-B212-2D42-8404-CE4D8D85CBB5}" srcId="{3A183204-DE0C-804A-A29F-8F819836DC0C}" destId="{330A33A2-CC9E-0145-B434-C4BC5ADF600A}" srcOrd="3" destOrd="0" parTransId="{0005DF76-72DF-2A43-AE87-98D3644B0015}" sibTransId="{9C525F44-8703-D246-BB74-F599211727CD}"/>
    <dgm:cxn modelId="{F825402F-C7E7-474B-9DC8-B0021458F538}" srcId="{3A183204-DE0C-804A-A29F-8F819836DC0C}" destId="{81AC88C6-2011-D641-ABC9-52704431E578}" srcOrd="2" destOrd="0" parTransId="{E8678ACB-8C96-FB40-8E97-57A79E3F27B5}" sibTransId="{E6980CE0-3622-5A4A-9D23-49B15BCEC067}"/>
    <dgm:cxn modelId="{768B983B-07C8-B942-92B4-18633C7AF23D}" type="presOf" srcId="{3A183204-DE0C-804A-A29F-8F819836DC0C}" destId="{A9E0D95A-4F2C-DF4B-B47A-4A18EEDDB266}" srcOrd="0" destOrd="0" presId="urn:microsoft.com/office/officeart/2005/8/layout/radial4"/>
    <dgm:cxn modelId="{2B929757-0728-5E4D-B241-EBB373BE155D}" srcId="{3A183204-DE0C-804A-A29F-8F819836DC0C}" destId="{34374959-7553-7046-8A69-B2E1FA8F1E9F}" srcOrd="4" destOrd="0" parTransId="{CB72BF6B-F1BC-BC4C-BA89-715FADC01973}" sibTransId="{18E0E616-023F-7642-8377-8873A17A8055}"/>
    <dgm:cxn modelId="{04949066-23D6-BB47-AC98-F0CC12F46B42}" type="presOf" srcId="{84FA6F7E-F61E-1A48-9ECD-E9E73FB2BEA9}" destId="{05270862-A75E-5545-9910-7D29817E7CD5}" srcOrd="0" destOrd="0" presId="urn:microsoft.com/office/officeart/2005/8/layout/radial4"/>
    <dgm:cxn modelId="{2DAC35A2-1320-5540-AB6C-B332B0DC37EA}" type="presOf" srcId="{34374959-7553-7046-8A69-B2E1FA8F1E9F}" destId="{14A603F6-8AF5-D94D-8E6A-237F6696D4A2}" srcOrd="0" destOrd="0" presId="urn:microsoft.com/office/officeart/2005/8/layout/radial4"/>
    <dgm:cxn modelId="{388C97C6-152A-3946-82C9-173DD44887E5}" type="presOf" srcId="{CB72BF6B-F1BC-BC4C-BA89-715FADC01973}" destId="{B43D319F-7906-1A4C-95EC-3E5FAEFBBDAA}" srcOrd="0" destOrd="0" presId="urn:microsoft.com/office/officeart/2005/8/layout/radial4"/>
    <dgm:cxn modelId="{9FC897C8-1FC2-8E49-A536-BCEB7FC09C9D}" srcId="{3A183204-DE0C-804A-A29F-8F819836DC0C}" destId="{957BE5CC-0443-4C41-8F48-C140D5009CD1}" srcOrd="5" destOrd="0" parTransId="{56C461DA-43D5-BE4C-A23C-02647B694269}" sibTransId="{77E18EE0-601F-5B43-BA91-3EB3A895E7D0}"/>
    <dgm:cxn modelId="{DBF4FAC9-9591-764D-959C-F887E1669888}" type="presOf" srcId="{1554B203-6C69-7C49-B0AA-F1EB6426C7CF}" destId="{A5D9A5CB-1E09-1E45-9AD0-DC9B944E5842}" srcOrd="0" destOrd="0" presId="urn:microsoft.com/office/officeart/2005/8/layout/radial4"/>
    <dgm:cxn modelId="{65096FCE-D699-B543-A575-34B28B273469}" type="presOf" srcId="{957BE5CC-0443-4C41-8F48-C140D5009CD1}" destId="{B6CE7B36-EF1A-044F-8EE0-922FF6D68AC4}" srcOrd="0" destOrd="0" presId="urn:microsoft.com/office/officeart/2005/8/layout/radial4"/>
    <dgm:cxn modelId="{0CA714D7-D219-E245-8A46-2FAD52412351}" type="presOf" srcId="{0005DF76-72DF-2A43-AE87-98D3644B0015}" destId="{5F007BEC-E37A-7E4F-83ED-18A1E115F101}" srcOrd="0" destOrd="0" presId="urn:microsoft.com/office/officeart/2005/8/layout/radial4"/>
    <dgm:cxn modelId="{182C74DB-83AF-A247-BE34-679AE3412AC8}" type="presOf" srcId="{56C461DA-43D5-BE4C-A23C-02647B694269}" destId="{880B37FD-E843-034D-AE1C-73C22AA47AC1}" srcOrd="0" destOrd="0" presId="urn:microsoft.com/office/officeart/2005/8/layout/radial4"/>
    <dgm:cxn modelId="{DDFA5BEF-FE97-EF4A-989C-EE120E2C254A}" srcId="{3A183204-DE0C-804A-A29F-8F819836DC0C}" destId="{D1917F84-8EE2-4246-A780-EA60FC5B9B46}" srcOrd="1" destOrd="0" parTransId="{C112FB30-13DF-3749-AA24-F191D58F23C9}" sibTransId="{9C241D77-8862-AD4D-AE33-48BA6B9C841E}"/>
    <dgm:cxn modelId="{2E4C8FF2-325D-9140-88EE-98055C91B42F}" type="presOf" srcId="{1DADAC15-D2DC-644C-B0ED-48DE98E19C4F}" destId="{3283BB18-5712-F04E-A317-454A3EE5A046}" srcOrd="0" destOrd="0" presId="urn:microsoft.com/office/officeart/2005/8/layout/radial4"/>
    <dgm:cxn modelId="{06CCF1F3-BBA7-6646-965F-8D344FDB2AF6}" type="presOf" srcId="{B83DC0B3-5EF0-664E-838F-04B083D0D31B}" destId="{E9E91212-49B8-BD4C-BBB8-A26751BEE95B}" srcOrd="0" destOrd="0" presId="urn:microsoft.com/office/officeart/2005/8/layout/radial4"/>
    <dgm:cxn modelId="{D7281EF5-E7B8-774D-B67A-877A2D959CD4}" type="presOf" srcId="{E8678ACB-8C96-FB40-8E97-57A79E3F27B5}" destId="{5E3F02FB-9B65-9F4E-95C9-28C3E105E66F}" srcOrd="0" destOrd="0" presId="urn:microsoft.com/office/officeart/2005/8/layout/radial4"/>
    <dgm:cxn modelId="{B3E64FF7-0888-CC47-AD18-36574A661164}" srcId="{3A183204-DE0C-804A-A29F-8F819836DC0C}" destId="{1DADAC15-D2DC-644C-B0ED-48DE98E19C4F}" srcOrd="0" destOrd="0" parTransId="{1554B203-6C69-7C49-B0AA-F1EB6426C7CF}" sibTransId="{D321AA5C-8D89-2A40-96FA-09359B28FEE1}"/>
    <dgm:cxn modelId="{90C5C3FC-B007-3247-AE16-B09EB94D96CC}" type="presOf" srcId="{483ED06E-9616-8744-97CC-20DEC21ABF7D}" destId="{902491A5-A6BB-9B45-819A-07A6E04C25C5}" srcOrd="0" destOrd="0" presId="urn:microsoft.com/office/officeart/2005/8/layout/radial4"/>
    <dgm:cxn modelId="{E74B4E16-9DCD-1941-A7BE-7E056E1C8A70}" type="presParOf" srcId="{E9E91212-49B8-BD4C-BBB8-A26751BEE95B}" destId="{A9E0D95A-4F2C-DF4B-B47A-4A18EEDDB266}" srcOrd="0" destOrd="0" presId="urn:microsoft.com/office/officeart/2005/8/layout/radial4"/>
    <dgm:cxn modelId="{60B7F655-C93B-D046-A32E-832E656AB9CB}" type="presParOf" srcId="{E9E91212-49B8-BD4C-BBB8-A26751BEE95B}" destId="{A5D9A5CB-1E09-1E45-9AD0-DC9B944E5842}" srcOrd="1" destOrd="0" presId="urn:microsoft.com/office/officeart/2005/8/layout/radial4"/>
    <dgm:cxn modelId="{2C951342-05D9-074A-9CF5-899A6DBDAB4E}" type="presParOf" srcId="{E9E91212-49B8-BD4C-BBB8-A26751BEE95B}" destId="{3283BB18-5712-F04E-A317-454A3EE5A046}" srcOrd="2" destOrd="0" presId="urn:microsoft.com/office/officeart/2005/8/layout/radial4"/>
    <dgm:cxn modelId="{6F5B25B6-16A1-FB4F-87AD-C7651A37A8D6}" type="presParOf" srcId="{E9E91212-49B8-BD4C-BBB8-A26751BEE95B}" destId="{DC985B95-B966-2F4E-9578-A3CC24751AE9}" srcOrd="3" destOrd="0" presId="urn:microsoft.com/office/officeart/2005/8/layout/radial4"/>
    <dgm:cxn modelId="{9FA2A331-5A20-334F-A757-D0E1F4FAF296}" type="presParOf" srcId="{E9E91212-49B8-BD4C-BBB8-A26751BEE95B}" destId="{B8988368-91BC-8A4F-8965-6BD733881FEF}" srcOrd="4" destOrd="0" presId="urn:microsoft.com/office/officeart/2005/8/layout/radial4"/>
    <dgm:cxn modelId="{5DC914D7-71C4-6A43-8789-92000BC79341}" type="presParOf" srcId="{E9E91212-49B8-BD4C-BBB8-A26751BEE95B}" destId="{5E3F02FB-9B65-9F4E-95C9-28C3E105E66F}" srcOrd="5" destOrd="0" presId="urn:microsoft.com/office/officeart/2005/8/layout/radial4"/>
    <dgm:cxn modelId="{03BDF6E1-0A27-C04E-80C3-F9B0E115B2CD}" type="presParOf" srcId="{E9E91212-49B8-BD4C-BBB8-A26751BEE95B}" destId="{937606BD-42F5-E849-884E-8FAF21A3D249}" srcOrd="6" destOrd="0" presId="urn:microsoft.com/office/officeart/2005/8/layout/radial4"/>
    <dgm:cxn modelId="{3CB47337-0EA3-D94F-813F-B22798D0F20C}" type="presParOf" srcId="{E9E91212-49B8-BD4C-BBB8-A26751BEE95B}" destId="{5F007BEC-E37A-7E4F-83ED-18A1E115F101}" srcOrd="7" destOrd="0" presId="urn:microsoft.com/office/officeart/2005/8/layout/radial4"/>
    <dgm:cxn modelId="{E3A61680-B66F-1F4B-BE09-76427290F42C}" type="presParOf" srcId="{E9E91212-49B8-BD4C-BBB8-A26751BEE95B}" destId="{298FA0D6-4720-1542-BF0E-D57188E062ED}" srcOrd="8" destOrd="0" presId="urn:microsoft.com/office/officeart/2005/8/layout/radial4"/>
    <dgm:cxn modelId="{289BE75F-741D-E443-9BF6-04CCB976372B}" type="presParOf" srcId="{E9E91212-49B8-BD4C-BBB8-A26751BEE95B}" destId="{B43D319F-7906-1A4C-95EC-3E5FAEFBBDAA}" srcOrd="9" destOrd="0" presId="urn:microsoft.com/office/officeart/2005/8/layout/radial4"/>
    <dgm:cxn modelId="{A6167DE3-96DC-D647-B418-665D0626F928}" type="presParOf" srcId="{E9E91212-49B8-BD4C-BBB8-A26751BEE95B}" destId="{14A603F6-8AF5-D94D-8E6A-237F6696D4A2}" srcOrd="10" destOrd="0" presId="urn:microsoft.com/office/officeart/2005/8/layout/radial4"/>
    <dgm:cxn modelId="{E16C8584-1F13-A643-BA59-D0ED975956F8}" type="presParOf" srcId="{E9E91212-49B8-BD4C-BBB8-A26751BEE95B}" destId="{880B37FD-E843-034D-AE1C-73C22AA47AC1}" srcOrd="11" destOrd="0" presId="urn:microsoft.com/office/officeart/2005/8/layout/radial4"/>
    <dgm:cxn modelId="{2DB40C2D-7B91-5943-B90A-31CFC94657EE}" type="presParOf" srcId="{E9E91212-49B8-BD4C-BBB8-A26751BEE95B}" destId="{B6CE7B36-EF1A-044F-8EE0-922FF6D68AC4}" srcOrd="12" destOrd="0" presId="urn:microsoft.com/office/officeart/2005/8/layout/radial4"/>
    <dgm:cxn modelId="{B37BDA83-5DE8-7847-B602-9D865A6B3C2E}" type="presParOf" srcId="{E9E91212-49B8-BD4C-BBB8-A26751BEE95B}" destId="{902491A5-A6BB-9B45-819A-07A6E04C25C5}" srcOrd="13" destOrd="0" presId="urn:microsoft.com/office/officeart/2005/8/layout/radial4"/>
    <dgm:cxn modelId="{BF5F2E22-B3E5-B643-9691-12150BB32BAD}" type="presParOf" srcId="{E9E91212-49B8-BD4C-BBB8-A26751BEE95B}" destId="{05270862-A75E-5545-9910-7D29817E7CD5}" srcOrd="1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0D95A-4F2C-DF4B-B47A-4A18EEDDB266}">
      <dsp:nvSpPr>
        <dsp:cNvPr id="0" name=""/>
        <dsp:cNvSpPr/>
      </dsp:nvSpPr>
      <dsp:spPr>
        <a:xfrm>
          <a:off x="2292548" y="2369110"/>
          <a:ext cx="1510903" cy="1510903"/>
        </a:xfrm>
        <a:prstGeom prst="ellipse">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Potential use errors</a:t>
          </a:r>
        </a:p>
      </dsp:txBody>
      <dsp:txXfrm>
        <a:off x="2513815" y="2590377"/>
        <a:ext cx="1068369" cy="1068369"/>
      </dsp:txXfrm>
    </dsp:sp>
    <dsp:sp modelId="{A5D9A5CB-1E09-1E45-9AD0-DC9B944E5842}">
      <dsp:nvSpPr>
        <dsp:cNvPr id="0" name=""/>
        <dsp:cNvSpPr/>
      </dsp:nvSpPr>
      <dsp:spPr>
        <a:xfrm rot="10800000">
          <a:off x="530476" y="2909258"/>
          <a:ext cx="1665157" cy="430607"/>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83BB18-5712-F04E-A317-454A3EE5A046}">
      <dsp:nvSpPr>
        <dsp:cNvPr id="0" name=""/>
        <dsp:cNvSpPr/>
      </dsp:nvSpPr>
      <dsp:spPr>
        <a:xfrm>
          <a:off x="1660" y="2701509"/>
          <a:ext cx="1057632" cy="84610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Known use- problems  analysis</a:t>
          </a:r>
        </a:p>
      </dsp:txBody>
      <dsp:txXfrm>
        <a:off x="26442" y="2726291"/>
        <a:ext cx="1008068" cy="796541"/>
      </dsp:txXfrm>
    </dsp:sp>
    <dsp:sp modelId="{DC985B95-B966-2F4E-9578-A3CC24751AE9}">
      <dsp:nvSpPr>
        <dsp:cNvPr id="0" name=""/>
        <dsp:cNvSpPr/>
      </dsp:nvSpPr>
      <dsp:spPr>
        <a:xfrm rot="12600000">
          <a:off x="756216" y="2066786"/>
          <a:ext cx="1665157" cy="430607"/>
        </a:xfrm>
        <a:prstGeom prst="leftArrow">
          <a:avLst>
            <a:gd name="adj1" fmla="val 60000"/>
            <a:gd name="adj2" fmla="val 50000"/>
          </a:avLst>
        </a:prstGeom>
        <a:solidFill>
          <a:schemeClr val="accent2">
            <a:hueOff val="-510301"/>
            <a:satOff val="-15107"/>
            <a:lumOff val="235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988368-91BC-8A4F-8965-6BD733881FEF}">
      <dsp:nvSpPr>
        <dsp:cNvPr id="0" name=""/>
        <dsp:cNvSpPr/>
      </dsp:nvSpPr>
      <dsp:spPr>
        <a:xfrm>
          <a:off x="338944" y="1442747"/>
          <a:ext cx="1057632" cy="846105"/>
        </a:xfrm>
        <a:prstGeom prst="roundRect">
          <a:avLst>
            <a:gd name="adj" fmla="val 10000"/>
          </a:avLst>
        </a:prstGeom>
        <a:solidFill>
          <a:schemeClr val="accent2">
            <a:hueOff val="-510301"/>
            <a:satOff val="-15107"/>
            <a:lumOff val="23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Post market surveillance </a:t>
          </a:r>
        </a:p>
      </dsp:txBody>
      <dsp:txXfrm>
        <a:off x="363726" y="1467529"/>
        <a:ext cx="1008068" cy="796541"/>
      </dsp:txXfrm>
    </dsp:sp>
    <dsp:sp modelId="{5E3F02FB-9B65-9F4E-95C9-28C3E105E66F}">
      <dsp:nvSpPr>
        <dsp:cNvPr id="0" name=""/>
        <dsp:cNvSpPr/>
      </dsp:nvSpPr>
      <dsp:spPr>
        <a:xfrm rot="14400000">
          <a:off x="1372948" y="1450053"/>
          <a:ext cx="1665157" cy="430607"/>
        </a:xfrm>
        <a:prstGeom prst="leftArrow">
          <a:avLst>
            <a:gd name="adj1" fmla="val 60000"/>
            <a:gd name="adj2" fmla="val 50000"/>
          </a:avLst>
        </a:prstGeom>
        <a:solidFill>
          <a:schemeClr val="accent2">
            <a:hueOff val="-1020602"/>
            <a:satOff val="-30213"/>
            <a:lumOff val="470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7606BD-42F5-E849-884E-8FAF21A3D249}">
      <dsp:nvSpPr>
        <dsp:cNvPr id="0" name=""/>
        <dsp:cNvSpPr/>
      </dsp:nvSpPr>
      <dsp:spPr>
        <a:xfrm>
          <a:off x="1260422" y="521270"/>
          <a:ext cx="1057632" cy="846105"/>
        </a:xfrm>
        <a:prstGeom prst="roundRect">
          <a:avLst>
            <a:gd name="adj" fmla="val 10000"/>
          </a:avLst>
        </a:prstGeom>
        <a:solidFill>
          <a:schemeClr val="accent2">
            <a:hueOff val="-1020602"/>
            <a:satOff val="-30213"/>
            <a:lumOff val="470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Task analysis</a:t>
          </a:r>
        </a:p>
      </dsp:txBody>
      <dsp:txXfrm>
        <a:off x="1285204" y="546052"/>
        <a:ext cx="1008068" cy="796541"/>
      </dsp:txXfrm>
    </dsp:sp>
    <dsp:sp modelId="{5F007BEC-E37A-7E4F-83ED-18A1E115F101}">
      <dsp:nvSpPr>
        <dsp:cNvPr id="0" name=""/>
        <dsp:cNvSpPr/>
      </dsp:nvSpPr>
      <dsp:spPr>
        <a:xfrm rot="16200000">
          <a:off x="2215421" y="1224314"/>
          <a:ext cx="1665157" cy="430607"/>
        </a:xfrm>
        <a:prstGeom prst="leftArrow">
          <a:avLst>
            <a:gd name="adj1" fmla="val 60000"/>
            <a:gd name="adj2" fmla="val 50000"/>
          </a:avLst>
        </a:prstGeom>
        <a:solidFill>
          <a:schemeClr val="accent2">
            <a:hueOff val="-1530902"/>
            <a:satOff val="-45320"/>
            <a:lumOff val="705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98FA0D6-4720-1542-BF0E-D57188E062ED}">
      <dsp:nvSpPr>
        <dsp:cNvPr id="0" name=""/>
        <dsp:cNvSpPr/>
      </dsp:nvSpPr>
      <dsp:spPr>
        <a:xfrm>
          <a:off x="2519183" y="183986"/>
          <a:ext cx="1057632" cy="846105"/>
        </a:xfrm>
        <a:prstGeom prst="roundRect">
          <a:avLst>
            <a:gd name="adj" fmla="val 10000"/>
          </a:avLst>
        </a:prstGeom>
        <a:solidFill>
          <a:schemeClr val="accent2">
            <a:hueOff val="-1530902"/>
            <a:satOff val="-45320"/>
            <a:lumOff val="70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HF testing data</a:t>
          </a:r>
        </a:p>
      </dsp:txBody>
      <dsp:txXfrm>
        <a:off x="2543965" y="208768"/>
        <a:ext cx="1008068" cy="796541"/>
      </dsp:txXfrm>
    </dsp:sp>
    <dsp:sp modelId="{B43D319F-7906-1A4C-95EC-3E5FAEFBBDAA}">
      <dsp:nvSpPr>
        <dsp:cNvPr id="0" name=""/>
        <dsp:cNvSpPr/>
      </dsp:nvSpPr>
      <dsp:spPr>
        <a:xfrm rot="18000000">
          <a:off x="3057893" y="1450053"/>
          <a:ext cx="1665157" cy="430607"/>
        </a:xfrm>
        <a:prstGeom prst="leftArrow">
          <a:avLst>
            <a:gd name="adj1" fmla="val 60000"/>
            <a:gd name="adj2" fmla="val 50000"/>
          </a:avLst>
        </a:prstGeom>
        <a:solidFill>
          <a:schemeClr val="accent2">
            <a:hueOff val="-2041203"/>
            <a:satOff val="-60427"/>
            <a:lumOff val="941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A603F6-8AF5-D94D-8E6A-237F6696D4A2}">
      <dsp:nvSpPr>
        <dsp:cNvPr id="0" name=""/>
        <dsp:cNvSpPr/>
      </dsp:nvSpPr>
      <dsp:spPr>
        <a:xfrm>
          <a:off x="3777945" y="521270"/>
          <a:ext cx="1057632" cy="846105"/>
        </a:xfrm>
        <a:prstGeom prst="roundRect">
          <a:avLst>
            <a:gd name="adj" fmla="val 10000"/>
          </a:avLst>
        </a:prstGeom>
        <a:solidFill>
          <a:schemeClr val="accent2">
            <a:hueOff val="-2041203"/>
            <a:satOff val="-60427"/>
            <a:lumOff val="94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Expert and heuristic analyses</a:t>
          </a:r>
        </a:p>
      </dsp:txBody>
      <dsp:txXfrm>
        <a:off x="3802727" y="546052"/>
        <a:ext cx="1008068" cy="796541"/>
      </dsp:txXfrm>
    </dsp:sp>
    <dsp:sp modelId="{880B37FD-E843-034D-AE1C-73C22AA47AC1}">
      <dsp:nvSpPr>
        <dsp:cNvPr id="0" name=""/>
        <dsp:cNvSpPr/>
      </dsp:nvSpPr>
      <dsp:spPr>
        <a:xfrm rot="19800000">
          <a:off x="3674625" y="2066786"/>
          <a:ext cx="1665157" cy="430607"/>
        </a:xfrm>
        <a:prstGeom prst="leftArrow">
          <a:avLst>
            <a:gd name="adj1" fmla="val 60000"/>
            <a:gd name="adj2" fmla="val 50000"/>
          </a:avLst>
        </a:prstGeom>
        <a:solidFill>
          <a:schemeClr val="accent2">
            <a:hueOff val="-2551504"/>
            <a:satOff val="-75533"/>
            <a:lumOff val="1176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CE7B36-EF1A-044F-8EE0-922FF6D68AC4}">
      <dsp:nvSpPr>
        <dsp:cNvPr id="0" name=""/>
        <dsp:cNvSpPr/>
      </dsp:nvSpPr>
      <dsp:spPr>
        <a:xfrm>
          <a:off x="4699423" y="1442747"/>
          <a:ext cx="1057632" cy="846105"/>
        </a:xfrm>
        <a:prstGeom prst="roundRect">
          <a:avLst>
            <a:gd name="adj" fmla="val 10000"/>
          </a:avLst>
        </a:prstGeom>
        <a:solidFill>
          <a:schemeClr val="accent2">
            <a:hueOff val="-2551504"/>
            <a:satOff val="-75533"/>
            <a:lumOff val="117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FMEAs</a:t>
          </a:r>
        </a:p>
      </dsp:txBody>
      <dsp:txXfrm>
        <a:off x="4724205" y="1467529"/>
        <a:ext cx="1008068" cy="796541"/>
      </dsp:txXfrm>
    </dsp:sp>
    <dsp:sp modelId="{902491A5-A6BB-9B45-819A-07A6E04C25C5}">
      <dsp:nvSpPr>
        <dsp:cNvPr id="0" name=""/>
        <dsp:cNvSpPr/>
      </dsp:nvSpPr>
      <dsp:spPr>
        <a:xfrm>
          <a:off x="3900365" y="2909258"/>
          <a:ext cx="1665157" cy="430607"/>
        </a:xfrm>
        <a:prstGeom prst="leftArrow">
          <a:avLst>
            <a:gd name="adj1" fmla="val 60000"/>
            <a:gd name="adj2" fmla="val 50000"/>
          </a:avLst>
        </a:prstGeom>
        <a:solidFill>
          <a:schemeClr val="accent2">
            <a:hueOff val="-3061805"/>
            <a:satOff val="-90640"/>
            <a:lumOff val="141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270862-A75E-5545-9910-7D29817E7CD5}">
      <dsp:nvSpPr>
        <dsp:cNvPr id="0" name=""/>
        <dsp:cNvSpPr/>
      </dsp:nvSpPr>
      <dsp:spPr>
        <a:xfrm>
          <a:off x="5036707" y="2701509"/>
          <a:ext cx="1057632" cy="846105"/>
        </a:xfrm>
        <a:prstGeom prst="roundRect">
          <a:avLst>
            <a:gd name="adj" fmla="val 10000"/>
          </a:avLst>
        </a:prstGeom>
        <a:solidFill>
          <a:schemeClr val="accent2">
            <a:hueOff val="-3061805"/>
            <a:satOff val="-90640"/>
            <a:lumOff val="141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t>Other sources</a:t>
          </a:r>
        </a:p>
      </dsp:txBody>
      <dsp:txXfrm>
        <a:off x="5061489" y="2726291"/>
        <a:ext cx="1008068" cy="796541"/>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8" name="Shape 58"/>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9" name="Shape 59"/>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179586001"/>
      </p:ext>
    </p:extLst>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introductions </a:t>
            </a:r>
          </a:p>
        </p:txBody>
      </p:sp>
    </p:spTree>
    <p:extLst>
      <p:ext uri="{BB962C8B-B14F-4D97-AF65-F5344CB8AC3E}">
        <p14:creationId xmlns:p14="http://schemas.microsoft.com/office/powerpoint/2010/main" val="143590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CD0D0046-454C-3D4B-9F6F-F26E8C63E1E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4739" name="Rectangle 3">
            <a:extLst>
              <a:ext uri="{FF2B5EF4-FFF2-40B4-BE49-F238E27FC236}">
                <a16:creationId xmlns:a16="http://schemas.microsoft.com/office/drawing/2014/main" id="{8DDD45E3-F29B-0DB8-071C-EF48C4D0CB94}"/>
              </a:ext>
            </a:extLst>
          </p:cNvPr>
          <p:cNvSpPr>
            <a:spLocks noGrp="1" noChangeArrowheads="1"/>
          </p:cNvSpPr>
          <p:nvPr>
            <p:ph type="body" idx="1"/>
          </p:nvPr>
        </p:nvSpPr>
        <p:spPr bwMode="auto">
          <a:xfrm>
            <a:off x="914400" y="4343400"/>
            <a:ext cx="5029200" cy="41148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r>
              <a:rPr lang="en-US" altLang="en-US" dirty="0"/>
              <a:t>As a reminder the HF process in medical device development is important because m</a:t>
            </a:r>
            <a:r>
              <a:rPr lang="en-US" dirty="0"/>
              <a:t>edical devices, whether they are simple tools or complex machines, are often used in critical situations where a mistake can have serious consequences. A design that does not consider the user's needs, abilities, and limitations can lead to errors and patient harm.</a:t>
            </a:r>
          </a:p>
          <a:p>
            <a:endParaRPr lang="en-US" altLang="en-US" dirty="0"/>
          </a:p>
          <a:p>
            <a:r>
              <a:rPr lang="en-US" altLang="en-US" dirty="0"/>
              <a:t>The overall process in b</a:t>
            </a:r>
            <a:r>
              <a:rPr lang="en-US" dirty="0"/>
              <a:t>egins by understanding who the users are, their needs, and the environments in which they will use the device, then we conduct an iterative use-related risk analysis. We then design the device, making sure to incorporate human factors principles into the design process to make the UI resistant to use errors (and to also increase usability and user satisfaction). As we design the device we update our use-related risk analysis to match the device design and uncover if any new use related risks have been introduced and we conduct testing along the way to ensure that the designs that we develop are effective in controlling risk. </a:t>
            </a:r>
          </a:p>
          <a:p>
            <a:endParaRPr lang="en-US" dirty="0"/>
          </a:p>
          <a:p>
            <a:r>
              <a:rPr lang="en-US" dirty="0"/>
              <a:t>In other lectures conducting a task analysis to identify potential use errors, as well as how to write good use errors.</a:t>
            </a:r>
          </a:p>
          <a:p>
            <a:endParaRPr lang="en-US" altLang="en-US" b="0" i="0" dirty="0">
              <a:solidFill>
                <a:srgbClr val="374151"/>
              </a:solidFill>
              <a:effectLst/>
              <a:latin typeface="Söhn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its also important to note that there are many other sources of use errors that we need to look to conduct a comprehensive use related risk analysis. In this lecture we will work though an example of going through from a task analysis to a URRA document.</a:t>
            </a:r>
          </a:p>
        </p:txBody>
      </p:sp>
    </p:spTree>
    <p:extLst>
      <p:ext uri="{BB962C8B-B14F-4D97-AF65-F5344CB8AC3E}">
        <p14:creationId xmlns:p14="http://schemas.microsoft.com/office/powerpoint/2010/main" val="2632219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A KPA helps identify how people have made mistakes or otherwise struggled using products similar to the one being developed. This can be your own products, a previous version of it, or similar ones you have in the market, or it could be products that competitors might make. Over even a product with just a similar user interfaces, user interactions and/or uses. Online data-sources, such as Manufacturer and User Facility Device Experience (MAUDE). Are a great source of data. Manufacturer and User Facility Device Experience (MAUDE) database represents reports of adverse events involving medical devices.</a:t>
            </a:r>
          </a:p>
          <a:p>
            <a:pPr algn="l"/>
            <a:r>
              <a:rPr lang="en-US" dirty="0"/>
              <a:t>The searchable database contains the last 10 years of medical device report (MDR) data.</a:t>
            </a:r>
          </a:p>
          <a:p>
            <a:pPr algn="l"/>
            <a:endParaRPr lang="en-US" dirty="0"/>
          </a:p>
        </p:txBody>
      </p:sp>
    </p:spTree>
    <p:extLst>
      <p:ext uri="{BB962C8B-B14F-4D97-AF65-F5344CB8AC3E}">
        <p14:creationId xmlns:p14="http://schemas.microsoft.com/office/powerpoint/2010/main" val="161753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538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b="0" i="0" dirty="0">
              <a:solidFill>
                <a:srgbClr val="374151"/>
              </a:solidFill>
              <a:effectLst/>
              <a:latin typeface="Söhne"/>
            </a:endParaRPr>
          </a:p>
          <a:p>
            <a:r>
              <a:rPr lang="en-US" altLang="en-US" b="0" i="0" dirty="0">
                <a:solidFill>
                  <a:srgbClr val="374151"/>
                </a:solidFill>
                <a:effectLst/>
                <a:latin typeface="Söhne"/>
              </a:rPr>
              <a:t>Important notes to mention:</a:t>
            </a:r>
          </a:p>
          <a:p>
            <a:r>
              <a:rPr lang="en-US" altLang="en-US" b="0" i="0" dirty="0">
                <a:solidFill>
                  <a:srgbClr val="374151"/>
                </a:solidFill>
                <a:effectLst/>
                <a:latin typeface="Söhne"/>
              </a:rPr>
              <a:t>-The URRA and your task analysis will go through several iterations.</a:t>
            </a:r>
          </a:p>
          <a:p>
            <a:r>
              <a:rPr lang="en-US" altLang="en-US" b="0" i="0" dirty="0">
                <a:solidFill>
                  <a:srgbClr val="374151"/>
                </a:solidFill>
                <a:effectLst/>
                <a:latin typeface="Söhne"/>
              </a:rPr>
              <a:t>-In practical sense, its easiest to use you task analysis as your draft URRA, add in all your other UEs there and when it comes time to make your final URRA draft, simplify for it for the agency.</a:t>
            </a:r>
          </a:p>
          <a:p>
            <a:endParaRPr lang="en-US" altLang="en-US" b="0" i="0" dirty="0">
              <a:solidFill>
                <a:srgbClr val="374151"/>
              </a:solidFill>
              <a:effectLst/>
              <a:latin typeface="Söhne"/>
            </a:endParaRPr>
          </a:p>
          <a:p>
            <a:r>
              <a:rPr lang="en-US" altLang="en-US" b="0" i="0" dirty="0">
                <a:solidFill>
                  <a:srgbClr val="374151"/>
                </a:solidFill>
                <a:effectLst/>
                <a:latin typeface="Söhne"/>
              </a:rPr>
              <a:t>When is it time to make your final URRA draft: once we have completed the process, our design is locked, we develop a final draft of our URRA. This final draft becomes the basis of the validation study. I say final draft because if we’ve done our jobs correctly, we shouldn’t expect to see any new use errors and our results should validate that all of our implemented are effective. But that’s not always the case, so you can’t really finalize your URRA until after you have had a successful validation study.</a:t>
            </a:r>
          </a:p>
          <a:p>
            <a:endParaRPr lang="en-US" altLang="en-US" b="0" i="0" dirty="0">
              <a:solidFill>
                <a:srgbClr val="374151"/>
              </a:solidFill>
              <a:effectLst/>
              <a:latin typeface="Söhne"/>
            </a:endParaRPr>
          </a:p>
          <a:p>
            <a:endParaRPr lang="en-US" dirty="0"/>
          </a:p>
        </p:txBody>
      </p:sp>
    </p:spTree>
    <p:extLst>
      <p:ext uri="{BB962C8B-B14F-4D97-AF65-F5344CB8AC3E}">
        <p14:creationId xmlns:p14="http://schemas.microsoft.com/office/powerpoint/2010/main" val="3116377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reminder, here is the structure of a URRA, as requested by the FDA&gt;</a:t>
            </a:r>
          </a:p>
          <a:p>
            <a:endParaRPr lang="en-US" dirty="0"/>
          </a:p>
          <a:p>
            <a:pPr marL="342900" marR="0" lvl="0" indent="-342900" defTabSz="45720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altLang="en-US" b="0" i="0" dirty="0">
                <a:solidFill>
                  <a:srgbClr val="374151"/>
                </a:solidFill>
                <a:effectLst/>
                <a:latin typeface="Söhne"/>
              </a:rPr>
              <a:t>When is it time to make your final URRA draft: once we have completed the process, our design is locked, we develop a final draft of our URRA. This final draft becomes the basis of the validation study. I say final draft because if we’ve done our jobs correctly, we shouldn’t expect to see any new use errors and our results should validate that all of our implemented are effective. But that’s not always the case, so you can’t really finalize your URRA until after you have had a successful validation study.</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28887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xfrm>
            <a:off x="8153400" y="6632675"/>
            <a:ext cx="762000" cy="153888"/>
          </a:xfrm>
          <a:prstGeom prst="rect">
            <a:avLst/>
          </a:prstGeom>
        </p:spPr>
        <p:txBody>
          <a:bodyPr/>
          <a:lstStyle>
            <a:lvl1pPr>
              <a:defRPr sz="1000"/>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0">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lass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153400" y="6629400"/>
            <a:ext cx="762000" cy="184666"/>
          </a:xfrm>
        </p:spPr>
        <p:txBody>
          <a:bodyPr/>
          <a:lstStyle/>
          <a:p>
            <a:fld id="{86CB4B4D-7CA3-9044-876B-883B54F8677D}" type="slidenum">
              <a:rPr lang="en-US" smtClean="0"/>
              <a:pPr/>
              <a:t>‹#›</a:t>
            </a:fld>
            <a:endParaRPr lang="en-US" dirty="0"/>
          </a:p>
        </p:txBody>
      </p:sp>
      <p:sp>
        <p:nvSpPr>
          <p:cNvPr id="7" name="Content Placeholder 6"/>
          <p:cNvSpPr>
            <a:spLocks noGrp="1"/>
          </p:cNvSpPr>
          <p:nvPr>
            <p:ph sz="quarter" idx="11"/>
          </p:nvPr>
        </p:nvSpPr>
        <p:spPr>
          <a:xfrm>
            <a:off x="453080" y="1143000"/>
            <a:ext cx="7886700" cy="5486400"/>
          </a:xfrm>
        </p:spPr>
        <p:txBody>
          <a:bodyPr/>
          <a:lstStyle>
            <a:lvl1pPr marL="344488" indent="-227013">
              <a:buFont typeface="Wingdings" charset="2"/>
              <a:buChar char="§"/>
              <a:tabLst/>
              <a:defRPr sz="2800">
                <a:latin typeface="+mn-ea"/>
                <a:ea typeface="+mn-ea"/>
              </a:defRPr>
            </a:lvl1pPr>
            <a:lvl2pPr marL="688975" indent="-239713">
              <a:buFont typeface="Wingdings" charset="2"/>
              <a:buChar char="§"/>
              <a:tabLst/>
              <a:defRPr sz="2400">
                <a:latin typeface="+mn-ea"/>
                <a:ea typeface="+mn-ea"/>
              </a:defRPr>
            </a:lvl2pPr>
            <a:lvl3pPr marL="979488" indent="-230188">
              <a:buFont typeface="Wingdings" charset="2"/>
              <a:buChar char="§"/>
              <a:tabLst/>
              <a:defRPr sz="2400">
                <a:latin typeface="+mn-ea"/>
                <a:ea typeface="+mn-ea"/>
              </a:defRPr>
            </a:lvl3pPr>
            <a:lvl4pPr marL="1397793" indent="-354806">
              <a:buFont typeface="Wingdings" charset="2"/>
              <a:buChar char="§"/>
              <a:defRPr sz="2800">
                <a:latin typeface="+mn-ea"/>
                <a:ea typeface="+mn-ea"/>
              </a:defRPr>
            </a:lvl4pPr>
            <a:lvl5pPr marL="1610783" indent="-304270">
              <a:buFont typeface="Wingdings" charset="2"/>
              <a:buChar char="§"/>
              <a:defRPr sz="2800">
                <a:latin typeface="+mn-ea"/>
                <a:ea typeface="+mn-ea"/>
              </a:defRPr>
            </a:lvl5pPr>
          </a:lstStyle>
          <a:p>
            <a:pPr lvl="0"/>
            <a:r>
              <a:rPr lang="en-US" dirty="0"/>
              <a:t>Click to edit Master text styles</a:t>
            </a:r>
          </a:p>
          <a:p>
            <a:pPr lvl="1"/>
            <a:r>
              <a:rPr lang="en-US" dirty="0"/>
              <a:t>Second level</a:t>
            </a:r>
          </a:p>
          <a:p>
            <a:pPr lvl="2"/>
            <a:r>
              <a:rPr lang="en-US" dirty="0"/>
              <a:t>Third level</a:t>
            </a:r>
          </a:p>
        </p:txBody>
      </p:sp>
      <p:sp>
        <p:nvSpPr>
          <p:cNvPr id="16" name="Title 15"/>
          <p:cNvSpPr>
            <a:spLocks noGrp="1"/>
          </p:cNvSpPr>
          <p:nvPr>
            <p:ph type="title"/>
          </p:nvPr>
        </p:nvSpPr>
        <p:spPr>
          <a:xfrm>
            <a:off x="453080" y="381000"/>
            <a:ext cx="7886700" cy="533400"/>
          </a:xfrm>
        </p:spPr>
        <p:txBody>
          <a:bodyPr/>
          <a:lstStyle/>
          <a:p>
            <a:r>
              <a:rPr lang="en-US" dirty="0"/>
              <a:t>Click to edit Master title style</a:t>
            </a:r>
          </a:p>
        </p:txBody>
      </p:sp>
    </p:spTree>
    <p:extLst>
      <p:ext uri="{BB962C8B-B14F-4D97-AF65-F5344CB8AC3E}">
        <p14:creationId xmlns:p14="http://schemas.microsoft.com/office/powerpoint/2010/main" val="1268405620"/>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277159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dirty="0"/>
          </a:p>
        </p:txBody>
      </p:sp>
      <p:sp>
        <p:nvSpPr>
          <p:cNvPr id="4" name="Footer Placeholder 3"/>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15739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83653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1"/>
        <p:cNvGrpSpPr/>
        <p:nvPr/>
      </p:nvGrpSpPr>
      <p:grpSpPr>
        <a:xfrm>
          <a:off x="0" y="0"/>
          <a:ext cx="0" cy="0"/>
          <a:chOff x="0" y="0"/>
          <a:chExt cx="0" cy="0"/>
        </a:xfrm>
      </p:grpSpPr>
      <p:cxnSp>
        <p:nvCxnSpPr>
          <p:cNvPr id="22" name="Shape 22"/>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23" name="Shape 23"/>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24" name="Shape 24"/>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25" name="Shape 25"/>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2400250" y="1683455"/>
            <a:ext cx="6321600" cy="4003200"/>
          </a:xfrm>
          <a:prstGeom prst="rect">
            <a:avLst/>
          </a:prstGeom>
        </p:spPr>
        <p:txBody>
          <a:bodyPr lIns="91425" tIns="91425" rIns="91425" bIns="91425" anchor="t" anchorCtr="0"/>
          <a:lstStyle>
            <a:lvl1pPr lvl="0">
              <a:spcBef>
                <a:spcPts val="0"/>
              </a:spcBef>
              <a:spcAft>
                <a:spcPts val="1200"/>
              </a:spcAft>
              <a:buChar char="●"/>
              <a:defRPr/>
            </a:lvl1pPr>
            <a:lvl2pPr lvl="1">
              <a:spcBef>
                <a:spcPts val="0"/>
              </a:spcBef>
              <a:buChar char="○"/>
              <a:defRPr/>
            </a:lvl2pPr>
            <a:lvl3pPr lvl="2">
              <a:spcBef>
                <a:spcPts val="0"/>
              </a:spcBef>
              <a:spcAft>
                <a:spcPts val="1200"/>
              </a:spcAft>
              <a:buChar char="■"/>
              <a:defRPr/>
            </a:lvl3pPr>
            <a:lvl4pPr lvl="3">
              <a:spcBef>
                <a:spcPts val="0"/>
              </a:spcBef>
              <a:spcAft>
                <a:spcPts val="1200"/>
              </a:spcAft>
              <a:buChar char="●"/>
              <a:defRPr/>
            </a:lvl4pPr>
            <a:lvl5pPr lvl="4">
              <a:spcBef>
                <a:spcPts val="0"/>
              </a:spcBef>
              <a:spcAft>
                <a:spcPts val="1200"/>
              </a:spcAft>
              <a:buChar char="○"/>
              <a:defRPr/>
            </a:lvl5pPr>
            <a:lvl6pPr lvl="5">
              <a:spcBef>
                <a:spcPts val="0"/>
              </a:spcBef>
              <a:spcAft>
                <a:spcPts val="1200"/>
              </a:spcAft>
              <a:buChar char="■"/>
              <a:defRPr/>
            </a:lvl6pPr>
            <a:lvl7pPr lvl="6">
              <a:spcBef>
                <a:spcPts val="0"/>
              </a:spcBef>
              <a:spcAft>
                <a:spcPts val="1200"/>
              </a:spcAft>
              <a:buChar char="●"/>
              <a:defRPr/>
            </a:lvl7pPr>
            <a:lvl8pPr lvl="7">
              <a:spcBef>
                <a:spcPts val="0"/>
              </a:spcBef>
              <a:spcAft>
                <a:spcPts val="1200"/>
              </a:spcAft>
              <a:buChar char="○"/>
              <a:defRPr/>
            </a:lvl8pPr>
            <a:lvl9pPr lvl="8">
              <a:spcBef>
                <a:spcPts val="0"/>
              </a:spcBef>
              <a:buChar char="■"/>
              <a:defRPr/>
            </a:lvl9pPr>
          </a:lstStyle>
          <a:p>
            <a:endParaRPr/>
          </a:p>
        </p:txBody>
      </p:sp>
      <p:sp>
        <p:nvSpPr>
          <p:cNvPr id="27" name="Shape 27"/>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80131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cxnSp>
        <p:nvCxnSpPr>
          <p:cNvPr id="29" name="Shape 29"/>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30" name="Shape 30"/>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31" name="Shape 31"/>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32" name="Shape 32"/>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3" name="Shape 33"/>
          <p:cNvSpPr txBox="1">
            <a:spLocks noGrp="1"/>
          </p:cNvSpPr>
          <p:nvPr>
            <p:ph type="body" idx="1"/>
          </p:nvPr>
        </p:nvSpPr>
        <p:spPr>
          <a:xfrm>
            <a:off x="2386533"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4" name="Shape 34"/>
          <p:cNvSpPr txBox="1">
            <a:spLocks noGrp="1"/>
          </p:cNvSpPr>
          <p:nvPr>
            <p:ph type="body" idx="2"/>
          </p:nvPr>
        </p:nvSpPr>
        <p:spPr>
          <a:xfrm>
            <a:off x="5636802"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5" name="Shape 35"/>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192008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 4"/>
          <p:cNvSpPr/>
          <p:nvPr/>
        </p:nvSpPr>
        <p:spPr>
          <a:xfrm>
            <a:off x="457199" y="989014"/>
            <a:ext cx="7882581" cy="1586"/>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 name="Shape 6"/>
          <p:cNvSpPr>
            <a:spLocks noGrp="1"/>
          </p:cNvSpPr>
          <p:nvPr>
            <p:ph type="body" idx="1"/>
          </p:nvPr>
        </p:nvSpPr>
        <p:spPr>
          <a:xfrm>
            <a:off x="457200" y="1246703"/>
            <a:ext cx="7882580" cy="5611297"/>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p>
            <a:pPr marL="419100" lvl="0" indent="-382587">
              <a:spcBef>
                <a:spcPts val="700"/>
              </a:spcBef>
              <a:buClr>
                <a:srgbClr val="6EA0B0"/>
              </a:buClr>
              <a:buSzPct val="80000"/>
              <a:buFont typeface="Wingdings" panose="05000000000000000000" pitchFamily="2" charset="2"/>
              <a:buChar char="§"/>
              <a:defRPr sz="1800"/>
            </a:pPr>
            <a:r>
              <a:rPr sz="3000" dirty="0"/>
              <a:t>Body Level One</a:t>
            </a:r>
          </a:p>
          <a:p>
            <a:pPr lvl="1">
              <a:defRPr sz="1800"/>
            </a:pPr>
            <a:r>
              <a:rPr sz="3000" dirty="0"/>
              <a:t>Body Level Two</a:t>
            </a:r>
          </a:p>
          <a:p>
            <a:pPr lvl="2">
              <a:defRPr sz="1800"/>
            </a:pPr>
            <a:r>
              <a:rPr sz="3000" dirty="0"/>
              <a:t>Body Level Three</a:t>
            </a:r>
          </a:p>
          <a:p>
            <a:pPr lvl="3">
              <a:defRPr sz="1800"/>
            </a:pPr>
            <a:r>
              <a:rPr sz="3000" dirty="0"/>
              <a:t>Body Level Four</a:t>
            </a:r>
          </a:p>
          <a:p>
            <a:pPr lvl="4">
              <a:defRPr sz="1800"/>
            </a:pPr>
            <a:r>
              <a:rPr sz="3000" dirty="0"/>
              <a:t>Body Level Five</a:t>
            </a:r>
          </a:p>
        </p:txBody>
      </p:sp>
      <p:sp>
        <p:nvSpPr>
          <p:cNvPr id="7" name="Shape 7"/>
          <p:cNvSpPr>
            <a:spLocks noGrp="1"/>
          </p:cNvSpPr>
          <p:nvPr>
            <p:ph type="sldNum" sz="quarter" idx="2"/>
          </p:nvPr>
        </p:nvSpPr>
        <p:spPr>
          <a:xfrm>
            <a:off x="8153400" y="6601897"/>
            <a:ext cx="762000" cy="184666"/>
          </a:xfrm>
          <a:prstGeom prst="rect">
            <a:avLst/>
          </a:prstGeom>
          <a:ln w="12700">
            <a:miter lim="400000"/>
          </a:ln>
        </p:spPr>
        <p:txBody>
          <a:bodyPr lIns="0" tIns="0" rIns="0" bIns="0" anchor="b">
            <a:spAutoFit/>
          </a:bodyPr>
          <a:lstStyle>
            <a:lvl1pPr algn="r">
              <a:defRPr sz="1200"/>
            </a:lvl1pPr>
          </a:lstStyle>
          <a:p>
            <a:fld id="{86CB4B4D-7CA3-9044-876B-883B54F8677D}" type="slidenum">
              <a:rPr lang="en-US" smtClean="0"/>
              <a:pPr/>
              <a:t>‹#›</a:t>
            </a:fld>
            <a:endParaRPr lang="en-US" dirty="0"/>
          </a:p>
        </p:txBody>
      </p:sp>
      <p:sp>
        <p:nvSpPr>
          <p:cNvPr id="10" name="Title Placeholder 9"/>
          <p:cNvSpPr>
            <a:spLocks noGrp="1"/>
          </p:cNvSpPr>
          <p:nvPr>
            <p:ph type="title"/>
          </p:nvPr>
        </p:nvSpPr>
        <p:spPr>
          <a:xfrm>
            <a:off x="453080" y="152400"/>
            <a:ext cx="7886700" cy="563563"/>
          </a:xfrm>
          <a:prstGeom prst="rect">
            <a:avLst/>
          </a:prstGeom>
        </p:spPr>
        <p:txBody>
          <a:bodyPr vert="horz" lIns="91440" tIns="45720" rIns="91440" bIns="45720" rtlCol="0" anchor="ctr">
            <a:normAutofit/>
          </a:bodyPr>
          <a:lstStyle/>
          <a:p>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5" r:id="rId4"/>
    <p:sldLayoutId id="2147483656" r:id="rId5"/>
    <p:sldLayoutId id="2147483657" r:id="rId6"/>
    <p:sldLayoutId id="2147483658" r:id="rId7"/>
    <p:sldLayoutId id="2147483659" r:id="rId8"/>
  </p:sldLayoutIdLst>
  <p:transition spd="med"/>
  <p:hf hdr="0" ftr="0" dt="0"/>
  <p:txStyles>
    <p:title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p:titleStyle>
    <p:body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p:bodyStyle>
    <p:otherStyle>
      <a:lvl1pPr>
        <a:defRPr>
          <a:solidFill>
            <a:schemeClr val="tx1"/>
          </a:solidFill>
          <a:latin typeface="+mn-lt"/>
          <a:ea typeface="+mn-ea"/>
          <a:cs typeface="+mn-cs"/>
          <a:sym typeface="Arial"/>
        </a:defRPr>
      </a:lvl1pPr>
      <a:lvl2pPr indent="457200">
        <a:defRPr>
          <a:solidFill>
            <a:schemeClr val="tx1"/>
          </a:solidFill>
          <a:latin typeface="+mn-lt"/>
          <a:ea typeface="+mn-ea"/>
          <a:cs typeface="+mn-cs"/>
          <a:sym typeface="Arial"/>
        </a:defRPr>
      </a:lvl2pPr>
      <a:lvl3pPr indent="914400">
        <a:defRPr>
          <a:solidFill>
            <a:schemeClr val="tx1"/>
          </a:solidFill>
          <a:latin typeface="+mn-lt"/>
          <a:ea typeface="+mn-ea"/>
          <a:cs typeface="+mn-cs"/>
          <a:sym typeface="Arial"/>
        </a:defRPr>
      </a:lvl3pPr>
      <a:lvl4pPr indent="1371600">
        <a:defRPr>
          <a:solidFill>
            <a:schemeClr val="tx1"/>
          </a:solidFill>
          <a:latin typeface="+mn-lt"/>
          <a:ea typeface="+mn-ea"/>
          <a:cs typeface="+mn-cs"/>
          <a:sym typeface="Arial"/>
        </a:defRPr>
      </a:lvl4pPr>
      <a:lvl5pPr indent="1828800">
        <a:defRPr>
          <a:solidFill>
            <a:schemeClr val="tx1"/>
          </a:solidFill>
          <a:latin typeface="+mn-lt"/>
          <a:ea typeface="+mn-ea"/>
          <a:cs typeface="+mn-cs"/>
          <a:sym typeface="Arial"/>
        </a:defRPr>
      </a:lvl5pPr>
      <a:lvl6pPr>
        <a:defRPr>
          <a:solidFill>
            <a:schemeClr val="tx1"/>
          </a:solidFill>
          <a:latin typeface="+mn-lt"/>
          <a:ea typeface="+mn-ea"/>
          <a:cs typeface="+mn-cs"/>
          <a:sym typeface="Arial"/>
        </a:defRPr>
      </a:lvl6pPr>
      <a:lvl7pPr>
        <a:defRPr>
          <a:solidFill>
            <a:schemeClr val="tx1"/>
          </a:solidFill>
          <a:latin typeface="+mn-lt"/>
          <a:ea typeface="+mn-ea"/>
          <a:cs typeface="+mn-cs"/>
          <a:sym typeface="Arial"/>
        </a:defRPr>
      </a:lvl7pPr>
      <a:lvl8pPr>
        <a:defRPr>
          <a:solidFill>
            <a:schemeClr val="tx1"/>
          </a:solidFill>
          <a:latin typeface="+mn-lt"/>
          <a:ea typeface="+mn-ea"/>
          <a:cs typeface="+mn-cs"/>
          <a:sym typeface="Arial"/>
        </a:defRPr>
      </a:lvl8pPr>
      <a:lvl9pPr>
        <a:defRPr>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 name="Shape 62"/>
          <p:cNvSpPr/>
          <p:nvPr/>
        </p:nvSpPr>
        <p:spPr>
          <a:xfrm>
            <a:off x="556910" y="3352800"/>
            <a:ext cx="7520290" cy="0"/>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4" name="Shape 64"/>
          <p:cNvSpPr/>
          <p:nvPr/>
        </p:nvSpPr>
        <p:spPr>
          <a:xfrm>
            <a:off x="1597023" y="6266021"/>
            <a:ext cx="6480177" cy="2154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r">
              <a:spcBef>
                <a:spcPts val="200"/>
              </a:spcBef>
              <a:defRPr sz="1200"/>
            </a:lvl1pPr>
          </a:lstStyle>
          <a:p>
            <a:pPr lvl="0">
              <a:defRPr sz="1800"/>
            </a:pPr>
            <a:r>
              <a:rPr lang="en-US" sz="1400" dirty="0">
                <a:latin typeface="+mj-lt"/>
              </a:rPr>
              <a:t>Sami Durrani PhD and Eric Bergman PhD</a:t>
            </a:r>
            <a:endParaRPr sz="1400" dirty="0">
              <a:latin typeface="+mj-lt"/>
            </a:endParaRPr>
          </a:p>
        </p:txBody>
      </p:sp>
      <p:sp>
        <p:nvSpPr>
          <p:cNvPr id="4" name="TextBox 3">
            <a:extLst>
              <a:ext uri="{FF2B5EF4-FFF2-40B4-BE49-F238E27FC236}">
                <a16:creationId xmlns:a16="http://schemas.microsoft.com/office/drawing/2014/main" id="{FD5F1C20-1729-502B-6468-FFD00C5A83A8}"/>
              </a:ext>
            </a:extLst>
          </p:cNvPr>
          <p:cNvSpPr txBox="1"/>
          <p:nvPr/>
        </p:nvSpPr>
        <p:spPr>
          <a:xfrm>
            <a:off x="532256" y="3407628"/>
            <a:ext cx="7621143"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r"/>
            <a:r>
              <a:rPr lang="en-US" sz="2400" dirty="0"/>
              <a:t>Developing the URRA</a:t>
            </a:r>
          </a:p>
        </p:txBody>
      </p:sp>
      <p:pic>
        <p:nvPicPr>
          <p:cNvPr id="2" name="Tufts_univ_seal_blue.jpg">
            <a:extLst>
              <a:ext uri="{FF2B5EF4-FFF2-40B4-BE49-F238E27FC236}">
                <a16:creationId xmlns:a16="http://schemas.microsoft.com/office/drawing/2014/main" id="{9C5B2176-F82D-93A9-D74A-DAFB0C09A2FB}"/>
              </a:ext>
            </a:extLst>
          </p:cNvPr>
          <p:cNvPicPr/>
          <p:nvPr/>
        </p:nvPicPr>
        <p:blipFill>
          <a:blip r:embed="rId3">
            <a:extLst>
              <a:ext uri="{28A0092B-C50C-407E-A947-70E740481C1C}">
                <a14:useLocalDpi xmlns:a14="http://schemas.microsoft.com/office/drawing/2010/main" val="0"/>
              </a:ext>
            </a:extLst>
          </a:blip>
          <a:srcRect/>
          <a:stretch/>
        </p:blipFill>
        <p:spPr>
          <a:xfrm>
            <a:off x="29936" y="2133600"/>
            <a:ext cx="2774496" cy="1635583"/>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4">
            <a:extLst>
              <a:ext uri="{FF2B5EF4-FFF2-40B4-BE49-F238E27FC236}">
                <a16:creationId xmlns:a16="http://schemas.microsoft.com/office/drawing/2014/main" id="{06A89A15-F396-2D07-2CC2-46123380246F}"/>
              </a:ext>
            </a:extLst>
          </p:cNvPr>
          <p:cNvSpPr>
            <a:spLocks noGrp="1" noChangeArrowheads="1"/>
          </p:cNvSpPr>
          <p:nvPr>
            <p:ph type="title"/>
          </p:nvPr>
        </p:nvSpPr>
        <p:spPr>
          <a:xfrm>
            <a:off x="453080" y="381000"/>
            <a:ext cx="7886700" cy="533400"/>
          </a:xfrm>
        </p:spPr>
        <p:txBody>
          <a:bodyPr lIns="90000" tIns="46800" rIns="90000" bIns="46800" anchor="ctr">
            <a:normAutofit fontScale="90000"/>
          </a:bodyPr>
          <a:lstStyle/>
          <a:p>
            <a:r>
              <a:rPr lang="en-US" altLang="en-US" dirty="0"/>
              <a:t>Review: Use-related risk analysis process </a:t>
            </a:r>
            <a:br>
              <a:rPr lang="en-US" altLang="en-US" dirty="0"/>
            </a:br>
            <a:r>
              <a:rPr lang="en-US" altLang="en-US" sz="1300" dirty="0"/>
              <a:t>(as defined by FDA)</a:t>
            </a:r>
            <a:endParaRPr lang="en-US" altLang="en-US" dirty="0"/>
          </a:p>
        </p:txBody>
      </p:sp>
      <p:pic>
        <p:nvPicPr>
          <p:cNvPr id="12" name="Content Placeholder 11" descr="A diagram of a process&#10;&#10;Description automatically generated">
            <a:extLst>
              <a:ext uri="{FF2B5EF4-FFF2-40B4-BE49-F238E27FC236}">
                <a16:creationId xmlns:a16="http://schemas.microsoft.com/office/drawing/2014/main" id="{A868188A-02FF-393F-89A8-431F39E065FA}"/>
              </a:ext>
            </a:extLst>
          </p:cNvPr>
          <p:cNvPicPr>
            <a:picLocks noGrp="1" noChangeAspect="1"/>
          </p:cNvPicPr>
          <p:nvPr>
            <p:ph sz="quarter" idx="11"/>
          </p:nvPr>
        </p:nvPicPr>
        <p:blipFill rotWithShape="1">
          <a:blip r:embed="rId3">
            <a:extLst>
              <a:ext uri="{28A0092B-C50C-407E-A947-70E740481C1C}">
                <a14:useLocalDpi xmlns:a14="http://schemas.microsoft.com/office/drawing/2010/main" val="0"/>
              </a:ext>
            </a:extLst>
          </a:blip>
          <a:srcRect l="7234"/>
          <a:stretch/>
        </p:blipFill>
        <p:spPr>
          <a:xfrm>
            <a:off x="1446408" y="1143000"/>
            <a:ext cx="5898760" cy="5486400"/>
          </a:xfrm>
        </p:spPr>
      </p:pic>
      <p:sp>
        <p:nvSpPr>
          <p:cNvPr id="13" name="Rectangle 12">
            <a:extLst>
              <a:ext uri="{FF2B5EF4-FFF2-40B4-BE49-F238E27FC236}">
                <a16:creationId xmlns:a16="http://schemas.microsoft.com/office/drawing/2014/main" id="{473C9294-6B94-5227-D09E-BDABA3B1F792}"/>
              </a:ext>
            </a:extLst>
          </p:cNvPr>
          <p:cNvSpPr/>
          <p:nvPr/>
        </p:nvSpPr>
        <p:spPr>
          <a:xfrm>
            <a:off x="1676400" y="1905000"/>
            <a:ext cx="2514600" cy="6096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4" name="TextBox 13">
            <a:extLst>
              <a:ext uri="{FF2B5EF4-FFF2-40B4-BE49-F238E27FC236}">
                <a16:creationId xmlns:a16="http://schemas.microsoft.com/office/drawing/2014/main" id="{172518F3-0C26-E834-E464-81042604E17C}"/>
              </a:ext>
            </a:extLst>
          </p:cNvPr>
          <p:cNvSpPr txBox="1"/>
          <p:nvPr/>
        </p:nvSpPr>
        <p:spPr>
          <a:xfrm>
            <a:off x="5867400" y="2667000"/>
            <a:ext cx="254456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FF0000"/>
                </a:solidFill>
                <a:effectLst/>
                <a:uFillTx/>
                <a:latin typeface="Arial"/>
                <a:ea typeface="Arial"/>
                <a:cs typeface="Arial"/>
                <a:sym typeface="Arial"/>
              </a:rPr>
              <a:t>Ongoing activity</a:t>
            </a:r>
          </a:p>
        </p:txBody>
      </p:sp>
      <p:cxnSp>
        <p:nvCxnSpPr>
          <p:cNvPr id="16" name="Straight Arrow Connector 15">
            <a:extLst>
              <a:ext uri="{FF2B5EF4-FFF2-40B4-BE49-F238E27FC236}">
                <a16:creationId xmlns:a16="http://schemas.microsoft.com/office/drawing/2014/main" id="{7D3913BA-E332-FEC1-815C-EC35F9D2D4D7}"/>
              </a:ext>
            </a:extLst>
          </p:cNvPr>
          <p:cNvCxnSpPr>
            <a:cxnSpLocks/>
          </p:cNvCxnSpPr>
          <p:nvPr/>
        </p:nvCxnSpPr>
        <p:spPr>
          <a:xfrm flipH="1" flipV="1">
            <a:off x="4191000" y="2286000"/>
            <a:ext cx="1676400" cy="565665"/>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138B92-6964-7139-CF88-50D6643A769D}"/>
              </a:ext>
            </a:extLst>
          </p:cNvPr>
          <p:cNvSpPr>
            <a:spLocks noGrp="1"/>
          </p:cNvSpPr>
          <p:nvPr>
            <p:ph type="sldNum" sz="quarter" idx="10"/>
          </p:nvPr>
        </p:nvSpPr>
        <p:spPr/>
        <p:txBody>
          <a:bodyPr/>
          <a:lstStyle/>
          <a:p>
            <a:fld id="{86CB4B4D-7CA3-9044-876B-883B54F8677D}" type="slidenum">
              <a:rPr lang="en-US" smtClean="0"/>
              <a:pPr/>
              <a:t>3</a:t>
            </a:fld>
            <a:endParaRPr lang="en-US" dirty="0"/>
          </a:p>
        </p:txBody>
      </p:sp>
      <p:sp>
        <p:nvSpPr>
          <p:cNvPr id="4" name="Title 3">
            <a:extLst>
              <a:ext uri="{FF2B5EF4-FFF2-40B4-BE49-F238E27FC236}">
                <a16:creationId xmlns:a16="http://schemas.microsoft.com/office/drawing/2014/main" id="{BD4E6925-3841-6C28-4AA2-5358D283B613}"/>
              </a:ext>
            </a:extLst>
          </p:cNvPr>
          <p:cNvSpPr>
            <a:spLocks noGrp="1"/>
          </p:cNvSpPr>
          <p:nvPr>
            <p:ph type="title"/>
          </p:nvPr>
        </p:nvSpPr>
        <p:spPr/>
        <p:txBody>
          <a:bodyPr>
            <a:normAutofit fontScale="90000"/>
          </a:bodyPr>
          <a:lstStyle/>
          <a:p>
            <a:r>
              <a:rPr lang="en-US" dirty="0"/>
              <a:t>Identifying potential use errors?</a:t>
            </a:r>
          </a:p>
        </p:txBody>
      </p:sp>
      <p:graphicFrame>
        <p:nvGraphicFramePr>
          <p:cNvPr id="7" name="Diagram 6">
            <a:extLst>
              <a:ext uri="{FF2B5EF4-FFF2-40B4-BE49-F238E27FC236}">
                <a16:creationId xmlns:a16="http://schemas.microsoft.com/office/drawing/2014/main" id="{2649B7CE-998E-3F83-2DC5-5B617E713121}"/>
              </a:ext>
            </a:extLst>
          </p:cNvPr>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544482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949431-C569-F0CE-0528-EBE85388C755}"/>
              </a:ext>
            </a:extLst>
          </p:cNvPr>
          <p:cNvSpPr>
            <a:spLocks noGrp="1"/>
          </p:cNvSpPr>
          <p:nvPr>
            <p:ph type="sldNum" sz="quarter" idx="10"/>
          </p:nvPr>
        </p:nvSpPr>
        <p:spPr/>
        <p:txBody>
          <a:bodyPr/>
          <a:lstStyle/>
          <a:p>
            <a:fld id="{86CB4B4D-7CA3-9044-876B-883B54F8677D}" type="slidenum">
              <a:rPr lang="en-US" smtClean="0"/>
              <a:pPr/>
              <a:t>4</a:t>
            </a:fld>
            <a:endParaRPr lang="en-US" dirty="0"/>
          </a:p>
        </p:txBody>
      </p:sp>
      <p:sp>
        <p:nvSpPr>
          <p:cNvPr id="3" name="Content Placeholder 2">
            <a:extLst>
              <a:ext uri="{FF2B5EF4-FFF2-40B4-BE49-F238E27FC236}">
                <a16:creationId xmlns:a16="http://schemas.microsoft.com/office/drawing/2014/main" id="{A4E27121-2649-144B-59B6-CAB96DB6109E}"/>
              </a:ext>
            </a:extLst>
          </p:cNvPr>
          <p:cNvSpPr>
            <a:spLocks noGrp="1"/>
          </p:cNvSpPr>
          <p:nvPr>
            <p:ph sz="quarter" idx="11"/>
          </p:nvPr>
        </p:nvSpPr>
        <p:spPr/>
        <p:txBody>
          <a:bodyPr/>
          <a:lstStyle/>
          <a:p>
            <a:r>
              <a:rPr lang="en-US" dirty="0"/>
              <a:t>Typical sources of data </a:t>
            </a:r>
            <a:r>
              <a:rPr lang="en-US" sz="2000" dirty="0"/>
              <a:t>(not a comprehensive list)</a:t>
            </a:r>
          </a:p>
          <a:p>
            <a:pPr lvl="1"/>
            <a:r>
              <a:rPr lang="en-US" dirty="0"/>
              <a:t>Previous version of device</a:t>
            </a:r>
          </a:p>
          <a:p>
            <a:pPr lvl="1"/>
            <a:r>
              <a:rPr lang="en-US" dirty="0"/>
              <a:t>Similar devices, included competitors</a:t>
            </a:r>
          </a:p>
          <a:p>
            <a:pPr lvl="1"/>
            <a:r>
              <a:rPr lang="en-US" dirty="0"/>
              <a:t>Devices with a similar UI, user interactions, or uses</a:t>
            </a:r>
          </a:p>
          <a:p>
            <a:pPr lvl="1"/>
            <a:r>
              <a:rPr lang="en-US" dirty="0"/>
              <a:t>Post market surveillance data</a:t>
            </a:r>
          </a:p>
          <a:p>
            <a:pPr lvl="2"/>
            <a:r>
              <a:rPr lang="en-US" dirty="0"/>
              <a:t>In-house from your company’s post market surveillance group (typically part of a Quality department)</a:t>
            </a:r>
          </a:p>
          <a:p>
            <a:pPr lvl="2"/>
            <a:r>
              <a:rPr lang="en-US" dirty="0"/>
              <a:t>Customer support department</a:t>
            </a:r>
          </a:p>
          <a:p>
            <a:pPr lvl="1"/>
            <a:r>
              <a:rPr lang="en-US" dirty="0"/>
              <a:t>On-line databases, for example MAUDE</a:t>
            </a:r>
          </a:p>
          <a:p>
            <a:pPr lvl="2"/>
            <a:endParaRPr lang="en-US" dirty="0"/>
          </a:p>
        </p:txBody>
      </p:sp>
      <p:sp>
        <p:nvSpPr>
          <p:cNvPr id="4" name="Title 3">
            <a:extLst>
              <a:ext uri="{FF2B5EF4-FFF2-40B4-BE49-F238E27FC236}">
                <a16:creationId xmlns:a16="http://schemas.microsoft.com/office/drawing/2014/main" id="{50135994-4D8C-C37D-B190-F8BBAAC26D15}"/>
              </a:ext>
            </a:extLst>
          </p:cNvPr>
          <p:cNvSpPr>
            <a:spLocks noGrp="1"/>
          </p:cNvSpPr>
          <p:nvPr>
            <p:ph type="title"/>
          </p:nvPr>
        </p:nvSpPr>
        <p:spPr/>
        <p:txBody>
          <a:bodyPr>
            <a:normAutofit fontScale="90000"/>
          </a:bodyPr>
          <a:lstStyle/>
          <a:p>
            <a:r>
              <a:rPr lang="en-US" dirty="0"/>
              <a:t>Known problems analysis (KPA)</a:t>
            </a:r>
          </a:p>
        </p:txBody>
      </p:sp>
    </p:spTree>
    <p:extLst>
      <p:ext uri="{BB962C8B-B14F-4D97-AF65-F5344CB8AC3E}">
        <p14:creationId xmlns:p14="http://schemas.microsoft.com/office/powerpoint/2010/main" val="317957311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C4B854-0274-E767-354F-A04EE37AB5B6}"/>
              </a:ext>
            </a:extLst>
          </p:cNvPr>
          <p:cNvSpPr>
            <a:spLocks noGrp="1"/>
          </p:cNvSpPr>
          <p:nvPr>
            <p:ph type="sldNum" sz="quarter" idx="10"/>
          </p:nvPr>
        </p:nvSpPr>
        <p:spPr/>
        <p:txBody>
          <a:bodyPr/>
          <a:lstStyle/>
          <a:p>
            <a:fld id="{86CB4B4D-7CA3-9044-876B-883B54F8677D}" type="slidenum">
              <a:rPr lang="en-US" smtClean="0"/>
              <a:pPr/>
              <a:t>5</a:t>
            </a:fld>
            <a:endParaRPr lang="en-US" dirty="0"/>
          </a:p>
        </p:txBody>
      </p:sp>
      <p:sp>
        <p:nvSpPr>
          <p:cNvPr id="4" name="Title 3">
            <a:extLst>
              <a:ext uri="{FF2B5EF4-FFF2-40B4-BE49-F238E27FC236}">
                <a16:creationId xmlns:a16="http://schemas.microsoft.com/office/drawing/2014/main" id="{B19D956B-6AB4-56C7-37A6-389D5C319925}"/>
              </a:ext>
            </a:extLst>
          </p:cNvPr>
          <p:cNvSpPr>
            <a:spLocks noGrp="1"/>
          </p:cNvSpPr>
          <p:nvPr>
            <p:ph type="title"/>
          </p:nvPr>
        </p:nvSpPr>
        <p:spPr/>
        <p:txBody>
          <a:bodyPr>
            <a:normAutofit fontScale="90000"/>
          </a:bodyPr>
          <a:lstStyle/>
          <a:p>
            <a:r>
              <a:rPr lang="en-US" dirty="0"/>
              <a:t>MAUDE</a:t>
            </a:r>
          </a:p>
        </p:txBody>
      </p:sp>
      <p:sp>
        <p:nvSpPr>
          <p:cNvPr id="7" name="Content Placeholder 6">
            <a:extLst>
              <a:ext uri="{FF2B5EF4-FFF2-40B4-BE49-F238E27FC236}">
                <a16:creationId xmlns:a16="http://schemas.microsoft.com/office/drawing/2014/main" id="{40C6490E-27CE-36EB-143B-706C4AD48618}"/>
              </a:ext>
            </a:extLst>
          </p:cNvPr>
          <p:cNvSpPr>
            <a:spLocks noGrp="1"/>
          </p:cNvSpPr>
          <p:nvPr>
            <p:ph sz="quarter" idx="11"/>
          </p:nvPr>
        </p:nvSpPr>
        <p:spPr>
          <a:xfrm>
            <a:off x="228600" y="5410200"/>
            <a:ext cx="2373467" cy="5410200"/>
          </a:xfrm>
        </p:spPr>
        <p:txBody>
          <a:bodyPr/>
          <a:lstStyle/>
          <a:p>
            <a:pPr marL="117475" indent="0">
              <a:buNone/>
            </a:pPr>
            <a:r>
              <a:rPr lang="en-US" sz="1800" dirty="0"/>
              <a:t>See separate video on conducting a known problems analysis</a:t>
            </a:r>
          </a:p>
        </p:txBody>
      </p:sp>
      <p:pic>
        <p:nvPicPr>
          <p:cNvPr id="5" name="Picture 4" descr="A screenshot of a computer&#10;&#10;Description automatically generated">
            <a:extLst>
              <a:ext uri="{FF2B5EF4-FFF2-40B4-BE49-F238E27FC236}">
                <a16:creationId xmlns:a16="http://schemas.microsoft.com/office/drawing/2014/main" id="{F27C5145-48EF-C934-7659-9261C2911FD2}"/>
              </a:ext>
            </a:extLst>
          </p:cNvPr>
          <p:cNvPicPr>
            <a:picLocks noChangeAspect="1"/>
          </p:cNvPicPr>
          <p:nvPr/>
        </p:nvPicPr>
        <p:blipFill rotWithShape="1">
          <a:blip r:embed="rId3">
            <a:extLst>
              <a:ext uri="{28A0092B-C50C-407E-A947-70E740481C1C}">
                <a14:useLocalDpi xmlns:a14="http://schemas.microsoft.com/office/drawing/2010/main" val="0"/>
              </a:ext>
            </a:extLst>
          </a:blip>
          <a:srcRect b="28889"/>
          <a:stretch/>
        </p:blipFill>
        <p:spPr>
          <a:xfrm>
            <a:off x="2602067" y="92640"/>
            <a:ext cx="5856133" cy="6721426"/>
          </a:xfrm>
          <a:prstGeom prst="rect">
            <a:avLst/>
          </a:prstGeom>
        </p:spPr>
      </p:pic>
    </p:spTree>
    <p:extLst>
      <p:ext uri="{BB962C8B-B14F-4D97-AF65-F5344CB8AC3E}">
        <p14:creationId xmlns:p14="http://schemas.microsoft.com/office/powerpoint/2010/main" val="11797060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A09C40-3CD0-2680-6183-5052712DDB9F}"/>
              </a:ext>
            </a:extLst>
          </p:cNvPr>
          <p:cNvSpPr>
            <a:spLocks noGrp="1"/>
          </p:cNvSpPr>
          <p:nvPr>
            <p:ph type="sldNum" sz="quarter" idx="10"/>
          </p:nvPr>
        </p:nvSpPr>
        <p:spPr/>
        <p:txBody>
          <a:bodyPr/>
          <a:lstStyle/>
          <a:p>
            <a:fld id="{86CB4B4D-7CA3-9044-876B-883B54F8677D}" type="slidenum">
              <a:rPr lang="en-US" smtClean="0"/>
              <a:pPr/>
              <a:t>6</a:t>
            </a:fld>
            <a:endParaRPr lang="en-US" dirty="0"/>
          </a:p>
        </p:txBody>
      </p:sp>
      <p:sp>
        <p:nvSpPr>
          <p:cNvPr id="3" name="Content Placeholder 2">
            <a:extLst>
              <a:ext uri="{FF2B5EF4-FFF2-40B4-BE49-F238E27FC236}">
                <a16:creationId xmlns:a16="http://schemas.microsoft.com/office/drawing/2014/main" id="{D6CBE52E-1542-09DC-83BF-625E256D9EC4}"/>
              </a:ext>
            </a:extLst>
          </p:cNvPr>
          <p:cNvSpPr>
            <a:spLocks noGrp="1"/>
          </p:cNvSpPr>
          <p:nvPr>
            <p:ph sz="quarter" idx="11"/>
          </p:nvPr>
        </p:nvSpPr>
        <p:spPr/>
        <p:txBody>
          <a:bodyPr/>
          <a:lstStyle/>
          <a:p>
            <a:pPr>
              <a:buNone/>
            </a:pPr>
            <a:r>
              <a:rPr lang="en-US" sz="2400" dirty="0"/>
              <a:t>Previously we conducted a Task Analysis…</a:t>
            </a:r>
          </a:p>
          <a:p>
            <a:pPr marL="117475" indent="0">
              <a:buNone/>
            </a:pPr>
            <a:endParaRPr lang="en-US" sz="2400" dirty="0"/>
          </a:p>
          <a:p>
            <a:pPr marL="117475" indent="0">
              <a:buNone/>
            </a:pPr>
            <a:r>
              <a:rPr lang="en-US" sz="2400" dirty="0"/>
              <a:t>…Assume now we performed a KPA, Expert Reviews, and Usability Testing and identified the following additional use errors:</a:t>
            </a:r>
          </a:p>
          <a:p>
            <a:pPr marL="117475" indent="0">
              <a:buNone/>
            </a:pPr>
            <a:endParaRPr lang="en-US" sz="1100" dirty="0"/>
          </a:p>
          <a:p>
            <a:pPr lvl="1"/>
            <a:r>
              <a:rPr lang="en-US" sz="2000" dirty="0"/>
              <a:t>User does not dispose of AI in sharps container</a:t>
            </a:r>
          </a:p>
          <a:p>
            <a:pPr lvl="1"/>
            <a:r>
              <a:rPr lang="en-US" sz="2000" dirty="0"/>
              <a:t>User injects with expired drug</a:t>
            </a:r>
          </a:p>
          <a:p>
            <a:pPr lvl="1"/>
            <a:r>
              <a:rPr lang="en-US" sz="2000" dirty="0"/>
              <a:t>User injects with damaged AI </a:t>
            </a:r>
          </a:p>
          <a:p>
            <a:pPr lvl="1"/>
            <a:r>
              <a:rPr lang="en-US" sz="2000" dirty="0"/>
              <a:t>User injects with leaking AI</a:t>
            </a:r>
          </a:p>
          <a:p>
            <a:pPr marL="117475" indent="0">
              <a:buNone/>
            </a:pPr>
            <a:endParaRPr lang="en-US" sz="1000" dirty="0"/>
          </a:p>
          <a:p>
            <a:pPr marL="117475" indent="0">
              <a:buNone/>
            </a:pPr>
            <a:r>
              <a:rPr lang="en-US" sz="2400" dirty="0"/>
              <a:t>Now, lets work through our EpiPen example to develop the URRA</a:t>
            </a:r>
          </a:p>
          <a:p>
            <a:pPr marL="117475" indent="0">
              <a:buNone/>
            </a:pPr>
            <a:endParaRPr lang="en-US" sz="2400" dirty="0"/>
          </a:p>
          <a:p>
            <a:pPr marL="117475" indent="0">
              <a:buNone/>
            </a:pPr>
            <a:endParaRPr lang="en-US" sz="2400" dirty="0"/>
          </a:p>
        </p:txBody>
      </p:sp>
      <p:sp>
        <p:nvSpPr>
          <p:cNvPr id="4" name="Title 3">
            <a:extLst>
              <a:ext uri="{FF2B5EF4-FFF2-40B4-BE49-F238E27FC236}">
                <a16:creationId xmlns:a16="http://schemas.microsoft.com/office/drawing/2014/main" id="{F6BDF2FF-6B84-5BC5-75C1-B559EE2F7F64}"/>
              </a:ext>
            </a:extLst>
          </p:cNvPr>
          <p:cNvSpPr>
            <a:spLocks noGrp="1"/>
          </p:cNvSpPr>
          <p:nvPr>
            <p:ph type="title"/>
          </p:nvPr>
        </p:nvSpPr>
        <p:spPr/>
        <p:txBody>
          <a:bodyPr>
            <a:normAutofit fontScale="90000"/>
          </a:bodyPr>
          <a:lstStyle/>
          <a:p>
            <a:r>
              <a:rPr lang="en-US" dirty="0"/>
              <a:t>Recall our EpiPen Auto-Injector (AI) Example</a:t>
            </a:r>
          </a:p>
        </p:txBody>
      </p:sp>
    </p:spTree>
    <p:extLst>
      <p:ext uri="{BB962C8B-B14F-4D97-AF65-F5344CB8AC3E}">
        <p14:creationId xmlns:p14="http://schemas.microsoft.com/office/powerpoint/2010/main" val="342161164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7</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a:t>
            </a:r>
            <a:r>
              <a:rPr lang="en-US"/>
              <a:t>URRA needs to </a:t>
            </a:r>
            <a:r>
              <a:rPr lang="en-US" dirty="0"/>
              <a:t>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Tree>
    <p:extLst>
      <p:ext uri="{BB962C8B-B14F-4D97-AF65-F5344CB8AC3E}">
        <p14:creationId xmlns:p14="http://schemas.microsoft.com/office/powerpoint/2010/main" val="3434125635"/>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8386</TotalTime>
  <Words>909</Words>
  <Application>Microsoft Macintosh PowerPoint</Application>
  <PresentationFormat>On-screen Show (4:3)</PresentationFormat>
  <Paragraphs>68</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Avenir Roman</vt:lpstr>
      <vt:lpstr>Franklin Gothic Book</vt:lpstr>
      <vt:lpstr>Helvetica</vt:lpstr>
      <vt:lpstr>Söhne</vt:lpstr>
      <vt:lpstr>Wingdings</vt:lpstr>
      <vt:lpstr>Wingdings 2</vt:lpstr>
      <vt:lpstr>Default</vt:lpstr>
      <vt:lpstr>PowerPoint Presentation</vt:lpstr>
      <vt:lpstr>Review: Use-related risk analysis process  (as defined by FDA)</vt:lpstr>
      <vt:lpstr>Identifying potential use errors?</vt:lpstr>
      <vt:lpstr>Known problems analysis (KPA)</vt:lpstr>
      <vt:lpstr>MAUDE</vt:lpstr>
      <vt:lpstr>Recall our EpiPen Auto-Injector (AI) Example</vt:lpstr>
      <vt:lpstr>URRA document decomposed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Durrani, Sami</dc:creator>
  <cp:lastModifiedBy>Sami Durrani</cp:lastModifiedBy>
  <cp:revision>116</cp:revision>
  <cp:lastPrinted>2016-09-11T23:21:58Z</cp:lastPrinted>
  <dcterms:modified xsi:type="dcterms:W3CDTF">2023-11-12T21:16:10Z</dcterms:modified>
</cp:coreProperties>
</file>